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comments/modernComment_12C_FD2710E0.xml" ContentType="application/vnd.ms-powerpoint.comments+xml"/>
  <Override PartName="/ppt/comments/modernComment_121_FA1D4C59.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comments/modernComment_114_FE2D784B.xml" ContentType="application/vnd.ms-powerpoint.comments+xml"/>
  <Override PartName="/ppt/comments/modernComment_11C_27F0443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0"/>
  </p:notesMasterIdLst>
  <p:sldIdLst>
    <p:sldId id="293" r:id="rId5"/>
    <p:sldId id="300" r:id="rId6"/>
    <p:sldId id="295" r:id="rId7"/>
    <p:sldId id="304" r:id="rId8"/>
    <p:sldId id="305" r:id="rId9"/>
    <p:sldId id="306" r:id="rId10"/>
    <p:sldId id="307" r:id="rId11"/>
    <p:sldId id="308" r:id="rId12"/>
    <p:sldId id="289" r:id="rId13"/>
    <p:sldId id="288" r:id="rId14"/>
    <p:sldId id="296" r:id="rId15"/>
    <p:sldId id="278" r:id="rId16"/>
    <p:sldId id="286" r:id="rId17"/>
    <p:sldId id="302" r:id="rId18"/>
    <p:sldId id="303" r:id="rId19"/>
    <p:sldId id="267" r:id="rId20"/>
    <p:sldId id="297" r:id="rId21"/>
    <p:sldId id="260" r:id="rId22"/>
    <p:sldId id="298" r:id="rId23"/>
    <p:sldId id="301" r:id="rId24"/>
    <p:sldId id="290" r:id="rId25"/>
    <p:sldId id="291" r:id="rId26"/>
    <p:sldId id="292" r:id="rId27"/>
    <p:sldId id="276" r:id="rId28"/>
    <p:sldId id="284" r:id="rId2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065447-4122-4105-1653-5F46E36F65A9}" name="Lara Morri" initials="LM" userId="9872dbc4382e5f1a" providerId="Windows Live"/>
  <p188:author id="{FA4B21AA-A46F-C792-1693-063A81F27EF2}" name="Andrea Villiger" initials="AV" userId="S::andrea.villiger@konplan.com::0234b312-3996-44e4-b7d5-17ee63978d78" providerId="AD"/>
  <p188:author id="{95EECEB6-6132-9C74-7198-FE8B42DC8C47}" name="Lara Morri" initials="LM" userId="3eb7bca61af8f821" providerId="Windows Live"/>
  <p188:author id="{8F4EEFD9-BA31-E08C-7875-A936BDAD65DE}" name="Giada Rastelli" initials="GR" userId="cce55dd91035398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DDDA"/>
    <a:srgbClr val="F0F8F8"/>
    <a:srgbClr val="FFFFFF"/>
    <a:srgbClr val="BFD2D4"/>
    <a:srgbClr val="80A6A8"/>
    <a:srgbClr val="B0532D"/>
    <a:srgbClr val="F5F5F5"/>
    <a:srgbClr val="824F57"/>
    <a:srgbClr val="E58865"/>
    <a:srgbClr val="7F87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7" autoAdjust="0"/>
    <p:restoredTop sz="85809" autoAdjust="0"/>
  </p:normalViewPr>
  <p:slideViewPr>
    <p:cSldViewPr snapToGrid="0">
      <p:cViewPr varScale="1">
        <p:scale>
          <a:sx n="85" d="100"/>
          <a:sy n="85" d="100"/>
        </p:scale>
        <p:origin x="696" y="30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8/10/relationships/authors" Target="author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903843907919314E-2"/>
          <c:y val="6.1607869752810934E-2"/>
          <c:w val="0.75953038248492322"/>
          <c:h val="0.86242081021497008"/>
        </c:manualLayout>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21E-49CC-8A1D-693D8A55991A}"/>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21E-49CC-8A1D-693D8A55991A}"/>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21E-49CC-8A1D-693D8A55991A}"/>
            </c:ext>
          </c:extLst>
        </c:ser>
        <c:dLbls>
          <c:showLegendKey val="0"/>
          <c:showVal val="0"/>
          <c:showCatName val="0"/>
          <c:showSerName val="0"/>
          <c:showPercent val="0"/>
          <c:showBubbleSize val="0"/>
        </c:dLbls>
        <c:gapWidth val="219"/>
        <c:overlap val="-27"/>
        <c:axId val="1578420928"/>
        <c:axId val="1578422176"/>
      </c:barChart>
      <c:catAx>
        <c:axId val="1578420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de-DE"/>
          </a:p>
        </c:txPr>
        <c:crossAx val="1578422176"/>
        <c:crosses val="autoZero"/>
        <c:auto val="1"/>
        <c:lblAlgn val="ctr"/>
        <c:lblOffset val="100"/>
        <c:noMultiLvlLbl val="0"/>
      </c:catAx>
      <c:valAx>
        <c:axId val="1578422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de-DE"/>
          </a:p>
        </c:txPr>
        <c:crossAx val="1578420928"/>
        <c:crosses val="autoZero"/>
        <c:crossBetween val="between"/>
      </c:valAx>
      <c:spPr>
        <a:noFill/>
        <a:ln>
          <a:noFill/>
        </a:ln>
        <a:effectLst/>
      </c:spPr>
    </c:plotArea>
    <c:legend>
      <c:legendPos val="tr"/>
      <c:layout>
        <c:manualLayout>
          <c:xMode val="edge"/>
          <c:yMode val="edge"/>
          <c:x val="0.83617912013349693"/>
          <c:y val="4.3449102106864895E-2"/>
          <c:w val="0.16196172643045836"/>
          <c:h val="0.1740618110591147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954039593405737"/>
          <c:y val="0.10812703616609416"/>
          <c:w val="0.41077173021490887"/>
          <c:h val="0.7837459276678117"/>
        </c:manualLayout>
      </c:layout>
      <c:radarChart>
        <c:radarStyle val="filled"/>
        <c:varyColors val="0"/>
        <c:ser>
          <c:idx val="0"/>
          <c:order val="0"/>
          <c:tx>
            <c:strRef>
              <c:f>Tabelle1!$B$1</c:f>
              <c:strCache>
                <c:ptCount val="1"/>
                <c:pt idx="0">
                  <c:v>Spalte1</c:v>
                </c:pt>
              </c:strCache>
            </c:strRef>
          </c:tx>
          <c:spPr>
            <a:solidFill>
              <a:schemeClr val="tx2">
                <a:alpha val="75000"/>
              </a:schemeClr>
            </a:solidFill>
            <a:ln>
              <a:noFill/>
            </a:ln>
            <a:effectLst/>
          </c:spPr>
          <c:cat>
            <c:strRef>
              <c:f>Tabelle1!$A$2:$A$7</c:f>
              <c:strCache>
                <c:ptCount val="6"/>
                <c:pt idx="0">
                  <c:v>Automatisierbarkeit</c:v>
                </c:pt>
                <c:pt idx="1">
                  <c:v>Entwicklungskosten</c:v>
                </c:pt>
                <c:pt idx="2">
                  <c:v>Herstellkosten</c:v>
                </c:pt>
                <c:pt idx="3">
                  <c:v>Usability</c:v>
                </c:pt>
                <c:pt idx="4">
                  <c:v>Robustheit</c:v>
                </c:pt>
                <c:pt idx="5">
                  <c:v>Risiko</c:v>
                </c:pt>
              </c:strCache>
            </c:strRef>
          </c:cat>
          <c:val>
            <c:numRef>
              <c:f>Tabelle1!$B$2:$B$7</c:f>
              <c:numCache>
                <c:formatCode>General</c:formatCode>
                <c:ptCount val="6"/>
                <c:pt idx="0">
                  <c:v>32</c:v>
                </c:pt>
                <c:pt idx="1">
                  <c:v>32</c:v>
                </c:pt>
                <c:pt idx="2">
                  <c:v>28</c:v>
                </c:pt>
                <c:pt idx="3">
                  <c:v>12</c:v>
                </c:pt>
                <c:pt idx="4">
                  <c:v>15</c:v>
                </c:pt>
                <c:pt idx="5">
                  <c:v>20</c:v>
                </c:pt>
              </c:numCache>
            </c:numRef>
          </c:val>
          <c:extLst>
            <c:ext xmlns:c16="http://schemas.microsoft.com/office/drawing/2014/chart" uri="{C3380CC4-5D6E-409C-BE32-E72D297353CC}">
              <c16:uniqueId val="{00000000-933E-4254-9FB1-9B058D7A8D26}"/>
            </c:ext>
          </c:extLst>
        </c:ser>
        <c:dLbls>
          <c:showLegendKey val="0"/>
          <c:showVal val="0"/>
          <c:showCatName val="0"/>
          <c:showSerName val="0"/>
          <c:showPercent val="0"/>
          <c:showBubbleSize val="0"/>
        </c:dLbls>
        <c:axId val="1728848976"/>
        <c:axId val="1728851056"/>
      </c:radarChart>
      <c:catAx>
        <c:axId val="1728848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de-DE"/>
          </a:p>
        </c:txPr>
        <c:crossAx val="1728851056"/>
        <c:crosses val="autoZero"/>
        <c:auto val="1"/>
        <c:lblAlgn val="ctr"/>
        <c:lblOffset val="100"/>
        <c:noMultiLvlLbl val="0"/>
      </c:catAx>
      <c:valAx>
        <c:axId val="1728851056"/>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7288489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Tabelle1!$B$1</c:f>
              <c:strCache>
                <c:ptCount val="1"/>
                <c:pt idx="0">
                  <c:v>1</c:v>
                </c:pt>
              </c:strCache>
            </c:strRef>
          </c:tx>
          <c:spPr>
            <a:ln w="28575" cap="rnd">
              <a:solidFill>
                <a:schemeClr val="tx2">
                  <a:alpha val="75000"/>
                </a:schemeClr>
              </a:solidFill>
              <a:round/>
            </a:ln>
            <a:effectLst/>
          </c:spPr>
          <c:marker>
            <c:symbol val="none"/>
          </c:marker>
          <c:cat>
            <c:strRef>
              <c:f>Tabelle1!$A$2:$A$10</c:f>
              <c:strCache>
                <c:ptCount val="9"/>
                <c:pt idx="0">
                  <c:v>Umwelt-
verträglichkeit
(Prozess &amp; Material)
</c:v>
                </c:pt>
                <c:pt idx="1">
                  <c:v>Robustheit
(Geling-Garantie)</c:v>
                </c:pt>
                <c:pt idx="2">
                  <c:v>Entwicklungs-
aufwand</c:v>
                </c:pt>
                <c:pt idx="3">
                  <c:v>Kosten in der Anwendung</c:v>
                </c:pt>
                <c:pt idx="4">
                  <c:v>
Nutzungs-
dauer</c:v>
                </c:pt>
                <c:pt idx="5">
                  <c:v>
Einspar-
potenzial</c:v>
                </c:pt>
                <c:pt idx="6">
                  <c:v>Anpassbarkeit
an Baustellen-gegebenheiten</c:v>
                </c:pt>
                <c:pt idx="7">
                  <c:v>Planbarkeit / Verfügbarkeit</c:v>
                </c:pt>
                <c:pt idx="8">
                  <c:v>Eignung für Erneuerungs-
prozess</c:v>
                </c:pt>
              </c:strCache>
            </c:strRef>
          </c:cat>
          <c:val>
            <c:numRef>
              <c:f>Tabelle1!$B$2:$B$10</c:f>
              <c:numCache>
                <c:formatCode>General</c:formatCode>
                <c:ptCount val="9"/>
                <c:pt idx="0">
                  <c:v>1</c:v>
                </c:pt>
                <c:pt idx="1">
                  <c:v>4</c:v>
                </c:pt>
                <c:pt idx="2">
                  <c:v>2</c:v>
                </c:pt>
                <c:pt idx="3">
                  <c:v>3</c:v>
                </c:pt>
                <c:pt idx="4">
                  <c:v>3</c:v>
                </c:pt>
                <c:pt idx="5">
                  <c:v>3</c:v>
                </c:pt>
                <c:pt idx="6">
                  <c:v>1</c:v>
                </c:pt>
                <c:pt idx="7">
                  <c:v>2</c:v>
                </c:pt>
                <c:pt idx="8">
                  <c:v>3</c:v>
                </c:pt>
              </c:numCache>
            </c:numRef>
          </c:val>
          <c:extLst>
            <c:ext xmlns:c16="http://schemas.microsoft.com/office/drawing/2014/chart" uri="{C3380CC4-5D6E-409C-BE32-E72D297353CC}">
              <c16:uniqueId val="{00000000-55FF-46B9-AFF6-3C5AE3AAA894}"/>
            </c:ext>
          </c:extLst>
        </c:ser>
        <c:dLbls>
          <c:showLegendKey val="0"/>
          <c:showVal val="0"/>
          <c:showCatName val="0"/>
          <c:showSerName val="0"/>
          <c:showPercent val="0"/>
          <c:showBubbleSize val="0"/>
        </c:dLbls>
        <c:axId val="1766698304"/>
        <c:axId val="1766691584"/>
      </c:radarChart>
      <c:catAx>
        <c:axId val="1766698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766691584"/>
        <c:crosses val="autoZero"/>
        <c:auto val="1"/>
        <c:lblAlgn val="ctr"/>
        <c:lblOffset val="100"/>
        <c:noMultiLvlLbl val="0"/>
      </c:catAx>
      <c:valAx>
        <c:axId val="1766691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766698304"/>
        <c:crosses val="autoZero"/>
        <c:crossBetween val="between"/>
        <c:majorUnit val="1"/>
        <c:min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1C_27F0443D.xml><?xml version="1.0" encoding="utf-8"?>
<p188:cmLst xmlns:a="http://schemas.openxmlformats.org/drawingml/2006/main" xmlns:r="http://schemas.openxmlformats.org/officeDocument/2006/relationships" xmlns:p188="http://schemas.microsoft.com/office/powerpoint/2018/8/main">
  <p188:cm id="{E8D1E9E0-FAD3-4DAF-8F80-7AA0983A0434}" authorId="{B8065447-4122-4105-1653-5F46E36F65A9}" created="2024-11-28T10:59:41.224">
    <pc:sldMkLst xmlns:pc="http://schemas.microsoft.com/office/powerpoint/2013/main/command">
      <pc:docMk/>
      <pc:sldMk cId="670057533" sldId="284"/>
    </pc:sldMkLst>
    <p188:txBody>
      <a:bodyPr/>
      <a:lstStyle/>
      <a:p>
        <a:r>
          <a:rPr lang="de-CH"/>
          <a:t>Info von Tincan:
Die Adresse lässt sich ändern, indem man unter Start &gt; Layout das entsprechende Schlussfolienlayout auswählt.</a:t>
        </a:r>
      </a:p>
    </p188:txBody>
  </p188:cm>
</p188:cmLst>
</file>

<file path=ppt/comments/modernComment_12C_FD2710E0.xml><?xml version="1.0" encoding="utf-8"?>
<p188:cmLst xmlns:a="http://schemas.openxmlformats.org/drawingml/2006/main" xmlns:r="http://schemas.openxmlformats.org/officeDocument/2006/relationships" xmlns:p188="http://schemas.microsoft.com/office/powerpoint/2018/8/main">
  <p188:cm id="{5D5A796B-93E4-42C9-BA84-BE7953786F96}" authorId="{B8065447-4122-4105-1653-5F46E36F65A9}" created="2024-11-28T10:58:11.578">
    <ac:deMkLst xmlns:ac="http://schemas.microsoft.com/office/drawing/2013/main/command">
      <pc:docMk xmlns:pc="http://schemas.microsoft.com/office/powerpoint/2013/main/command"/>
      <pc:sldMk xmlns:pc="http://schemas.microsoft.com/office/powerpoint/2013/main/command" cId="4247195872" sldId="300"/>
      <ac:spMk id="5" creationId="{BD6223BB-F4FB-5E5E-DC73-37681EB81802}"/>
    </ac:deMkLst>
    <p188:txBody>
      <a:bodyPr/>
      <a:lstStyle/>
      <a:p>
        <a:r>
          <a:rPr lang="de-CH"/>
          <a:t>Info von Tincan:
In PowerPoint ist es nicht möglich, ein automatisiertes Inhaltsverzeichnis zu erstellen. Deshalb müssen die Seitenzahlen rechts von Hand eingegeben werden.  Optional kann natürlich auch ganz auf Seitenzahlen verzichtet werden.</a:t>
        </a:r>
      </a:p>
    </p188:txBody>
  </p188:cm>
</p188:cmLst>
</file>

<file path=ppt/comments/modernComment_114_FE2D784B.xml><?xml version="1.0" encoding="utf-8"?>
<p188:cmLst xmlns:a="http://schemas.openxmlformats.org/drawingml/2006/main" xmlns:r="http://schemas.openxmlformats.org/officeDocument/2006/relationships" xmlns:p188="http://schemas.microsoft.com/office/powerpoint/2018/8/main">
  <p188:cm id="{819FC7D3-F874-40BE-98CF-5008E9A0924C}" authorId="{95EECEB6-6132-9C74-7198-FE8B42DC8C47}" created="2024-10-25T13:43:20.971">
    <ac:deMkLst xmlns:ac="http://schemas.microsoft.com/office/drawing/2013/main/command">
      <pc:docMk xmlns:pc="http://schemas.microsoft.com/office/powerpoint/2013/main/command"/>
      <pc:sldMk xmlns:pc="http://schemas.microsoft.com/office/powerpoint/2013/main/command" cId="4264392779" sldId="276"/>
      <ac:picMk id="19" creationId="{22DE6FE7-D3C2-424A-76CE-5E1B8024247E}"/>
    </ac:deMkLst>
    <p188:txBody>
      <a:bodyPr/>
      <a:lstStyle/>
      <a:p>
        <a:r>
          <a:rPr lang="de-CH"/>
          <a:t>Info von Tincan:
Dieses Icon verlinken: 
1. Rechtsklick &gt; Hyperlink
2. Im Feld „Adresse“ den gewünschten Link einfügen
3. Mit OK bestätigen
Verlinken des Icons, wenn man die Folie neu via Start &gt; Neue Folie hinzufügt und sichergehen möchte, dass sie auch nach dem Export der Präsentation als PDF funktioniert: 
1. Button anwählen und kopieren
2. Rechtsklick auf eine freie Fläche &gt; Einfügeoptionen: Grafik auswählen
3. Den alten Button mit dem soeben eingefügten ersetzen
4. Rechtsklick auf den neuen Button &gt; Hyperlink
5. Im Feld "Adresse" den gewünschten Link einfügen
6. Mit OK bestätigen</a:t>
        </a:r>
      </a:p>
    </p188:txBody>
  </p188:cm>
  <p188:cm id="{98B75008-6B65-4D74-826E-8A804F383888}" authorId="{B8065447-4122-4105-1653-5F46E36F65A9}" created="2024-11-28T10:59:17.575">
    <pc:sldMkLst xmlns:pc="http://schemas.microsoft.com/office/powerpoint/2013/main/command">
      <pc:docMk/>
      <pc:sldMk cId="4264392779" sldId="276"/>
    </pc:sldMkLst>
    <p188:txBody>
      <a:bodyPr/>
      <a:lstStyle/>
      <a:p>
        <a:r>
          <a:rPr lang="de-CH"/>
          <a:t>Info von Tincan:
Um eine Kontaktperson einzufügen:
Entsprechenden Kontaktslide öffnen über: 
Datei  &gt;  Neu  &gt; konplan  &gt; Kontakt Vorname Name
Den Slide kopieren und an gewünschter Stelle in dieser Präsentation einfügen</a:t>
        </a:r>
      </a:p>
    </p188:txBody>
  </p188:cm>
</p188:cmLst>
</file>

<file path=ppt/comments/modernComment_121_FA1D4C59.xml><?xml version="1.0" encoding="utf-8"?>
<p188:cmLst xmlns:a="http://schemas.openxmlformats.org/drawingml/2006/main" xmlns:r="http://schemas.openxmlformats.org/officeDocument/2006/relationships" xmlns:p188="http://schemas.microsoft.com/office/powerpoint/2018/8/main">
  <p188:cm id="{51954C62-076C-4262-AB60-C83698A4B75D}" authorId="{95EECEB6-6132-9C74-7198-FE8B42DC8C47}" created="2024-10-25T13:32:02.917">
    <ac:deMkLst xmlns:ac="http://schemas.microsoft.com/office/drawing/2013/main/command">
      <pc:docMk xmlns:pc="http://schemas.microsoft.com/office/powerpoint/2013/main/command"/>
      <pc:sldMk xmlns:pc="http://schemas.microsoft.com/office/powerpoint/2013/main/command" cId="4196224089" sldId="289"/>
      <ac:spMk id="5" creationId="{66B48358-2359-2516-7B4D-5861AD85B2DD}"/>
    </ac:deMkLst>
    <p188:txBody>
      <a:bodyPr/>
      <a:lstStyle/>
      <a:p>
        <a:r>
          <a:rPr lang="de-CH"/>
          <a:t>Info von Tincan zu
Aufzählungszeichen &amp; Textebenen:
Du hast die Möglichkeit Texte in bis zu 5 Ebenen zu gliedern. Jede Gliederungsebene hat eine eingerückte Position und Aufzählungszeichen. Man kann die
Aufzählungsfunktion jederzeit wieder ausschalten und so die Gliederung
rückgängig machen.
Um die Textebenen zu nutzen, verwende die Schaltflächen „Listenebene erhöhen“ oder „Listenebene verringern“ in der Startleiste oder nutze den Shortcut ALT+Shift+Links oder Rechts.
Achtung: Bist du via „Listenebene verringern“ auf der letzten Listenebene angekommen, verschwinden die Aufzählungszeichen, damit du normal weiterschreiben kannst. Dies ist eine Voreinstellung von PowerPoint und kann nicht umgangen werden. Solltest du trotzdem weitere Aufzählungszeichen benötigen, aktiviere diese einfach wieder via Klick auf „Aufzählungszeichen“ in der Startleiste.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ECD032-C481-463A-B0E1-8C1162B515EE}" type="datetimeFigureOut">
              <a:rPr lang="de-CH" smtClean="0"/>
              <a:t>12.03.2026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1E2B4-E109-4CEA-B5D2-2DCAFFB7F9E5}" type="slidenum">
              <a:rPr lang="de-CH" smtClean="0"/>
              <a:t>‹#›</a:t>
            </a:fld>
            <a:endParaRPr lang="de-CH"/>
          </a:p>
        </p:txBody>
      </p:sp>
    </p:spTree>
    <p:extLst>
      <p:ext uri="{BB962C8B-B14F-4D97-AF65-F5344CB8AC3E}">
        <p14:creationId xmlns:p14="http://schemas.microsoft.com/office/powerpoint/2010/main" val="31339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83C1E2B4-E109-4CEA-B5D2-2DCAFFB7F9E5}" type="slidenum">
              <a:rPr lang="de-CH" smtClean="0"/>
              <a:t>24</a:t>
            </a:fld>
            <a:endParaRPr lang="de-CH"/>
          </a:p>
        </p:txBody>
      </p:sp>
    </p:spTree>
    <p:extLst>
      <p:ext uri="{BB962C8B-B14F-4D97-AF65-F5344CB8AC3E}">
        <p14:creationId xmlns:p14="http://schemas.microsoft.com/office/powerpoint/2010/main" val="17521997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hyperlink" Target="https://www.youtube.com/@konplan.engineering" TargetMode="External"/><Relationship Id="rId3" Type="http://schemas.openxmlformats.org/officeDocument/2006/relationships/image" Target="../media/image2.svg"/><Relationship Id="rId7" Type="http://schemas.openxmlformats.org/officeDocument/2006/relationships/hyperlink" Target="https://ch.linkedin.com/company/konplan" TargetMode="External"/><Relationship Id="rId12"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7.svg"/><Relationship Id="rId11" Type="http://schemas.openxmlformats.org/officeDocument/2006/relationships/image" Target="../media/image30.png"/><Relationship Id="rId5" Type="http://schemas.openxmlformats.org/officeDocument/2006/relationships/image" Target="../media/image26.png"/><Relationship Id="rId15" Type="http://schemas.openxmlformats.org/officeDocument/2006/relationships/image" Target="../media/image33.svg"/><Relationship Id="rId10" Type="http://schemas.openxmlformats.org/officeDocument/2006/relationships/hyperlink" Target="https://www.facebook.com/konplan.engineering" TargetMode="External"/><Relationship Id="rId4" Type="http://schemas.openxmlformats.org/officeDocument/2006/relationships/hyperlink" Target="https://www.instagram.com/konplan.engineering/" TargetMode="External"/><Relationship Id="rId9" Type="http://schemas.openxmlformats.org/officeDocument/2006/relationships/image" Target="../media/image29.svg"/><Relationship Id="rId14" Type="http://schemas.openxmlformats.org/officeDocument/2006/relationships/image" Target="../media/image32.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hyperlink" Target="https://www.youtube.com/@konplan.engineering" TargetMode="External"/><Relationship Id="rId3" Type="http://schemas.openxmlformats.org/officeDocument/2006/relationships/image" Target="../media/image2.svg"/><Relationship Id="rId7" Type="http://schemas.openxmlformats.org/officeDocument/2006/relationships/hyperlink" Target="https://ch.linkedin.com/company/konplan" TargetMode="External"/><Relationship Id="rId12"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7.svg"/><Relationship Id="rId11" Type="http://schemas.openxmlformats.org/officeDocument/2006/relationships/image" Target="../media/image30.png"/><Relationship Id="rId5" Type="http://schemas.openxmlformats.org/officeDocument/2006/relationships/image" Target="../media/image26.png"/><Relationship Id="rId15" Type="http://schemas.openxmlformats.org/officeDocument/2006/relationships/image" Target="../media/image33.svg"/><Relationship Id="rId10" Type="http://schemas.openxmlformats.org/officeDocument/2006/relationships/hyperlink" Target="https://www.facebook.com/konplan.engineering" TargetMode="External"/><Relationship Id="rId4" Type="http://schemas.openxmlformats.org/officeDocument/2006/relationships/hyperlink" Target="https://www.instagram.com/konplan.engineering/" TargetMode="External"/><Relationship Id="rId9" Type="http://schemas.openxmlformats.org/officeDocument/2006/relationships/image" Target="../media/image29.svg"/><Relationship Id="rId14" Type="http://schemas.openxmlformats.org/officeDocument/2006/relationships/image" Target="../media/image32.pn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hyperlink" Target="https://www.youtube.com/@konplan.engineering" TargetMode="External"/><Relationship Id="rId3" Type="http://schemas.openxmlformats.org/officeDocument/2006/relationships/image" Target="../media/image2.svg"/><Relationship Id="rId7" Type="http://schemas.openxmlformats.org/officeDocument/2006/relationships/hyperlink" Target="https://ch.linkedin.com/company/konplan" TargetMode="External"/><Relationship Id="rId12" Type="http://schemas.openxmlformats.org/officeDocument/2006/relationships/image" Target="../media/image31.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7.svg"/><Relationship Id="rId11" Type="http://schemas.openxmlformats.org/officeDocument/2006/relationships/image" Target="../media/image30.png"/><Relationship Id="rId5" Type="http://schemas.openxmlformats.org/officeDocument/2006/relationships/image" Target="../media/image26.png"/><Relationship Id="rId15" Type="http://schemas.openxmlformats.org/officeDocument/2006/relationships/image" Target="../media/image33.svg"/><Relationship Id="rId10" Type="http://schemas.openxmlformats.org/officeDocument/2006/relationships/hyperlink" Target="https://www.facebook.com/konplan.engineering" TargetMode="External"/><Relationship Id="rId4" Type="http://schemas.openxmlformats.org/officeDocument/2006/relationships/hyperlink" Target="https://www.instagram.com/konplan.engineering/" TargetMode="External"/><Relationship Id="rId9" Type="http://schemas.openxmlformats.org/officeDocument/2006/relationships/image" Target="../media/image29.svg"/><Relationship Id="rId14" Type="http://schemas.openxmlformats.org/officeDocument/2006/relationships/image" Target="../media/image32.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s://www.facebook.com/konplan.engineering" TargetMode="External"/><Relationship Id="rId13" Type="http://schemas.openxmlformats.org/officeDocument/2006/relationships/hyperlink" Target="https://www.youtube.com/@konplan.engineering" TargetMode="External"/><Relationship Id="rId3" Type="http://schemas.openxmlformats.org/officeDocument/2006/relationships/image" Target="../media/image26.png"/><Relationship Id="rId7" Type="http://schemas.openxmlformats.org/officeDocument/2006/relationships/image" Target="../media/image29.svg"/><Relationship Id="rId12" Type="http://schemas.openxmlformats.org/officeDocument/2006/relationships/image" Target="../media/image2.svg"/><Relationship Id="rId2" Type="http://schemas.openxmlformats.org/officeDocument/2006/relationships/hyperlink" Target="https://www.instagram.com/konplan.engineering/" TargetMode="External"/><Relationship Id="rId1" Type="http://schemas.openxmlformats.org/officeDocument/2006/relationships/slideMaster" Target="../slideMasters/slideMaster1.xml"/><Relationship Id="rId6" Type="http://schemas.openxmlformats.org/officeDocument/2006/relationships/image" Target="../media/image28.png"/><Relationship Id="rId11" Type="http://schemas.openxmlformats.org/officeDocument/2006/relationships/image" Target="../media/image1.png"/><Relationship Id="rId5" Type="http://schemas.openxmlformats.org/officeDocument/2006/relationships/hyperlink" Target="https://ch.linkedin.com/company/konplan" TargetMode="External"/><Relationship Id="rId15" Type="http://schemas.openxmlformats.org/officeDocument/2006/relationships/image" Target="../media/image33.svg"/><Relationship Id="rId10" Type="http://schemas.openxmlformats.org/officeDocument/2006/relationships/image" Target="../media/image31.svg"/><Relationship Id="rId4" Type="http://schemas.openxmlformats.org/officeDocument/2006/relationships/image" Target="../media/image27.svg"/><Relationship Id="rId9" Type="http://schemas.openxmlformats.org/officeDocument/2006/relationships/image" Target="../media/image30.png"/><Relationship Id="rId14" Type="http://schemas.openxmlformats.org/officeDocument/2006/relationships/image" Target="../media/image3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slide">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C1C4A03-AB41-9925-48A7-58AC51CC7240}"/>
              </a:ext>
            </a:extLst>
          </p:cNvPr>
          <p:cNvSpPr/>
          <p:nvPr userDrawn="1"/>
        </p:nvSpPr>
        <p:spPr>
          <a:xfrm>
            <a:off x="0" y="5897527"/>
            <a:ext cx="12192000" cy="9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pic>
        <p:nvPicPr>
          <p:cNvPr id="9" name="Grafik 8">
            <a:extLst>
              <a:ext uri="{FF2B5EF4-FFF2-40B4-BE49-F238E27FC236}">
                <a16:creationId xmlns:a16="http://schemas.microsoft.com/office/drawing/2014/main" id="{8DFF6C6D-E580-8710-A903-E843B499D95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5012" y="308642"/>
            <a:ext cx="401332" cy="1646489"/>
          </a:xfrm>
          <a:prstGeom prst="rect">
            <a:avLst/>
          </a:prstGeom>
        </p:spPr>
      </p:pic>
      <p:sp>
        <p:nvSpPr>
          <p:cNvPr id="10" name="Freeform 11">
            <a:extLst>
              <a:ext uri="{FF2B5EF4-FFF2-40B4-BE49-F238E27FC236}">
                <a16:creationId xmlns:a16="http://schemas.microsoft.com/office/drawing/2014/main" id="{FF22A4C4-3471-6497-3768-C7E4E1BA6D9F}"/>
              </a:ext>
            </a:extLst>
          </p:cNvPr>
          <p:cNvSpPr>
            <a:spLocks/>
          </p:cNvSpPr>
          <p:nvPr userDrawn="1"/>
        </p:nvSpPr>
        <p:spPr bwMode="auto">
          <a:xfrm>
            <a:off x="-845667" y="2716213"/>
            <a:ext cx="2684463" cy="3097212"/>
          </a:xfrm>
          <a:custGeom>
            <a:avLst/>
            <a:gdLst>
              <a:gd name="T0" fmla="*/ 0 w 1691"/>
              <a:gd name="T1" fmla="*/ 487 h 1951"/>
              <a:gd name="T2" fmla="*/ 0 w 1691"/>
              <a:gd name="T3" fmla="*/ 1463 h 1951"/>
              <a:gd name="T4" fmla="*/ 845 w 1691"/>
              <a:gd name="T5" fmla="*/ 1951 h 1951"/>
              <a:gd name="T6" fmla="*/ 1691 w 1691"/>
              <a:gd name="T7" fmla="*/ 1463 h 1951"/>
              <a:gd name="T8" fmla="*/ 1691 w 1691"/>
              <a:gd name="T9" fmla="*/ 487 h 1951"/>
              <a:gd name="T10" fmla="*/ 845 w 1691"/>
              <a:gd name="T11" fmla="*/ 0 h 1951"/>
              <a:gd name="T12" fmla="*/ 0 w 1691"/>
              <a:gd name="T13" fmla="*/ 487 h 1951"/>
            </a:gdLst>
            <a:ahLst/>
            <a:cxnLst>
              <a:cxn ang="0">
                <a:pos x="T0" y="T1"/>
              </a:cxn>
              <a:cxn ang="0">
                <a:pos x="T2" y="T3"/>
              </a:cxn>
              <a:cxn ang="0">
                <a:pos x="T4" y="T5"/>
              </a:cxn>
              <a:cxn ang="0">
                <a:pos x="T6" y="T7"/>
              </a:cxn>
              <a:cxn ang="0">
                <a:pos x="T8" y="T9"/>
              </a:cxn>
              <a:cxn ang="0">
                <a:pos x="T10" y="T11"/>
              </a:cxn>
              <a:cxn ang="0">
                <a:pos x="T12" y="T13"/>
              </a:cxn>
            </a:cxnLst>
            <a:rect l="0" t="0" r="r" b="b"/>
            <a:pathLst>
              <a:path w="1691" h="1951">
                <a:moveTo>
                  <a:pt x="0" y="487"/>
                </a:moveTo>
                <a:lnTo>
                  <a:pt x="0" y="1463"/>
                </a:lnTo>
                <a:lnTo>
                  <a:pt x="845" y="1951"/>
                </a:lnTo>
                <a:lnTo>
                  <a:pt x="1691" y="1463"/>
                </a:lnTo>
                <a:lnTo>
                  <a:pt x="1691" y="487"/>
                </a:lnTo>
                <a:lnTo>
                  <a:pt x="845" y="0"/>
                </a:lnTo>
                <a:lnTo>
                  <a:pt x="0" y="487"/>
                </a:lnTo>
                <a:close/>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1" name="Freeform 12">
            <a:extLst>
              <a:ext uri="{FF2B5EF4-FFF2-40B4-BE49-F238E27FC236}">
                <a16:creationId xmlns:a16="http://schemas.microsoft.com/office/drawing/2014/main" id="{DA5872BE-C531-26C6-2F00-E6D1046C2CAA}"/>
              </a:ext>
            </a:extLst>
          </p:cNvPr>
          <p:cNvSpPr>
            <a:spLocks/>
          </p:cNvSpPr>
          <p:nvPr userDrawn="1"/>
        </p:nvSpPr>
        <p:spPr bwMode="auto">
          <a:xfrm>
            <a:off x="3311996" y="547688"/>
            <a:ext cx="2416175" cy="2787650"/>
          </a:xfrm>
          <a:custGeom>
            <a:avLst/>
            <a:gdLst>
              <a:gd name="T0" fmla="*/ 0 w 1522"/>
              <a:gd name="T1" fmla="*/ 439 h 1756"/>
              <a:gd name="T2" fmla="*/ 0 w 1522"/>
              <a:gd name="T3" fmla="*/ 1317 h 1756"/>
              <a:gd name="T4" fmla="*/ 761 w 1522"/>
              <a:gd name="T5" fmla="*/ 1756 h 1756"/>
              <a:gd name="T6" fmla="*/ 1522 w 1522"/>
              <a:gd name="T7" fmla="*/ 1317 h 1756"/>
              <a:gd name="T8" fmla="*/ 1522 w 1522"/>
              <a:gd name="T9" fmla="*/ 439 h 1756"/>
              <a:gd name="T10" fmla="*/ 761 w 1522"/>
              <a:gd name="T11" fmla="*/ 0 h 1756"/>
              <a:gd name="T12" fmla="*/ 0 w 1522"/>
              <a:gd name="T13" fmla="*/ 439 h 1756"/>
            </a:gdLst>
            <a:ahLst/>
            <a:cxnLst>
              <a:cxn ang="0">
                <a:pos x="T0" y="T1"/>
              </a:cxn>
              <a:cxn ang="0">
                <a:pos x="T2" y="T3"/>
              </a:cxn>
              <a:cxn ang="0">
                <a:pos x="T4" y="T5"/>
              </a:cxn>
              <a:cxn ang="0">
                <a:pos x="T6" y="T7"/>
              </a:cxn>
              <a:cxn ang="0">
                <a:pos x="T8" y="T9"/>
              </a:cxn>
              <a:cxn ang="0">
                <a:pos x="T10" y="T11"/>
              </a:cxn>
              <a:cxn ang="0">
                <a:pos x="T12" y="T13"/>
              </a:cxn>
            </a:cxnLst>
            <a:rect l="0" t="0" r="r" b="b"/>
            <a:pathLst>
              <a:path w="1522" h="1756">
                <a:moveTo>
                  <a:pt x="0" y="439"/>
                </a:moveTo>
                <a:lnTo>
                  <a:pt x="0" y="1317"/>
                </a:lnTo>
                <a:lnTo>
                  <a:pt x="761" y="1756"/>
                </a:lnTo>
                <a:lnTo>
                  <a:pt x="1522" y="1317"/>
                </a:lnTo>
                <a:lnTo>
                  <a:pt x="1522" y="439"/>
                </a:lnTo>
                <a:lnTo>
                  <a:pt x="761" y="0"/>
                </a:lnTo>
                <a:lnTo>
                  <a:pt x="0" y="439"/>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3" name="Line 13">
            <a:extLst>
              <a:ext uri="{FF2B5EF4-FFF2-40B4-BE49-F238E27FC236}">
                <a16:creationId xmlns:a16="http://schemas.microsoft.com/office/drawing/2014/main" id="{418A8A8C-30D8-65ED-BE83-9230FC11575C}"/>
              </a:ext>
            </a:extLst>
          </p:cNvPr>
          <p:cNvSpPr>
            <a:spLocks noChangeShapeType="1"/>
          </p:cNvSpPr>
          <p:nvPr userDrawn="1"/>
        </p:nvSpPr>
        <p:spPr bwMode="auto">
          <a:xfrm>
            <a:off x="3180233" y="5813425"/>
            <a:ext cx="0" cy="0"/>
          </a:xfrm>
          <a:prstGeom prst="line">
            <a:avLst/>
          </a:prstGeom>
          <a:noFill/>
          <a:ln w="23813"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Line 14">
            <a:extLst>
              <a:ext uri="{FF2B5EF4-FFF2-40B4-BE49-F238E27FC236}">
                <a16:creationId xmlns:a16="http://schemas.microsoft.com/office/drawing/2014/main" id="{F14B9C5D-31D2-4965-21C2-B84CBCE86B47}"/>
              </a:ext>
            </a:extLst>
          </p:cNvPr>
          <p:cNvSpPr>
            <a:spLocks noChangeShapeType="1"/>
          </p:cNvSpPr>
          <p:nvPr userDrawn="1"/>
        </p:nvSpPr>
        <p:spPr bwMode="auto">
          <a:xfrm>
            <a:off x="1838796" y="5038725"/>
            <a:ext cx="0" cy="0"/>
          </a:xfrm>
          <a:prstGeom prst="line">
            <a:avLst/>
          </a:prstGeom>
          <a:noFill/>
          <a:ln w="23813"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5">
            <a:extLst>
              <a:ext uri="{FF2B5EF4-FFF2-40B4-BE49-F238E27FC236}">
                <a16:creationId xmlns:a16="http://schemas.microsoft.com/office/drawing/2014/main" id="{16FD2BC2-1747-9D02-5829-2E32877753C8}"/>
              </a:ext>
            </a:extLst>
          </p:cNvPr>
          <p:cNvSpPr>
            <a:spLocks/>
          </p:cNvSpPr>
          <p:nvPr userDrawn="1"/>
        </p:nvSpPr>
        <p:spPr bwMode="auto">
          <a:xfrm>
            <a:off x="1838796" y="2716213"/>
            <a:ext cx="2681288" cy="3097212"/>
          </a:xfrm>
          <a:custGeom>
            <a:avLst/>
            <a:gdLst>
              <a:gd name="T0" fmla="*/ 845 w 1689"/>
              <a:gd name="T1" fmla="*/ 1951 h 1951"/>
              <a:gd name="T2" fmla="*/ 1689 w 1689"/>
              <a:gd name="T3" fmla="*/ 1463 h 1951"/>
              <a:gd name="T4" fmla="*/ 1689 w 1689"/>
              <a:gd name="T5" fmla="*/ 487 h 1951"/>
              <a:gd name="T6" fmla="*/ 845 w 1689"/>
              <a:gd name="T7" fmla="*/ 0 h 1951"/>
              <a:gd name="T8" fmla="*/ 0 w 1689"/>
              <a:gd name="T9" fmla="*/ 487 h 1951"/>
              <a:gd name="T10" fmla="*/ 0 w 1689"/>
              <a:gd name="T11" fmla="*/ 1463 h 1951"/>
            </a:gdLst>
            <a:ahLst/>
            <a:cxnLst>
              <a:cxn ang="0">
                <a:pos x="T0" y="T1"/>
              </a:cxn>
              <a:cxn ang="0">
                <a:pos x="T2" y="T3"/>
              </a:cxn>
              <a:cxn ang="0">
                <a:pos x="T4" y="T5"/>
              </a:cxn>
              <a:cxn ang="0">
                <a:pos x="T6" y="T7"/>
              </a:cxn>
              <a:cxn ang="0">
                <a:pos x="T8" y="T9"/>
              </a:cxn>
              <a:cxn ang="0">
                <a:pos x="T10" y="T11"/>
              </a:cxn>
            </a:cxnLst>
            <a:rect l="0" t="0" r="r" b="b"/>
            <a:pathLst>
              <a:path w="1689" h="1951">
                <a:moveTo>
                  <a:pt x="845" y="1951"/>
                </a:moveTo>
                <a:lnTo>
                  <a:pt x="1689" y="1463"/>
                </a:lnTo>
                <a:lnTo>
                  <a:pt x="1689" y="487"/>
                </a:lnTo>
                <a:lnTo>
                  <a:pt x="845" y="0"/>
                </a:lnTo>
                <a:lnTo>
                  <a:pt x="0" y="487"/>
                </a:lnTo>
                <a:lnTo>
                  <a:pt x="0" y="1463"/>
                </a:lnTo>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6">
            <a:extLst>
              <a:ext uri="{FF2B5EF4-FFF2-40B4-BE49-F238E27FC236}">
                <a16:creationId xmlns:a16="http://schemas.microsoft.com/office/drawing/2014/main" id="{A483A145-7583-882A-C39F-7F48732E8A54}"/>
              </a:ext>
            </a:extLst>
          </p:cNvPr>
          <p:cNvSpPr>
            <a:spLocks/>
          </p:cNvSpPr>
          <p:nvPr userDrawn="1"/>
        </p:nvSpPr>
        <p:spPr bwMode="auto">
          <a:xfrm>
            <a:off x="495771" y="390525"/>
            <a:ext cx="2684463" cy="3100387"/>
          </a:xfrm>
          <a:custGeom>
            <a:avLst/>
            <a:gdLst>
              <a:gd name="T0" fmla="*/ 0 w 1691"/>
              <a:gd name="T1" fmla="*/ 489 h 1953"/>
              <a:gd name="T2" fmla="*/ 0 w 1691"/>
              <a:gd name="T3" fmla="*/ 1465 h 1953"/>
              <a:gd name="T4" fmla="*/ 846 w 1691"/>
              <a:gd name="T5" fmla="*/ 1953 h 1953"/>
              <a:gd name="T6" fmla="*/ 1691 w 1691"/>
              <a:gd name="T7" fmla="*/ 1465 h 1953"/>
              <a:gd name="T8" fmla="*/ 1691 w 1691"/>
              <a:gd name="T9" fmla="*/ 489 h 1953"/>
              <a:gd name="T10" fmla="*/ 846 w 1691"/>
              <a:gd name="T11" fmla="*/ 0 h 1953"/>
              <a:gd name="T12" fmla="*/ 0 w 1691"/>
              <a:gd name="T13" fmla="*/ 489 h 1953"/>
            </a:gdLst>
            <a:ahLst/>
            <a:cxnLst>
              <a:cxn ang="0">
                <a:pos x="T0" y="T1"/>
              </a:cxn>
              <a:cxn ang="0">
                <a:pos x="T2" y="T3"/>
              </a:cxn>
              <a:cxn ang="0">
                <a:pos x="T4" y="T5"/>
              </a:cxn>
              <a:cxn ang="0">
                <a:pos x="T6" y="T7"/>
              </a:cxn>
              <a:cxn ang="0">
                <a:pos x="T8" y="T9"/>
              </a:cxn>
              <a:cxn ang="0">
                <a:pos x="T10" y="T11"/>
              </a:cxn>
              <a:cxn ang="0">
                <a:pos x="T12" y="T13"/>
              </a:cxn>
            </a:cxnLst>
            <a:rect l="0" t="0" r="r" b="b"/>
            <a:pathLst>
              <a:path w="1691" h="1953">
                <a:moveTo>
                  <a:pt x="0" y="489"/>
                </a:moveTo>
                <a:lnTo>
                  <a:pt x="0" y="1465"/>
                </a:lnTo>
                <a:lnTo>
                  <a:pt x="846" y="1953"/>
                </a:lnTo>
                <a:lnTo>
                  <a:pt x="1691" y="1465"/>
                </a:lnTo>
                <a:lnTo>
                  <a:pt x="1691" y="489"/>
                </a:lnTo>
                <a:lnTo>
                  <a:pt x="846" y="0"/>
                </a:lnTo>
                <a:lnTo>
                  <a:pt x="0" y="489"/>
                </a:lnTo>
                <a:close/>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Freeform 17">
            <a:extLst>
              <a:ext uri="{FF2B5EF4-FFF2-40B4-BE49-F238E27FC236}">
                <a16:creationId xmlns:a16="http://schemas.microsoft.com/office/drawing/2014/main" id="{FA4B35AF-A1A5-9D95-E35D-C0E507684D1D}"/>
              </a:ext>
            </a:extLst>
          </p:cNvPr>
          <p:cNvSpPr>
            <a:spLocks/>
          </p:cNvSpPr>
          <p:nvPr userDrawn="1"/>
        </p:nvSpPr>
        <p:spPr bwMode="auto">
          <a:xfrm>
            <a:off x="3180233" y="390525"/>
            <a:ext cx="2682875" cy="3100387"/>
          </a:xfrm>
          <a:custGeom>
            <a:avLst/>
            <a:gdLst>
              <a:gd name="T0" fmla="*/ 844 w 1690"/>
              <a:gd name="T1" fmla="*/ 0 h 1953"/>
              <a:gd name="T2" fmla="*/ 0 w 1690"/>
              <a:gd name="T3" fmla="*/ 489 h 1953"/>
              <a:gd name="T4" fmla="*/ 0 w 1690"/>
              <a:gd name="T5" fmla="*/ 1465 h 1953"/>
              <a:gd name="T6" fmla="*/ 844 w 1690"/>
              <a:gd name="T7" fmla="*/ 1953 h 1953"/>
              <a:gd name="T8" fmla="*/ 1690 w 1690"/>
              <a:gd name="T9" fmla="*/ 1465 h 1953"/>
            </a:gdLst>
            <a:ahLst/>
            <a:cxnLst>
              <a:cxn ang="0">
                <a:pos x="T0" y="T1"/>
              </a:cxn>
              <a:cxn ang="0">
                <a:pos x="T2" y="T3"/>
              </a:cxn>
              <a:cxn ang="0">
                <a:pos x="T4" y="T5"/>
              </a:cxn>
              <a:cxn ang="0">
                <a:pos x="T6" y="T7"/>
              </a:cxn>
              <a:cxn ang="0">
                <a:pos x="T8" y="T9"/>
              </a:cxn>
            </a:cxnLst>
            <a:rect l="0" t="0" r="r" b="b"/>
            <a:pathLst>
              <a:path w="1690" h="1953">
                <a:moveTo>
                  <a:pt x="844" y="0"/>
                </a:moveTo>
                <a:lnTo>
                  <a:pt x="0" y="489"/>
                </a:lnTo>
                <a:lnTo>
                  <a:pt x="0" y="1465"/>
                </a:lnTo>
                <a:lnTo>
                  <a:pt x="844" y="1953"/>
                </a:lnTo>
                <a:lnTo>
                  <a:pt x="1690" y="1465"/>
                </a:lnTo>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Oval 18">
            <a:extLst>
              <a:ext uri="{FF2B5EF4-FFF2-40B4-BE49-F238E27FC236}">
                <a16:creationId xmlns:a16="http://schemas.microsoft.com/office/drawing/2014/main" id="{4BC7ADBD-2E54-EB4A-0308-E834A32D694C}"/>
              </a:ext>
            </a:extLst>
          </p:cNvPr>
          <p:cNvSpPr>
            <a:spLocks noChangeArrowheads="1"/>
          </p:cNvSpPr>
          <p:nvPr userDrawn="1"/>
        </p:nvSpPr>
        <p:spPr bwMode="auto">
          <a:xfrm>
            <a:off x="3123059" y="5752041"/>
            <a:ext cx="108000" cy="108000"/>
          </a:xfrm>
          <a:prstGeom prst="ellipse">
            <a:avLst/>
          </a:prstGeom>
          <a:solidFill>
            <a:schemeClr val="tx2"/>
          </a:solidFill>
          <a:ln w="238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Oval 19">
            <a:extLst>
              <a:ext uri="{FF2B5EF4-FFF2-40B4-BE49-F238E27FC236}">
                <a16:creationId xmlns:a16="http://schemas.microsoft.com/office/drawing/2014/main" id="{C70FC3F5-5847-BE14-D568-502E0FCEC800}"/>
              </a:ext>
            </a:extLst>
          </p:cNvPr>
          <p:cNvSpPr>
            <a:spLocks noChangeArrowheads="1"/>
          </p:cNvSpPr>
          <p:nvPr userDrawn="1"/>
        </p:nvSpPr>
        <p:spPr bwMode="auto">
          <a:xfrm>
            <a:off x="5793258" y="2664353"/>
            <a:ext cx="108000" cy="108000"/>
          </a:xfrm>
          <a:prstGeom prst="ellipse">
            <a:avLst/>
          </a:prstGeom>
          <a:solidFill>
            <a:schemeClr val="tx2"/>
          </a:solidFill>
          <a:ln w="238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 name="Bildplatzhalter 11">
            <a:extLst>
              <a:ext uri="{FF2B5EF4-FFF2-40B4-BE49-F238E27FC236}">
                <a16:creationId xmlns:a16="http://schemas.microsoft.com/office/drawing/2014/main" id="{C5E1E960-74B3-B7A8-5542-004ABD41E66D}"/>
              </a:ext>
            </a:extLst>
          </p:cNvPr>
          <p:cNvSpPr>
            <a:spLocks noGrp="1"/>
          </p:cNvSpPr>
          <p:nvPr>
            <p:ph type="pic" sz="quarter" idx="13" hasCustomPrompt="1"/>
          </p:nvPr>
        </p:nvSpPr>
        <p:spPr>
          <a:xfrm>
            <a:off x="1967140" y="2871619"/>
            <a:ext cx="2419838" cy="27864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20" name="Titel 1">
            <a:extLst>
              <a:ext uri="{FF2B5EF4-FFF2-40B4-BE49-F238E27FC236}">
                <a16:creationId xmlns:a16="http://schemas.microsoft.com/office/drawing/2014/main" id="{35321917-5266-80E6-D891-EC3E274BD1CF}"/>
              </a:ext>
            </a:extLst>
          </p:cNvPr>
          <p:cNvSpPr>
            <a:spLocks noGrp="1"/>
          </p:cNvSpPr>
          <p:nvPr>
            <p:ph type="title" hasCustomPrompt="1"/>
          </p:nvPr>
        </p:nvSpPr>
        <p:spPr>
          <a:xfrm>
            <a:off x="6598590" y="1424017"/>
            <a:ext cx="4676274" cy="2470801"/>
          </a:xfrm>
          <a:prstGeom prst="rect">
            <a:avLst/>
          </a:prstGeom>
        </p:spPr>
        <p:txBody>
          <a:bodyPr lIns="75600" anchor="b">
            <a:noAutofit/>
          </a:bodyPr>
          <a:lstStyle>
            <a:lvl1pPr>
              <a:lnSpc>
                <a:spcPct val="90000"/>
              </a:lnSpc>
              <a:defRPr sz="3000" b="1" baseline="0"/>
            </a:lvl1pPr>
          </a:lstStyle>
          <a:p>
            <a:r>
              <a:rPr lang="de-DE" dirty="0"/>
              <a:t>Hier den Titel der Präsentation eingeben</a:t>
            </a:r>
            <a:endParaRPr lang="de-CH" dirty="0"/>
          </a:p>
        </p:txBody>
      </p:sp>
      <p:sp>
        <p:nvSpPr>
          <p:cNvPr id="22" name="Inhaltsplatzhalter 2">
            <a:extLst>
              <a:ext uri="{FF2B5EF4-FFF2-40B4-BE49-F238E27FC236}">
                <a16:creationId xmlns:a16="http://schemas.microsoft.com/office/drawing/2014/main" id="{A4D1B352-5665-E572-ED23-003FD12A47F7}"/>
              </a:ext>
            </a:extLst>
          </p:cNvPr>
          <p:cNvSpPr>
            <a:spLocks noGrp="1"/>
          </p:cNvSpPr>
          <p:nvPr>
            <p:ph idx="1" hasCustomPrompt="1"/>
          </p:nvPr>
        </p:nvSpPr>
        <p:spPr>
          <a:xfrm>
            <a:off x="6598590" y="4012469"/>
            <a:ext cx="4676273" cy="1325563"/>
          </a:xfrm>
        </p:spPr>
        <p:txBody>
          <a:bodyPr lIns="90000"/>
          <a:lstStyle>
            <a:lvl1pPr marL="0" indent="0">
              <a:buNone/>
              <a:defRPr sz="1600"/>
            </a:lvl1pPr>
          </a:lstStyle>
          <a:p>
            <a:pPr lvl="0"/>
            <a:r>
              <a:rPr lang="de-CH" dirty="0"/>
              <a:t>Untertitel / </a:t>
            </a:r>
            <a:r>
              <a:rPr lang="de-CH" dirty="0" err="1"/>
              <a:t>Introtext</a:t>
            </a:r>
            <a:endParaRPr lang="de-CH" dirty="0"/>
          </a:p>
        </p:txBody>
      </p:sp>
      <p:sp>
        <p:nvSpPr>
          <p:cNvPr id="24" name="Datumsplatzhalter 3">
            <a:extLst>
              <a:ext uri="{FF2B5EF4-FFF2-40B4-BE49-F238E27FC236}">
                <a16:creationId xmlns:a16="http://schemas.microsoft.com/office/drawing/2014/main" id="{E5C901F5-7648-3DA4-6A0D-703CC0F4F6C0}"/>
              </a:ext>
            </a:extLst>
          </p:cNvPr>
          <p:cNvSpPr>
            <a:spLocks noGrp="1"/>
          </p:cNvSpPr>
          <p:nvPr>
            <p:ph type="dt" sz="half" idx="2"/>
          </p:nvPr>
        </p:nvSpPr>
        <p:spPr>
          <a:xfrm>
            <a:off x="6598589" y="5352222"/>
            <a:ext cx="4676273" cy="365125"/>
          </a:xfrm>
          <a:prstGeom prst="rect">
            <a:avLst/>
          </a:prstGeom>
        </p:spPr>
        <p:txBody>
          <a:bodyPr vert="horz" lIns="91440" tIns="45720" rIns="91440" bIns="45720" rtlCol="0" anchor="ctr"/>
          <a:lstStyle>
            <a:lvl1pPr algn="l">
              <a:defRPr sz="1200">
                <a:solidFill>
                  <a:schemeClr val="tx2"/>
                </a:solidFill>
                <a:latin typeface="Arial" panose="020B0604020202020204" pitchFamily="34" charset="0"/>
                <a:cs typeface="Arial" panose="020B0604020202020204" pitchFamily="34" charset="0"/>
              </a:defRPr>
            </a:lvl1pPr>
          </a:lstStyle>
          <a:p>
            <a:fld id="{52FB48AC-7ADC-6B4D-B2FA-BDA2E645DB5F}" type="datetime1">
              <a:rPr lang="en-GB" smtClean="0"/>
              <a:pPr/>
              <a:t>12/03/2026</a:t>
            </a:fld>
            <a:endParaRPr lang="de-CH" dirty="0"/>
          </a:p>
        </p:txBody>
      </p:sp>
    </p:spTree>
    <p:extLst>
      <p:ext uri="{BB962C8B-B14F-4D97-AF65-F5344CB8AC3E}">
        <p14:creationId xmlns:p14="http://schemas.microsoft.com/office/powerpoint/2010/main" val="3147988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5" name="Freeform 12">
            <a:extLst>
              <a:ext uri="{FF2B5EF4-FFF2-40B4-BE49-F238E27FC236}">
                <a16:creationId xmlns:a16="http://schemas.microsoft.com/office/drawing/2014/main" id="{BD1ED7CD-CB21-D81A-C22D-BA7C2A3BF5B0}"/>
              </a:ext>
            </a:extLst>
          </p:cNvPr>
          <p:cNvSpPr>
            <a:spLocks/>
          </p:cNvSpPr>
          <p:nvPr userDrawn="1"/>
        </p:nvSpPr>
        <p:spPr bwMode="auto">
          <a:xfrm>
            <a:off x="-506807" y="3002006"/>
            <a:ext cx="2416175" cy="2787650"/>
          </a:xfrm>
          <a:custGeom>
            <a:avLst/>
            <a:gdLst>
              <a:gd name="T0" fmla="*/ 0 w 1522"/>
              <a:gd name="T1" fmla="*/ 439 h 1756"/>
              <a:gd name="T2" fmla="*/ 0 w 1522"/>
              <a:gd name="T3" fmla="*/ 1317 h 1756"/>
              <a:gd name="T4" fmla="*/ 761 w 1522"/>
              <a:gd name="T5" fmla="*/ 1756 h 1756"/>
              <a:gd name="T6" fmla="*/ 1522 w 1522"/>
              <a:gd name="T7" fmla="*/ 1317 h 1756"/>
              <a:gd name="T8" fmla="*/ 1522 w 1522"/>
              <a:gd name="T9" fmla="*/ 439 h 1756"/>
              <a:gd name="T10" fmla="*/ 761 w 1522"/>
              <a:gd name="T11" fmla="*/ 0 h 1756"/>
              <a:gd name="T12" fmla="*/ 0 w 1522"/>
              <a:gd name="T13" fmla="*/ 439 h 1756"/>
            </a:gdLst>
            <a:ahLst/>
            <a:cxnLst>
              <a:cxn ang="0">
                <a:pos x="T0" y="T1"/>
              </a:cxn>
              <a:cxn ang="0">
                <a:pos x="T2" y="T3"/>
              </a:cxn>
              <a:cxn ang="0">
                <a:pos x="T4" y="T5"/>
              </a:cxn>
              <a:cxn ang="0">
                <a:pos x="T6" y="T7"/>
              </a:cxn>
              <a:cxn ang="0">
                <a:pos x="T8" y="T9"/>
              </a:cxn>
              <a:cxn ang="0">
                <a:pos x="T10" y="T11"/>
              </a:cxn>
              <a:cxn ang="0">
                <a:pos x="T12" y="T13"/>
              </a:cxn>
            </a:cxnLst>
            <a:rect l="0" t="0" r="r" b="b"/>
            <a:pathLst>
              <a:path w="1522" h="1756">
                <a:moveTo>
                  <a:pt x="0" y="439"/>
                </a:moveTo>
                <a:lnTo>
                  <a:pt x="0" y="1317"/>
                </a:lnTo>
                <a:lnTo>
                  <a:pt x="761" y="1756"/>
                </a:lnTo>
                <a:lnTo>
                  <a:pt x="1522" y="1317"/>
                </a:lnTo>
                <a:lnTo>
                  <a:pt x="1522" y="439"/>
                </a:lnTo>
                <a:lnTo>
                  <a:pt x="761" y="0"/>
                </a:lnTo>
                <a:lnTo>
                  <a:pt x="0" y="439"/>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7" name="Titel 1">
            <a:extLst>
              <a:ext uri="{FF2B5EF4-FFF2-40B4-BE49-F238E27FC236}">
                <a16:creationId xmlns:a16="http://schemas.microsoft.com/office/drawing/2014/main" id="{94042D70-82D3-8084-9228-5D7B4F0D4A16}"/>
              </a:ext>
            </a:extLst>
          </p:cNvPr>
          <p:cNvSpPr>
            <a:spLocks noGrp="1"/>
          </p:cNvSpPr>
          <p:nvPr>
            <p:ph type="title" hasCustomPrompt="1"/>
          </p:nvPr>
        </p:nvSpPr>
        <p:spPr>
          <a:xfrm>
            <a:off x="4317559" y="575388"/>
            <a:ext cx="6957306" cy="617571"/>
          </a:xfrm>
          <a:prstGeom prst="rect">
            <a:avLst/>
          </a:prstGeom>
        </p:spPr>
        <p:txBody>
          <a:bodyPr lIns="72000" anchor="t"/>
          <a:lstStyle>
            <a:lvl1pPr>
              <a:defRPr sz="3000" baseline="0">
                <a:latin typeface="Arial" panose="020B0604020202020204" pitchFamily="34" charset="0"/>
                <a:cs typeface="Arial" panose="020B0604020202020204" pitchFamily="34" charset="0"/>
              </a:defRPr>
            </a:lvl1pPr>
          </a:lstStyle>
          <a:p>
            <a:r>
              <a:rPr lang="de-DE" dirty="0"/>
              <a:t>Agenda</a:t>
            </a:r>
            <a:endParaRPr lang="de-CH" dirty="0"/>
          </a:p>
        </p:txBody>
      </p:sp>
      <p:pic>
        <p:nvPicPr>
          <p:cNvPr id="9" name="Grafik 8">
            <a:extLst>
              <a:ext uri="{FF2B5EF4-FFF2-40B4-BE49-F238E27FC236}">
                <a16:creationId xmlns:a16="http://schemas.microsoft.com/office/drawing/2014/main" id="{AEF7FA41-3191-194F-DD8C-BB5B604A6E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5012" y="308642"/>
            <a:ext cx="401332" cy="1646489"/>
          </a:xfrm>
          <a:prstGeom prst="rect">
            <a:avLst/>
          </a:prstGeom>
        </p:spPr>
      </p:pic>
      <p:sp>
        <p:nvSpPr>
          <p:cNvPr id="10" name="Bildplatzhalter 11">
            <a:extLst>
              <a:ext uri="{FF2B5EF4-FFF2-40B4-BE49-F238E27FC236}">
                <a16:creationId xmlns:a16="http://schemas.microsoft.com/office/drawing/2014/main" id="{1CB2CC25-979A-F596-5BF0-BF7DC6433A84}"/>
              </a:ext>
            </a:extLst>
          </p:cNvPr>
          <p:cNvSpPr>
            <a:spLocks noGrp="1"/>
          </p:cNvSpPr>
          <p:nvPr>
            <p:ph type="pic" sz="quarter" idx="13" hasCustomPrompt="1"/>
          </p:nvPr>
        </p:nvSpPr>
        <p:spPr>
          <a:xfrm>
            <a:off x="832005" y="685916"/>
            <a:ext cx="2419838" cy="27864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11" name="Freeform 11">
            <a:extLst>
              <a:ext uri="{FF2B5EF4-FFF2-40B4-BE49-F238E27FC236}">
                <a16:creationId xmlns:a16="http://schemas.microsoft.com/office/drawing/2014/main" id="{280F67CF-637E-DCD6-F509-4F0F7B91FE86}"/>
              </a:ext>
            </a:extLst>
          </p:cNvPr>
          <p:cNvSpPr>
            <a:spLocks/>
          </p:cNvSpPr>
          <p:nvPr userDrawn="1"/>
        </p:nvSpPr>
        <p:spPr bwMode="auto">
          <a:xfrm>
            <a:off x="-3321995" y="2854441"/>
            <a:ext cx="2684463" cy="3097212"/>
          </a:xfrm>
          <a:custGeom>
            <a:avLst/>
            <a:gdLst>
              <a:gd name="T0" fmla="*/ 0 w 1691"/>
              <a:gd name="T1" fmla="*/ 487 h 1951"/>
              <a:gd name="T2" fmla="*/ 0 w 1691"/>
              <a:gd name="T3" fmla="*/ 1463 h 1951"/>
              <a:gd name="T4" fmla="*/ 845 w 1691"/>
              <a:gd name="T5" fmla="*/ 1951 h 1951"/>
              <a:gd name="T6" fmla="*/ 1691 w 1691"/>
              <a:gd name="T7" fmla="*/ 1463 h 1951"/>
              <a:gd name="T8" fmla="*/ 1691 w 1691"/>
              <a:gd name="T9" fmla="*/ 487 h 1951"/>
              <a:gd name="T10" fmla="*/ 845 w 1691"/>
              <a:gd name="T11" fmla="*/ 0 h 1951"/>
              <a:gd name="T12" fmla="*/ 0 w 1691"/>
              <a:gd name="T13" fmla="*/ 487 h 1951"/>
            </a:gdLst>
            <a:ahLst/>
            <a:cxnLst>
              <a:cxn ang="0">
                <a:pos x="T0" y="T1"/>
              </a:cxn>
              <a:cxn ang="0">
                <a:pos x="T2" y="T3"/>
              </a:cxn>
              <a:cxn ang="0">
                <a:pos x="T4" y="T5"/>
              </a:cxn>
              <a:cxn ang="0">
                <a:pos x="T6" y="T7"/>
              </a:cxn>
              <a:cxn ang="0">
                <a:pos x="T8" y="T9"/>
              </a:cxn>
              <a:cxn ang="0">
                <a:pos x="T10" y="T11"/>
              </a:cxn>
              <a:cxn ang="0">
                <a:pos x="T12" y="T13"/>
              </a:cxn>
            </a:cxnLst>
            <a:rect l="0" t="0" r="r" b="b"/>
            <a:pathLst>
              <a:path w="1691" h="1951">
                <a:moveTo>
                  <a:pt x="0" y="487"/>
                </a:moveTo>
                <a:lnTo>
                  <a:pt x="0" y="1463"/>
                </a:lnTo>
                <a:lnTo>
                  <a:pt x="845" y="1951"/>
                </a:lnTo>
                <a:lnTo>
                  <a:pt x="1691" y="1463"/>
                </a:lnTo>
                <a:lnTo>
                  <a:pt x="1691" y="487"/>
                </a:lnTo>
                <a:lnTo>
                  <a:pt x="845" y="0"/>
                </a:lnTo>
                <a:lnTo>
                  <a:pt x="0" y="487"/>
                </a:lnTo>
                <a:close/>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3" name="Line 13">
            <a:extLst>
              <a:ext uri="{FF2B5EF4-FFF2-40B4-BE49-F238E27FC236}">
                <a16:creationId xmlns:a16="http://schemas.microsoft.com/office/drawing/2014/main" id="{0B3192B7-7D42-1744-4816-56A665F183E1}"/>
              </a:ext>
            </a:extLst>
          </p:cNvPr>
          <p:cNvSpPr>
            <a:spLocks noChangeShapeType="1"/>
          </p:cNvSpPr>
          <p:nvPr userDrawn="1"/>
        </p:nvSpPr>
        <p:spPr bwMode="auto">
          <a:xfrm>
            <a:off x="703905" y="5951653"/>
            <a:ext cx="0" cy="0"/>
          </a:xfrm>
          <a:prstGeom prst="line">
            <a:avLst/>
          </a:prstGeom>
          <a:noFill/>
          <a:ln w="23813"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Line 14">
            <a:extLst>
              <a:ext uri="{FF2B5EF4-FFF2-40B4-BE49-F238E27FC236}">
                <a16:creationId xmlns:a16="http://schemas.microsoft.com/office/drawing/2014/main" id="{ED211475-17F4-3320-CFEF-8F09208E0435}"/>
              </a:ext>
            </a:extLst>
          </p:cNvPr>
          <p:cNvSpPr>
            <a:spLocks noChangeShapeType="1"/>
          </p:cNvSpPr>
          <p:nvPr userDrawn="1"/>
        </p:nvSpPr>
        <p:spPr bwMode="auto">
          <a:xfrm>
            <a:off x="-637532" y="5176953"/>
            <a:ext cx="0" cy="0"/>
          </a:xfrm>
          <a:prstGeom prst="line">
            <a:avLst/>
          </a:prstGeom>
          <a:noFill/>
          <a:ln w="23813"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15">
            <a:extLst>
              <a:ext uri="{FF2B5EF4-FFF2-40B4-BE49-F238E27FC236}">
                <a16:creationId xmlns:a16="http://schemas.microsoft.com/office/drawing/2014/main" id="{08132F35-B6F8-C163-FCE4-810774E001D3}"/>
              </a:ext>
            </a:extLst>
          </p:cNvPr>
          <p:cNvSpPr>
            <a:spLocks/>
          </p:cNvSpPr>
          <p:nvPr userDrawn="1"/>
        </p:nvSpPr>
        <p:spPr bwMode="auto">
          <a:xfrm>
            <a:off x="-637532" y="2854441"/>
            <a:ext cx="2681288" cy="3097212"/>
          </a:xfrm>
          <a:custGeom>
            <a:avLst/>
            <a:gdLst>
              <a:gd name="T0" fmla="*/ 845 w 1689"/>
              <a:gd name="T1" fmla="*/ 1951 h 1951"/>
              <a:gd name="T2" fmla="*/ 1689 w 1689"/>
              <a:gd name="T3" fmla="*/ 1463 h 1951"/>
              <a:gd name="T4" fmla="*/ 1689 w 1689"/>
              <a:gd name="T5" fmla="*/ 487 h 1951"/>
              <a:gd name="T6" fmla="*/ 845 w 1689"/>
              <a:gd name="T7" fmla="*/ 0 h 1951"/>
              <a:gd name="T8" fmla="*/ 0 w 1689"/>
              <a:gd name="T9" fmla="*/ 487 h 1951"/>
              <a:gd name="T10" fmla="*/ 0 w 1689"/>
              <a:gd name="T11" fmla="*/ 1463 h 1951"/>
            </a:gdLst>
            <a:ahLst/>
            <a:cxnLst>
              <a:cxn ang="0">
                <a:pos x="T0" y="T1"/>
              </a:cxn>
              <a:cxn ang="0">
                <a:pos x="T2" y="T3"/>
              </a:cxn>
              <a:cxn ang="0">
                <a:pos x="T4" y="T5"/>
              </a:cxn>
              <a:cxn ang="0">
                <a:pos x="T6" y="T7"/>
              </a:cxn>
              <a:cxn ang="0">
                <a:pos x="T8" y="T9"/>
              </a:cxn>
              <a:cxn ang="0">
                <a:pos x="T10" y="T11"/>
              </a:cxn>
            </a:cxnLst>
            <a:rect l="0" t="0" r="r" b="b"/>
            <a:pathLst>
              <a:path w="1689" h="1951">
                <a:moveTo>
                  <a:pt x="845" y="1951"/>
                </a:moveTo>
                <a:lnTo>
                  <a:pt x="1689" y="1463"/>
                </a:lnTo>
                <a:lnTo>
                  <a:pt x="1689" y="487"/>
                </a:lnTo>
                <a:lnTo>
                  <a:pt x="845" y="0"/>
                </a:lnTo>
                <a:lnTo>
                  <a:pt x="0" y="487"/>
                </a:lnTo>
                <a:lnTo>
                  <a:pt x="0" y="1463"/>
                </a:lnTo>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6">
            <a:extLst>
              <a:ext uri="{FF2B5EF4-FFF2-40B4-BE49-F238E27FC236}">
                <a16:creationId xmlns:a16="http://schemas.microsoft.com/office/drawing/2014/main" id="{11831279-4CFE-1CB4-2547-6CD2302C6D8D}"/>
              </a:ext>
            </a:extLst>
          </p:cNvPr>
          <p:cNvSpPr>
            <a:spLocks/>
          </p:cNvSpPr>
          <p:nvPr userDrawn="1"/>
        </p:nvSpPr>
        <p:spPr bwMode="auto">
          <a:xfrm>
            <a:off x="-1980557" y="528753"/>
            <a:ext cx="2684463" cy="3100387"/>
          </a:xfrm>
          <a:custGeom>
            <a:avLst/>
            <a:gdLst>
              <a:gd name="T0" fmla="*/ 0 w 1691"/>
              <a:gd name="T1" fmla="*/ 489 h 1953"/>
              <a:gd name="T2" fmla="*/ 0 w 1691"/>
              <a:gd name="T3" fmla="*/ 1465 h 1953"/>
              <a:gd name="T4" fmla="*/ 846 w 1691"/>
              <a:gd name="T5" fmla="*/ 1953 h 1953"/>
              <a:gd name="T6" fmla="*/ 1691 w 1691"/>
              <a:gd name="T7" fmla="*/ 1465 h 1953"/>
              <a:gd name="T8" fmla="*/ 1691 w 1691"/>
              <a:gd name="T9" fmla="*/ 489 h 1953"/>
              <a:gd name="T10" fmla="*/ 846 w 1691"/>
              <a:gd name="T11" fmla="*/ 0 h 1953"/>
              <a:gd name="T12" fmla="*/ 0 w 1691"/>
              <a:gd name="T13" fmla="*/ 489 h 1953"/>
            </a:gdLst>
            <a:ahLst/>
            <a:cxnLst>
              <a:cxn ang="0">
                <a:pos x="T0" y="T1"/>
              </a:cxn>
              <a:cxn ang="0">
                <a:pos x="T2" y="T3"/>
              </a:cxn>
              <a:cxn ang="0">
                <a:pos x="T4" y="T5"/>
              </a:cxn>
              <a:cxn ang="0">
                <a:pos x="T6" y="T7"/>
              </a:cxn>
              <a:cxn ang="0">
                <a:pos x="T8" y="T9"/>
              </a:cxn>
              <a:cxn ang="0">
                <a:pos x="T10" y="T11"/>
              </a:cxn>
              <a:cxn ang="0">
                <a:pos x="T12" y="T13"/>
              </a:cxn>
            </a:cxnLst>
            <a:rect l="0" t="0" r="r" b="b"/>
            <a:pathLst>
              <a:path w="1691" h="1953">
                <a:moveTo>
                  <a:pt x="0" y="489"/>
                </a:moveTo>
                <a:lnTo>
                  <a:pt x="0" y="1465"/>
                </a:lnTo>
                <a:lnTo>
                  <a:pt x="846" y="1953"/>
                </a:lnTo>
                <a:lnTo>
                  <a:pt x="1691" y="1465"/>
                </a:lnTo>
                <a:lnTo>
                  <a:pt x="1691" y="489"/>
                </a:lnTo>
                <a:lnTo>
                  <a:pt x="846" y="0"/>
                </a:lnTo>
                <a:lnTo>
                  <a:pt x="0" y="489"/>
                </a:lnTo>
                <a:close/>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7">
            <a:extLst>
              <a:ext uri="{FF2B5EF4-FFF2-40B4-BE49-F238E27FC236}">
                <a16:creationId xmlns:a16="http://schemas.microsoft.com/office/drawing/2014/main" id="{78368731-166E-6DD6-645D-0258960D2B65}"/>
              </a:ext>
            </a:extLst>
          </p:cNvPr>
          <p:cNvSpPr>
            <a:spLocks/>
          </p:cNvSpPr>
          <p:nvPr userDrawn="1"/>
        </p:nvSpPr>
        <p:spPr bwMode="auto">
          <a:xfrm>
            <a:off x="703905" y="528753"/>
            <a:ext cx="2682875" cy="3100387"/>
          </a:xfrm>
          <a:custGeom>
            <a:avLst/>
            <a:gdLst>
              <a:gd name="T0" fmla="*/ 844 w 1690"/>
              <a:gd name="T1" fmla="*/ 0 h 1953"/>
              <a:gd name="T2" fmla="*/ 0 w 1690"/>
              <a:gd name="T3" fmla="*/ 489 h 1953"/>
              <a:gd name="T4" fmla="*/ 0 w 1690"/>
              <a:gd name="T5" fmla="*/ 1465 h 1953"/>
              <a:gd name="T6" fmla="*/ 844 w 1690"/>
              <a:gd name="T7" fmla="*/ 1953 h 1953"/>
              <a:gd name="T8" fmla="*/ 1690 w 1690"/>
              <a:gd name="T9" fmla="*/ 1465 h 1953"/>
            </a:gdLst>
            <a:ahLst/>
            <a:cxnLst>
              <a:cxn ang="0">
                <a:pos x="T0" y="T1"/>
              </a:cxn>
              <a:cxn ang="0">
                <a:pos x="T2" y="T3"/>
              </a:cxn>
              <a:cxn ang="0">
                <a:pos x="T4" y="T5"/>
              </a:cxn>
              <a:cxn ang="0">
                <a:pos x="T6" y="T7"/>
              </a:cxn>
              <a:cxn ang="0">
                <a:pos x="T8" y="T9"/>
              </a:cxn>
            </a:cxnLst>
            <a:rect l="0" t="0" r="r" b="b"/>
            <a:pathLst>
              <a:path w="1690" h="1953">
                <a:moveTo>
                  <a:pt x="844" y="0"/>
                </a:moveTo>
                <a:lnTo>
                  <a:pt x="0" y="489"/>
                </a:lnTo>
                <a:lnTo>
                  <a:pt x="0" y="1465"/>
                </a:lnTo>
                <a:lnTo>
                  <a:pt x="844" y="1953"/>
                </a:lnTo>
                <a:lnTo>
                  <a:pt x="1690" y="1465"/>
                </a:lnTo>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Oval 18">
            <a:extLst>
              <a:ext uri="{FF2B5EF4-FFF2-40B4-BE49-F238E27FC236}">
                <a16:creationId xmlns:a16="http://schemas.microsoft.com/office/drawing/2014/main" id="{7B6F09A5-D4A0-20FA-8109-84CE19AFFFD2}"/>
              </a:ext>
            </a:extLst>
          </p:cNvPr>
          <p:cNvSpPr>
            <a:spLocks noChangeArrowheads="1"/>
          </p:cNvSpPr>
          <p:nvPr userDrawn="1"/>
        </p:nvSpPr>
        <p:spPr bwMode="auto">
          <a:xfrm>
            <a:off x="632468" y="5905659"/>
            <a:ext cx="108000" cy="108000"/>
          </a:xfrm>
          <a:prstGeom prst="ellipse">
            <a:avLst/>
          </a:prstGeom>
          <a:solidFill>
            <a:schemeClr val="tx2"/>
          </a:solidFill>
          <a:ln w="238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Oval 19">
            <a:extLst>
              <a:ext uri="{FF2B5EF4-FFF2-40B4-BE49-F238E27FC236}">
                <a16:creationId xmlns:a16="http://schemas.microsoft.com/office/drawing/2014/main" id="{833DB36D-99C1-E0F8-3F02-46D51447436A}"/>
              </a:ext>
            </a:extLst>
          </p:cNvPr>
          <p:cNvSpPr>
            <a:spLocks noChangeArrowheads="1"/>
          </p:cNvSpPr>
          <p:nvPr userDrawn="1"/>
        </p:nvSpPr>
        <p:spPr bwMode="auto">
          <a:xfrm>
            <a:off x="3316930" y="2805272"/>
            <a:ext cx="108000" cy="108000"/>
          </a:xfrm>
          <a:prstGeom prst="ellipse">
            <a:avLst/>
          </a:prstGeom>
          <a:solidFill>
            <a:schemeClr val="tx2"/>
          </a:solidFill>
          <a:ln w="238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 name="Foliennummernplatzhalter 5">
            <a:extLst>
              <a:ext uri="{FF2B5EF4-FFF2-40B4-BE49-F238E27FC236}">
                <a16:creationId xmlns:a16="http://schemas.microsoft.com/office/drawing/2014/main" id="{9E263443-B478-BD95-F021-26850B1F5F1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8" name="Rechteck 7">
            <a:extLst>
              <a:ext uri="{FF2B5EF4-FFF2-40B4-BE49-F238E27FC236}">
                <a16:creationId xmlns:a16="http://schemas.microsoft.com/office/drawing/2014/main" id="{C702B95E-1FD2-66FA-54AA-0216EAD401B3}"/>
              </a:ext>
            </a:extLst>
          </p:cNvPr>
          <p:cNvSpPr/>
          <p:nvPr userDrawn="1"/>
        </p:nvSpPr>
        <p:spPr>
          <a:xfrm>
            <a:off x="0" y="6219131"/>
            <a:ext cx="3481987" cy="638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2" name="Textplatzhalter 4">
            <a:extLst>
              <a:ext uri="{FF2B5EF4-FFF2-40B4-BE49-F238E27FC236}">
                <a16:creationId xmlns:a16="http://schemas.microsoft.com/office/drawing/2014/main" id="{FE12CC17-C263-30F6-37F5-56B795D08D67}"/>
              </a:ext>
            </a:extLst>
          </p:cNvPr>
          <p:cNvSpPr>
            <a:spLocks noGrp="1"/>
          </p:cNvSpPr>
          <p:nvPr>
            <p:ph type="body" sz="quarter" idx="16" hasCustomPrompt="1"/>
          </p:nvPr>
        </p:nvSpPr>
        <p:spPr>
          <a:xfrm>
            <a:off x="4317120" y="1557338"/>
            <a:ext cx="6957306" cy="4394315"/>
          </a:xfrm>
        </p:spPr>
        <p:txBody>
          <a:bodyPr lIns="90000"/>
          <a:lstStyle>
            <a:lvl1pPr marL="288000" indent="-288000">
              <a:lnSpc>
                <a:spcPct val="200000"/>
              </a:lnSpc>
              <a:buFontTx/>
              <a:buBlip>
                <a:blip r:embed="rId4"/>
              </a:buBlip>
              <a:defRPr sz="1600"/>
            </a:lvl1pPr>
          </a:lstStyle>
          <a:p>
            <a:r>
              <a:rPr lang="de-CH" dirty="0"/>
              <a:t>Erstes Kapitel eingeben					01</a:t>
            </a:r>
          </a:p>
          <a:p>
            <a:r>
              <a:rPr lang="de-CH" dirty="0"/>
              <a:t>Zweites Kapitel eingeben					02</a:t>
            </a:r>
          </a:p>
          <a:p>
            <a:r>
              <a:rPr lang="de-CH" dirty="0"/>
              <a:t>Drittes Kapitel eingeben					03</a:t>
            </a:r>
          </a:p>
          <a:p>
            <a:r>
              <a:rPr lang="de-CH" dirty="0"/>
              <a:t>Viertes Kapitel eingeben					04</a:t>
            </a:r>
          </a:p>
          <a:p>
            <a:r>
              <a:rPr lang="de-CH" dirty="0"/>
              <a:t>Fünftes Kapitel eingeben					05</a:t>
            </a:r>
          </a:p>
          <a:p>
            <a:r>
              <a:rPr lang="de-CH" dirty="0"/>
              <a:t>Sechstes Kapitel eingeben					06</a:t>
            </a:r>
          </a:p>
          <a:p>
            <a:r>
              <a:rPr lang="de-CH" dirty="0"/>
              <a:t>Siebtes Kapitel eingeben					07</a:t>
            </a:r>
          </a:p>
          <a:p>
            <a:r>
              <a:rPr lang="de-CH" dirty="0"/>
              <a:t>Achtes Kapitel eingeben					08</a:t>
            </a:r>
          </a:p>
        </p:txBody>
      </p:sp>
    </p:spTree>
    <p:extLst>
      <p:ext uri="{BB962C8B-B14F-4D97-AF65-F5344CB8AC3E}">
        <p14:creationId xmlns:p14="http://schemas.microsoft.com/office/powerpoint/2010/main" val="942769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eak Slide mit Fullscreen Foto">
    <p:spTree>
      <p:nvGrpSpPr>
        <p:cNvPr id="1" name=""/>
        <p:cNvGrpSpPr/>
        <p:nvPr/>
      </p:nvGrpSpPr>
      <p:grpSpPr>
        <a:xfrm>
          <a:off x="0" y="0"/>
          <a:ext cx="0" cy="0"/>
          <a:chOff x="0" y="0"/>
          <a:chExt cx="0" cy="0"/>
        </a:xfrm>
      </p:grpSpPr>
      <p:sp>
        <p:nvSpPr>
          <p:cNvPr id="67" name="Rechteck 66">
            <a:extLst>
              <a:ext uri="{FF2B5EF4-FFF2-40B4-BE49-F238E27FC236}">
                <a16:creationId xmlns:a16="http://schemas.microsoft.com/office/drawing/2014/main" id="{711B131D-BE1E-0DAF-DB10-6127A6CD6FE4}"/>
              </a:ext>
            </a:extLst>
          </p:cNvPr>
          <p:cNvSpPr/>
          <p:nvPr userDrawn="1"/>
        </p:nvSpPr>
        <p:spPr>
          <a:xfrm>
            <a:off x="0" y="5924550"/>
            <a:ext cx="1092200" cy="933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5" name="AutoShape 3">
            <a:extLst>
              <a:ext uri="{FF2B5EF4-FFF2-40B4-BE49-F238E27FC236}">
                <a16:creationId xmlns:a16="http://schemas.microsoft.com/office/drawing/2014/main" id="{4532D2D3-A9E5-F1B7-73D6-C46DC3E5DD62}"/>
              </a:ext>
            </a:extLst>
          </p:cNvPr>
          <p:cNvSpPr>
            <a:spLocks noChangeAspect="1" noChangeArrowheads="1" noTextEdit="1"/>
          </p:cNvSpPr>
          <p:nvPr userDrawn="1"/>
        </p:nvSpPr>
        <p:spPr bwMode="auto">
          <a:xfrm>
            <a:off x="-3036864" y="564737"/>
            <a:ext cx="6092256" cy="4936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CH"/>
          </a:p>
        </p:txBody>
      </p:sp>
      <p:grpSp>
        <p:nvGrpSpPr>
          <p:cNvPr id="47" name="Group 4">
            <a:extLst>
              <a:ext uri="{FF2B5EF4-FFF2-40B4-BE49-F238E27FC236}">
                <a16:creationId xmlns:a16="http://schemas.microsoft.com/office/drawing/2014/main" id="{300F7786-26F4-EC6C-4F63-700F4078ACD0}"/>
              </a:ext>
            </a:extLst>
          </p:cNvPr>
          <p:cNvGrpSpPr>
            <a:grpSpLocks noChangeAspect="1"/>
          </p:cNvGrpSpPr>
          <p:nvPr userDrawn="1"/>
        </p:nvGrpSpPr>
        <p:grpSpPr bwMode="auto">
          <a:xfrm>
            <a:off x="-3325880" y="3235325"/>
            <a:ext cx="6332538" cy="4443414"/>
            <a:chOff x="-2070" y="2038"/>
            <a:chExt cx="3989" cy="2799"/>
          </a:xfrm>
        </p:grpSpPr>
        <p:sp>
          <p:nvSpPr>
            <p:cNvPr id="49" name="Freeform 5">
              <a:extLst>
                <a:ext uri="{FF2B5EF4-FFF2-40B4-BE49-F238E27FC236}">
                  <a16:creationId xmlns:a16="http://schemas.microsoft.com/office/drawing/2014/main" id="{CA2941E3-828D-3EEA-6013-604197660598}"/>
                </a:ext>
              </a:extLst>
            </p:cNvPr>
            <p:cNvSpPr>
              <a:spLocks/>
            </p:cNvSpPr>
            <p:nvPr userDrawn="1"/>
          </p:nvSpPr>
          <p:spPr bwMode="auto">
            <a:xfrm>
              <a:off x="-2070" y="2728"/>
              <a:ext cx="1595" cy="1382"/>
            </a:xfrm>
            <a:custGeom>
              <a:avLst/>
              <a:gdLst>
                <a:gd name="T0" fmla="*/ 399 w 1595"/>
                <a:gd name="T1" fmla="*/ 0 h 1382"/>
                <a:gd name="T2" fmla="*/ 0 w 1595"/>
                <a:gd name="T3" fmla="*/ 690 h 1382"/>
                <a:gd name="T4" fmla="*/ 399 w 1595"/>
                <a:gd name="T5" fmla="*/ 1382 h 1382"/>
                <a:gd name="T6" fmla="*/ 1197 w 1595"/>
                <a:gd name="T7" fmla="*/ 1382 h 1382"/>
                <a:gd name="T8" fmla="*/ 1595 w 1595"/>
                <a:gd name="T9" fmla="*/ 690 h 1382"/>
                <a:gd name="T10" fmla="*/ 1197 w 1595"/>
                <a:gd name="T11" fmla="*/ 0 h 1382"/>
                <a:gd name="T12" fmla="*/ 399 w 1595"/>
                <a:gd name="T13" fmla="*/ 0 h 1382"/>
              </a:gdLst>
              <a:ahLst/>
              <a:cxnLst>
                <a:cxn ang="0">
                  <a:pos x="T0" y="T1"/>
                </a:cxn>
                <a:cxn ang="0">
                  <a:pos x="T2" y="T3"/>
                </a:cxn>
                <a:cxn ang="0">
                  <a:pos x="T4" y="T5"/>
                </a:cxn>
                <a:cxn ang="0">
                  <a:pos x="T6" y="T7"/>
                </a:cxn>
                <a:cxn ang="0">
                  <a:pos x="T8" y="T9"/>
                </a:cxn>
                <a:cxn ang="0">
                  <a:pos x="T10" y="T11"/>
                </a:cxn>
                <a:cxn ang="0">
                  <a:pos x="T12" y="T13"/>
                </a:cxn>
              </a:cxnLst>
              <a:rect l="0" t="0" r="r" b="b"/>
              <a:pathLst>
                <a:path w="1595" h="1382">
                  <a:moveTo>
                    <a:pt x="399" y="0"/>
                  </a:moveTo>
                  <a:lnTo>
                    <a:pt x="0" y="690"/>
                  </a:lnTo>
                  <a:lnTo>
                    <a:pt x="399" y="1382"/>
                  </a:lnTo>
                  <a:lnTo>
                    <a:pt x="1197" y="1382"/>
                  </a:lnTo>
                  <a:lnTo>
                    <a:pt x="1595" y="690"/>
                  </a:lnTo>
                  <a:lnTo>
                    <a:pt x="1197" y="0"/>
                  </a:lnTo>
                  <a:lnTo>
                    <a:pt x="399" y="0"/>
                  </a:lnTo>
                  <a:close/>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0" name="Freeform 6">
              <a:extLst>
                <a:ext uri="{FF2B5EF4-FFF2-40B4-BE49-F238E27FC236}">
                  <a16:creationId xmlns:a16="http://schemas.microsoft.com/office/drawing/2014/main" id="{7DCCF336-9368-B1E9-05D4-EAA781047CFE}"/>
                </a:ext>
              </a:extLst>
            </p:cNvPr>
            <p:cNvSpPr>
              <a:spLocks/>
            </p:cNvSpPr>
            <p:nvPr userDrawn="1"/>
          </p:nvSpPr>
          <p:spPr bwMode="auto">
            <a:xfrm>
              <a:off x="402" y="2797"/>
              <a:ext cx="1437" cy="1245"/>
            </a:xfrm>
            <a:custGeom>
              <a:avLst/>
              <a:gdLst>
                <a:gd name="T0" fmla="*/ 360 w 1437"/>
                <a:gd name="T1" fmla="*/ 0 h 1245"/>
                <a:gd name="T2" fmla="*/ 0 w 1437"/>
                <a:gd name="T3" fmla="*/ 623 h 1245"/>
                <a:gd name="T4" fmla="*/ 360 w 1437"/>
                <a:gd name="T5" fmla="*/ 1245 h 1245"/>
                <a:gd name="T6" fmla="*/ 1077 w 1437"/>
                <a:gd name="T7" fmla="*/ 1245 h 1245"/>
                <a:gd name="T8" fmla="*/ 1437 w 1437"/>
                <a:gd name="T9" fmla="*/ 623 h 1245"/>
                <a:gd name="T10" fmla="*/ 1077 w 1437"/>
                <a:gd name="T11" fmla="*/ 0 h 1245"/>
                <a:gd name="T12" fmla="*/ 360 w 1437"/>
                <a:gd name="T13" fmla="*/ 0 h 1245"/>
              </a:gdLst>
              <a:ahLst/>
              <a:cxnLst>
                <a:cxn ang="0">
                  <a:pos x="T0" y="T1"/>
                </a:cxn>
                <a:cxn ang="0">
                  <a:pos x="T2" y="T3"/>
                </a:cxn>
                <a:cxn ang="0">
                  <a:pos x="T4" y="T5"/>
                </a:cxn>
                <a:cxn ang="0">
                  <a:pos x="T6" y="T7"/>
                </a:cxn>
                <a:cxn ang="0">
                  <a:pos x="T8" y="T9"/>
                </a:cxn>
                <a:cxn ang="0">
                  <a:pos x="T10" y="T11"/>
                </a:cxn>
                <a:cxn ang="0">
                  <a:pos x="T12" y="T13"/>
                </a:cxn>
              </a:cxnLst>
              <a:rect l="0" t="0" r="r" b="b"/>
              <a:pathLst>
                <a:path w="1437" h="1245">
                  <a:moveTo>
                    <a:pt x="360" y="0"/>
                  </a:moveTo>
                  <a:lnTo>
                    <a:pt x="0" y="623"/>
                  </a:lnTo>
                  <a:lnTo>
                    <a:pt x="360" y="1245"/>
                  </a:lnTo>
                  <a:lnTo>
                    <a:pt x="1077" y="1245"/>
                  </a:lnTo>
                  <a:lnTo>
                    <a:pt x="1437" y="623"/>
                  </a:lnTo>
                  <a:lnTo>
                    <a:pt x="1077" y="0"/>
                  </a:lnTo>
                  <a:lnTo>
                    <a:pt x="360" y="0"/>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1" name="Line 7">
              <a:extLst>
                <a:ext uri="{FF2B5EF4-FFF2-40B4-BE49-F238E27FC236}">
                  <a16:creationId xmlns:a16="http://schemas.microsoft.com/office/drawing/2014/main" id="{BA22F02A-B4EF-2B17-5F70-639FBB277828}"/>
                </a:ext>
              </a:extLst>
            </p:cNvPr>
            <p:cNvSpPr>
              <a:spLocks noChangeShapeType="1"/>
            </p:cNvSpPr>
            <p:nvPr userDrawn="1"/>
          </p:nvSpPr>
          <p:spPr bwMode="auto">
            <a:xfrm>
              <a:off x="-475" y="4801"/>
              <a:ext cx="0" cy="0"/>
            </a:xfrm>
            <a:prstGeom prst="line">
              <a:avLst/>
            </a:prstGeom>
            <a:noFill/>
            <a:ln w="26988"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2" name="Line 8">
              <a:extLst>
                <a:ext uri="{FF2B5EF4-FFF2-40B4-BE49-F238E27FC236}">
                  <a16:creationId xmlns:a16="http://schemas.microsoft.com/office/drawing/2014/main" id="{A9BFDECE-59D5-A8A4-9A95-1FDF8B65026A}"/>
                </a:ext>
              </a:extLst>
            </p:cNvPr>
            <p:cNvSpPr>
              <a:spLocks noChangeShapeType="1"/>
            </p:cNvSpPr>
            <p:nvPr userDrawn="1"/>
          </p:nvSpPr>
          <p:spPr bwMode="auto">
            <a:xfrm>
              <a:off x="-873" y="4110"/>
              <a:ext cx="0" cy="0"/>
            </a:xfrm>
            <a:prstGeom prst="line">
              <a:avLst/>
            </a:prstGeom>
            <a:noFill/>
            <a:ln w="26988"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3" name="Freeform 9">
              <a:extLst>
                <a:ext uri="{FF2B5EF4-FFF2-40B4-BE49-F238E27FC236}">
                  <a16:creationId xmlns:a16="http://schemas.microsoft.com/office/drawing/2014/main" id="{834BA0E8-267A-B275-E8DA-F5C4975B144B}"/>
                </a:ext>
              </a:extLst>
            </p:cNvPr>
            <p:cNvSpPr>
              <a:spLocks/>
            </p:cNvSpPr>
            <p:nvPr userDrawn="1"/>
          </p:nvSpPr>
          <p:spPr bwMode="auto">
            <a:xfrm>
              <a:off x="-873" y="3418"/>
              <a:ext cx="1596" cy="1383"/>
            </a:xfrm>
            <a:custGeom>
              <a:avLst/>
              <a:gdLst>
                <a:gd name="T0" fmla="*/ 435 w 1596"/>
                <a:gd name="T1" fmla="*/ 1383 h 1383"/>
                <a:gd name="T2" fmla="*/ 1196 w 1596"/>
                <a:gd name="T3" fmla="*/ 1383 h 1383"/>
                <a:gd name="T4" fmla="*/ 1596 w 1596"/>
                <a:gd name="T5" fmla="*/ 692 h 1383"/>
                <a:gd name="T6" fmla="*/ 1196 w 1596"/>
                <a:gd name="T7" fmla="*/ 0 h 1383"/>
                <a:gd name="T8" fmla="*/ 398 w 1596"/>
                <a:gd name="T9" fmla="*/ 0 h 1383"/>
                <a:gd name="T10" fmla="*/ 0 w 1596"/>
                <a:gd name="T11" fmla="*/ 692 h 1383"/>
              </a:gdLst>
              <a:ahLst/>
              <a:cxnLst>
                <a:cxn ang="0">
                  <a:pos x="T0" y="T1"/>
                </a:cxn>
                <a:cxn ang="0">
                  <a:pos x="T2" y="T3"/>
                </a:cxn>
                <a:cxn ang="0">
                  <a:pos x="T4" y="T5"/>
                </a:cxn>
                <a:cxn ang="0">
                  <a:pos x="T6" y="T7"/>
                </a:cxn>
                <a:cxn ang="0">
                  <a:pos x="T8" y="T9"/>
                </a:cxn>
                <a:cxn ang="0">
                  <a:pos x="T10" y="T11"/>
                </a:cxn>
              </a:cxnLst>
              <a:rect l="0" t="0" r="r" b="b"/>
              <a:pathLst>
                <a:path w="1596" h="1383">
                  <a:moveTo>
                    <a:pt x="435" y="1383"/>
                  </a:moveTo>
                  <a:lnTo>
                    <a:pt x="1196" y="1383"/>
                  </a:lnTo>
                  <a:lnTo>
                    <a:pt x="1596" y="692"/>
                  </a:lnTo>
                  <a:lnTo>
                    <a:pt x="1196" y="0"/>
                  </a:lnTo>
                  <a:lnTo>
                    <a:pt x="398" y="0"/>
                  </a:lnTo>
                  <a:lnTo>
                    <a:pt x="0" y="692"/>
                  </a:lnTo>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4" name="Freeform 10">
              <a:extLst>
                <a:ext uri="{FF2B5EF4-FFF2-40B4-BE49-F238E27FC236}">
                  <a16:creationId xmlns:a16="http://schemas.microsoft.com/office/drawing/2014/main" id="{CF52C1AF-6A8E-D929-88FA-5D389A274202}"/>
                </a:ext>
              </a:extLst>
            </p:cNvPr>
            <p:cNvSpPr>
              <a:spLocks/>
            </p:cNvSpPr>
            <p:nvPr userDrawn="1"/>
          </p:nvSpPr>
          <p:spPr bwMode="auto">
            <a:xfrm>
              <a:off x="-873" y="2038"/>
              <a:ext cx="1594" cy="1382"/>
            </a:xfrm>
            <a:custGeom>
              <a:avLst/>
              <a:gdLst>
                <a:gd name="T0" fmla="*/ 398 w 1594"/>
                <a:gd name="T1" fmla="*/ 0 h 1382"/>
                <a:gd name="T2" fmla="*/ 0 w 1594"/>
                <a:gd name="T3" fmla="*/ 690 h 1382"/>
                <a:gd name="T4" fmla="*/ 398 w 1594"/>
                <a:gd name="T5" fmla="*/ 1382 h 1382"/>
                <a:gd name="T6" fmla="*/ 1196 w 1594"/>
                <a:gd name="T7" fmla="*/ 1382 h 1382"/>
                <a:gd name="T8" fmla="*/ 1594 w 1594"/>
                <a:gd name="T9" fmla="*/ 690 h 1382"/>
                <a:gd name="T10" fmla="*/ 1196 w 1594"/>
                <a:gd name="T11" fmla="*/ 0 h 1382"/>
                <a:gd name="T12" fmla="*/ 398 w 1594"/>
                <a:gd name="T13" fmla="*/ 0 h 1382"/>
              </a:gdLst>
              <a:ahLst/>
              <a:cxnLst>
                <a:cxn ang="0">
                  <a:pos x="T0" y="T1"/>
                </a:cxn>
                <a:cxn ang="0">
                  <a:pos x="T2" y="T3"/>
                </a:cxn>
                <a:cxn ang="0">
                  <a:pos x="T4" y="T5"/>
                </a:cxn>
                <a:cxn ang="0">
                  <a:pos x="T6" y="T7"/>
                </a:cxn>
                <a:cxn ang="0">
                  <a:pos x="T8" y="T9"/>
                </a:cxn>
                <a:cxn ang="0">
                  <a:pos x="T10" y="T11"/>
                </a:cxn>
                <a:cxn ang="0">
                  <a:pos x="T12" y="T13"/>
                </a:cxn>
              </a:cxnLst>
              <a:rect l="0" t="0" r="r" b="b"/>
              <a:pathLst>
                <a:path w="1594" h="1382">
                  <a:moveTo>
                    <a:pt x="398" y="0"/>
                  </a:moveTo>
                  <a:lnTo>
                    <a:pt x="0" y="690"/>
                  </a:lnTo>
                  <a:lnTo>
                    <a:pt x="398" y="1382"/>
                  </a:lnTo>
                  <a:lnTo>
                    <a:pt x="1196" y="1382"/>
                  </a:lnTo>
                  <a:lnTo>
                    <a:pt x="1594" y="690"/>
                  </a:lnTo>
                  <a:lnTo>
                    <a:pt x="1196" y="0"/>
                  </a:lnTo>
                  <a:lnTo>
                    <a:pt x="398" y="0"/>
                  </a:lnTo>
                  <a:close/>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5" name="Freeform 11">
              <a:extLst>
                <a:ext uri="{FF2B5EF4-FFF2-40B4-BE49-F238E27FC236}">
                  <a16:creationId xmlns:a16="http://schemas.microsoft.com/office/drawing/2014/main" id="{B835D9BB-6431-26A6-99E9-2049F2AC3943}"/>
                </a:ext>
              </a:extLst>
            </p:cNvPr>
            <p:cNvSpPr>
              <a:spLocks/>
            </p:cNvSpPr>
            <p:nvPr userDrawn="1"/>
          </p:nvSpPr>
          <p:spPr bwMode="auto">
            <a:xfrm>
              <a:off x="323" y="2728"/>
              <a:ext cx="1596" cy="1382"/>
            </a:xfrm>
            <a:custGeom>
              <a:avLst/>
              <a:gdLst>
                <a:gd name="T0" fmla="*/ 1161 w 1596"/>
                <a:gd name="T1" fmla="*/ 1382 h 1382"/>
                <a:gd name="T2" fmla="*/ 398 w 1596"/>
                <a:gd name="T3" fmla="*/ 1382 h 1382"/>
                <a:gd name="T4" fmla="*/ 0 w 1596"/>
                <a:gd name="T5" fmla="*/ 692 h 1382"/>
                <a:gd name="T6" fmla="*/ 398 w 1596"/>
                <a:gd name="T7" fmla="*/ 0 h 1382"/>
                <a:gd name="T8" fmla="*/ 1197 w 1596"/>
                <a:gd name="T9" fmla="*/ 0 h 1382"/>
                <a:gd name="T10" fmla="*/ 1596 w 1596"/>
                <a:gd name="T11" fmla="*/ 690 h 1382"/>
              </a:gdLst>
              <a:ahLst/>
              <a:cxnLst>
                <a:cxn ang="0">
                  <a:pos x="T0" y="T1"/>
                </a:cxn>
                <a:cxn ang="0">
                  <a:pos x="T2" y="T3"/>
                </a:cxn>
                <a:cxn ang="0">
                  <a:pos x="T4" y="T5"/>
                </a:cxn>
                <a:cxn ang="0">
                  <a:pos x="T6" y="T7"/>
                </a:cxn>
                <a:cxn ang="0">
                  <a:pos x="T8" y="T9"/>
                </a:cxn>
                <a:cxn ang="0">
                  <a:pos x="T10" y="T11"/>
                </a:cxn>
              </a:cxnLst>
              <a:rect l="0" t="0" r="r" b="b"/>
              <a:pathLst>
                <a:path w="1596" h="1382">
                  <a:moveTo>
                    <a:pt x="1161" y="1382"/>
                  </a:moveTo>
                  <a:lnTo>
                    <a:pt x="398" y="1382"/>
                  </a:lnTo>
                  <a:lnTo>
                    <a:pt x="0" y="692"/>
                  </a:lnTo>
                  <a:lnTo>
                    <a:pt x="398" y="0"/>
                  </a:lnTo>
                  <a:lnTo>
                    <a:pt x="1197" y="0"/>
                  </a:lnTo>
                  <a:lnTo>
                    <a:pt x="1596" y="690"/>
                  </a:lnTo>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6" name="Freeform 12">
              <a:extLst>
                <a:ext uri="{FF2B5EF4-FFF2-40B4-BE49-F238E27FC236}">
                  <a16:creationId xmlns:a16="http://schemas.microsoft.com/office/drawing/2014/main" id="{FF64E2DC-BEEE-0DFE-6757-F06AB44F2677}"/>
                </a:ext>
              </a:extLst>
            </p:cNvPr>
            <p:cNvSpPr>
              <a:spLocks/>
            </p:cNvSpPr>
            <p:nvPr userDrawn="1"/>
          </p:nvSpPr>
          <p:spPr bwMode="auto">
            <a:xfrm>
              <a:off x="-500" y="4769"/>
              <a:ext cx="68" cy="68"/>
            </a:xfrm>
            <a:custGeom>
              <a:avLst/>
              <a:gdLst>
                <a:gd name="T0" fmla="*/ 45 w 51"/>
                <a:gd name="T1" fmla="*/ 37 h 51"/>
                <a:gd name="T2" fmla="*/ 14 w 51"/>
                <a:gd name="T3" fmla="*/ 45 h 51"/>
                <a:gd name="T4" fmla="*/ 6 w 51"/>
                <a:gd name="T5" fmla="*/ 14 h 51"/>
                <a:gd name="T6" fmla="*/ 37 w 51"/>
                <a:gd name="T7" fmla="*/ 6 h 51"/>
                <a:gd name="T8" fmla="*/ 45 w 51"/>
                <a:gd name="T9" fmla="*/ 37 h 51"/>
              </a:gdLst>
              <a:ahLst/>
              <a:cxnLst>
                <a:cxn ang="0">
                  <a:pos x="T0" y="T1"/>
                </a:cxn>
                <a:cxn ang="0">
                  <a:pos x="T2" y="T3"/>
                </a:cxn>
                <a:cxn ang="0">
                  <a:pos x="T4" y="T5"/>
                </a:cxn>
                <a:cxn ang="0">
                  <a:pos x="T6" y="T7"/>
                </a:cxn>
                <a:cxn ang="0">
                  <a:pos x="T8" y="T9"/>
                </a:cxn>
              </a:cxnLst>
              <a:rect l="0" t="0" r="r" b="b"/>
              <a:pathLst>
                <a:path w="51" h="51">
                  <a:moveTo>
                    <a:pt x="45" y="37"/>
                  </a:moveTo>
                  <a:cubicBezTo>
                    <a:pt x="39" y="47"/>
                    <a:pt x="25" y="51"/>
                    <a:pt x="14" y="45"/>
                  </a:cubicBezTo>
                  <a:cubicBezTo>
                    <a:pt x="3" y="39"/>
                    <a:pt x="0" y="25"/>
                    <a:pt x="6" y="14"/>
                  </a:cubicBezTo>
                  <a:cubicBezTo>
                    <a:pt x="12" y="3"/>
                    <a:pt x="26" y="0"/>
                    <a:pt x="37" y="6"/>
                  </a:cubicBezTo>
                  <a:cubicBezTo>
                    <a:pt x="47" y="12"/>
                    <a:pt x="51" y="26"/>
                    <a:pt x="45" y="37"/>
                  </a:cubicBezTo>
                  <a:close/>
                </a:path>
              </a:pathLst>
            </a:custGeom>
            <a:solidFill>
              <a:schemeClr val="tx2"/>
            </a:solidFill>
            <a:ln w="269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sp>
          <p:nvSpPr>
            <p:cNvPr id="57" name="Freeform 13">
              <a:extLst>
                <a:ext uri="{FF2B5EF4-FFF2-40B4-BE49-F238E27FC236}">
                  <a16:creationId xmlns:a16="http://schemas.microsoft.com/office/drawing/2014/main" id="{AF76E339-CBB1-DB70-4604-2A3C3CDDF679}"/>
                </a:ext>
              </a:extLst>
            </p:cNvPr>
            <p:cNvSpPr>
              <a:spLocks/>
            </p:cNvSpPr>
            <p:nvPr userDrawn="1"/>
          </p:nvSpPr>
          <p:spPr bwMode="auto">
            <a:xfrm>
              <a:off x="1479" y="4077"/>
              <a:ext cx="68" cy="68"/>
            </a:xfrm>
            <a:custGeom>
              <a:avLst/>
              <a:gdLst>
                <a:gd name="T0" fmla="*/ 45 w 51"/>
                <a:gd name="T1" fmla="*/ 37 h 52"/>
                <a:gd name="T2" fmla="*/ 14 w 51"/>
                <a:gd name="T3" fmla="*/ 45 h 52"/>
                <a:gd name="T4" fmla="*/ 6 w 51"/>
                <a:gd name="T5" fmla="*/ 15 h 52"/>
                <a:gd name="T6" fmla="*/ 37 w 51"/>
                <a:gd name="T7" fmla="*/ 6 h 52"/>
                <a:gd name="T8" fmla="*/ 45 w 51"/>
                <a:gd name="T9" fmla="*/ 37 h 52"/>
              </a:gdLst>
              <a:ahLst/>
              <a:cxnLst>
                <a:cxn ang="0">
                  <a:pos x="T0" y="T1"/>
                </a:cxn>
                <a:cxn ang="0">
                  <a:pos x="T2" y="T3"/>
                </a:cxn>
                <a:cxn ang="0">
                  <a:pos x="T4" y="T5"/>
                </a:cxn>
                <a:cxn ang="0">
                  <a:pos x="T6" y="T7"/>
                </a:cxn>
                <a:cxn ang="0">
                  <a:pos x="T8" y="T9"/>
                </a:cxn>
              </a:cxnLst>
              <a:rect l="0" t="0" r="r" b="b"/>
              <a:pathLst>
                <a:path w="51" h="52">
                  <a:moveTo>
                    <a:pt x="45" y="37"/>
                  </a:moveTo>
                  <a:cubicBezTo>
                    <a:pt x="39" y="48"/>
                    <a:pt x="25" y="52"/>
                    <a:pt x="14" y="45"/>
                  </a:cubicBezTo>
                  <a:cubicBezTo>
                    <a:pt x="3" y="39"/>
                    <a:pt x="0" y="25"/>
                    <a:pt x="6" y="15"/>
                  </a:cubicBezTo>
                  <a:cubicBezTo>
                    <a:pt x="12" y="4"/>
                    <a:pt x="26" y="0"/>
                    <a:pt x="37" y="6"/>
                  </a:cubicBezTo>
                  <a:cubicBezTo>
                    <a:pt x="47" y="13"/>
                    <a:pt x="51" y="26"/>
                    <a:pt x="45" y="37"/>
                  </a:cubicBezTo>
                  <a:close/>
                </a:path>
              </a:pathLst>
            </a:custGeom>
            <a:solidFill>
              <a:schemeClr val="tx2"/>
            </a:solidFill>
            <a:ln w="269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sp>
          <p:nvSpPr>
            <p:cNvPr id="58" name="Freeform 14">
              <a:extLst>
                <a:ext uri="{FF2B5EF4-FFF2-40B4-BE49-F238E27FC236}">
                  <a16:creationId xmlns:a16="http://schemas.microsoft.com/office/drawing/2014/main" id="{0B18A8A8-97F6-B6A0-698F-758646B6DB7F}"/>
                </a:ext>
              </a:extLst>
            </p:cNvPr>
            <p:cNvSpPr>
              <a:spLocks/>
            </p:cNvSpPr>
            <p:nvPr userDrawn="1"/>
          </p:nvSpPr>
          <p:spPr bwMode="auto">
            <a:xfrm>
              <a:off x="-1991" y="2797"/>
              <a:ext cx="1437" cy="1244"/>
            </a:xfrm>
            <a:custGeom>
              <a:avLst/>
              <a:gdLst>
                <a:gd name="T0" fmla="*/ 360 w 1437"/>
                <a:gd name="T1" fmla="*/ 0 h 1244"/>
                <a:gd name="T2" fmla="*/ 0 w 1437"/>
                <a:gd name="T3" fmla="*/ 621 h 1244"/>
                <a:gd name="T4" fmla="*/ 360 w 1437"/>
                <a:gd name="T5" fmla="*/ 1244 h 1244"/>
                <a:gd name="T6" fmla="*/ 1078 w 1437"/>
                <a:gd name="T7" fmla="*/ 1244 h 1244"/>
                <a:gd name="T8" fmla="*/ 1437 w 1437"/>
                <a:gd name="T9" fmla="*/ 621 h 1244"/>
                <a:gd name="T10" fmla="*/ 1078 w 1437"/>
                <a:gd name="T11" fmla="*/ 0 h 1244"/>
                <a:gd name="T12" fmla="*/ 360 w 1437"/>
                <a:gd name="T13" fmla="*/ 0 h 1244"/>
              </a:gdLst>
              <a:ahLst/>
              <a:cxnLst>
                <a:cxn ang="0">
                  <a:pos x="T0" y="T1"/>
                </a:cxn>
                <a:cxn ang="0">
                  <a:pos x="T2" y="T3"/>
                </a:cxn>
                <a:cxn ang="0">
                  <a:pos x="T4" y="T5"/>
                </a:cxn>
                <a:cxn ang="0">
                  <a:pos x="T6" y="T7"/>
                </a:cxn>
                <a:cxn ang="0">
                  <a:pos x="T8" y="T9"/>
                </a:cxn>
                <a:cxn ang="0">
                  <a:pos x="T10" y="T11"/>
                </a:cxn>
                <a:cxn ang="0">
                  <a:pos x="T12" y="T13"/>
                </a:cxn>
              </a:cxnLst>
              <a:rect l="0" t="0" r="r" b="b"/>
              <a:pathLst>
                <a:path w="1437" h="1244">
                  <a:moveTo>
                    <a:pt x="360" y="0"/>
                  </a:moveTo>
                  <a:lnTo>
                    <a:pt x="0" y="621"/>
                  </a:lnTo>
                  <a:lnTo>
                    <a:pt x="360" y="1244"/>
                  </a:lnTo>
                  <a:lnTo>
                    <a:pt x="1078" y="1244"/>
                  </a:lnTo>
                  <a:lnTo>
                    <a:pt x="1437" y="621"/>
                  </a:lnTo>
                  <a:lnTo>
                    <a:pt x="1078" y="0"/>
                  </a:lnTo>
                  <a:lnTo>
                    <a:pt x="360" y="0"/>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grpSp>
      <p:sp>
        <p:nvSpPr>
          <p:cNvPr id="63" name="AutoShape 16">
            <a:extLst>
              <a:ext uri="{FF2B5EF4-FFF2-40B4-BE49-F238E27FC236}">
                <a16:creationId xmlns:a16="http://schemas.microsoft.com/office/drawing/2014/main" id="{E7FBA701-3F70-F910-AD8B-2637C0067721}"/>
              </a:ext>
            </a:extLst>
          </p:cNvPr>
          <p:cNvSpPr>
            <a:spLocks noChangeAspect="1" noChangeArrowheads="1" noTextEdit="1"/>
          </p:cNvSpPr>
          <p:nvPr userDrawn="1"/>
        </p:nvSpPr>
        <p:spPr bwMode="auto">
          <a:xfrm>
            <a:off x="3040063" y="0"/>
            <a:ext cx="915193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CH"/>
          </a:p>
        </p:txBody>
      </p:sp>
      <p:sp>
        <p:nvSpPr>
          <p:cNvPr id="66" name="Bildplatzhalter 65">
            <a:extLst>
              <a:ext uri="{FF2B5EF4-FFF2-40B4-BE49-F238E27FC236}">
                <a16:creationId xmlns:a16="http://schemas.microsoft.com/office/drawing/2014/main" id="{51C78EA8-4B9B-B369-E94A-576E9516A278}"/>
              </a:ext>
            </a:extLst>
          </p:cNvPr>
          <p:cNvSpPr>
            <a:spLocks noGrp="1"/>
          </p:cNvSpPr>
          <p:nvPr>
            <p:ph type="pic" sz="quarter" idx="13" hasCustomPrompt="1"/>
          </p:nvPr>
        </p:nvSpPr>
        <p:spPr>
          <a:xfrm>
            <a:off x="3040063" y="-3175"/>
            <a:ext cx="9148762" cy="6864350"/>
          </a:xfrm>
          <a:custGeom>
            <a:avLst/>
            <a:gdLst>
              <a:gd name="connsiteX0" fmla="*/ 2486025 w 9148762"/>
              <a:gd name="connsiteY0" fmla="*/ 0 h 6864350"/>
              <a:gd name="connsiteX1" fmla="*/ 9148762 w 9148762"/>
              <a:gd name="connsiteY1" fmla="*/ 0 h 6864350"/>
              <a:gd name="connsiteX2" fmla="*/ 9148762 w 9148762"/>
              <a:gd name="connsiteY2" fmla="*/ 6864350 h 6864350"/>
              <a:gd name="connsiteX3" fmla="*/ 1474787 w 9148762"/>
              <a:gd name="connsiteY3" fmla="*/ 6864350 h 6864350"/>
              <a:gd name="connsiteX4" fmla="*/ 0 w 9148762"/>
              <a:gd name="connsiteY4" fmla="*/ 4308475 h 686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8762" h="6864350">
                <a:moveTo>
                  <a:pt x="2486025" y="0"/>
                </a:moveTo>
                <a:lnTo>
                  <a:pt x="9148762" y="0"/>
                </a:lnTo>
                <a:lnTo>
                  <a:pt x="9148762" y="6864350"/>
                </a:lnTo>
                <a:lnTo>
                  <a:pt x="1474787" y="6864350"/>
                </a:lnTo>
                <a:lnTo>
                  <a:pt x="0" y="4308475"/>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3" name="Textplatzhalter 7">
            <a:extLst>
              <a:ext uri="{FF2B5EF4-FFF2-40B4-BE49-F238E27FC236}">
                <a16:creationId xmlns:a16="http://schemas.microsoft.com/office/drawing/2014/main" id="{AAFBD959-3C6C-47F6-90FE-40936D215D23}"/>
              </a:ext>
            </a:extLst>
          </p:cNvPr>
          <p:cNvSpPr>
            <a:spLocks noGrp="1"/>
          </p:cNvSpPr>
          <p:nvPr>
            <p:ph type="body" sz="quarter" idx="14" hasCustomPrompt="1"/>
          </p:nvPr>
        </p:nvSpPr>
        <p:spPr>
          <a:xfrm>
            <a:off x="369392" y="575389"/>
            <a:ext cx="3534149" cy="1562973"/>
          </a:xfrm>
        </p:spPr>
        <p:txBody>
          <a:bodyPr/>
          <a:lstStyle>
            <a:lvl1pPr marL="36000" indent="0">
              <a:buNone/>
              <a:defRPr sz="3000" b="1">
                <a:solidFill>
                  <a:schemeClr val="tx2"/>
                </a:solidFill>
              </a:defRPr>
            </a:lvl1pPr>
          </a:lstStyle>
          <a:p>
            <a:pPr lvl="0"/>
            <a:r>
              <a:rPr lang="de-DE" dirty="0"/>
              <a:t>Hier einen Titel eingeben</a:t>
            </a:r>
            <a:endParaRPr lang="de-CH" dirty="0"/>
          </a:p>
        </p:txBody>
      </p:sp>
    </p:spTree>
    <p:extLst>
      <p:ext uri="{BB962C8B-B14F-4D97-AF65-F5344CB8AC3E}">
        <p14:creationId xmlns:p14="http://schemas.microsoft.com/office/powerpoint/2010/main" val="81278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Slide 1">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A777653-439E-51C2-C43F-80C20769C68E}"/>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Freeform 7">
            <a:extLst>
              <a:ext uri="{FF2B5EF4-FFF2-40B4-BE49-F238E27FC236}">
                <a16:creationId xmlns:a16="http://schemas.microsoft.com/office/drawing/2014/main" id="{D6311E98-9F79-9C4C-D99F-A86EDBC258CD}"/>
              </a:ext>
            </a:extLst>
          </p:cNvPr>
          <p:cNvSpPr>
            <a:spLocks/>
          </p:cNvSpPr>
          <p:nvPr userDrawn="1"/>
        </p:nvSpPr>
        <p:spPr bwMode="auto">
          <a:xfrm>
            <a:off x="8886365" y="5434323"/>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8">
            <a:extLst>
              <a:ext uri="{FF2B5EF4-FFF2-40B4-BE49-F238E27FC236}">
                <a16:creationId xmlns:a16="http://schemas.microsoft.com/office/drawing/2014/main" id="{1E44E162-3954-71C0-B2CD-DB22F775762F}"/>
              </a:ext>
            </a:extLst>
          </p:cNvPr>
          <p:cNvSpPr>
            <a:spLocks/>
          </p:cNvSpPr>
          <p:nvPr userDrawn="1"/>
        </p:nvSpPr>
        <p:spPr bwMode="auto">
          <a:xfrm>
            <a:off x="10541842"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9">
            <a:extLst>
              <a:ext uri="{FF2B5EF4-FFF2-40B4-BE49-F238E27FC236}">
                <a16:creationId xmlns:a16="http://schemas.microsoft.com/office/drawing/2014/main" id="{198E49F4-28D9-AD9D-8949-62FE9BAD7E57}"/>
              </a:ext>
            </a:extLst>
          </p:cNvPr>
          <p:cNvSpPr>
            <a:spLocks/>
          </p:cNvSpPr>
          <p:nvPr userDrawn="1"/>
        </p:nvSpPr>
        <p:spPr bwMode="auto">
          <a:xfrm>
            <a:off x="12198770" y="5434323"/>
            <a:ext cx="1654026" cy="1913737"/>
          </a:xfrm>
          <a:custGeom>
            <a:avLst/>
            <a:gdLst>
              <a:gd name="T0" fmla="*/ 0 w 1140"/>
              <a:gd name="T1" fmla="*/ 330 h 1319"/>
              <a:gd name="T2" fmla="*/ 0 w 1140"/>
              <a:gd name="T3" fmla="*/ 989 h 1319"/>
              <a:gd name="T4" fmla="*/ 569 w 1140"/>
              <a:gd name="T5" fmla="*/ 1319 h 1319"/>
              <a:gd name="T6" fmla="*/ 1140 w 1140"/>
              <a:gd name="T7" fmla="*/ 989 h 1319"/>
              <a:gd name="T8" fmla="*/ 1140 w 1140"/>
              <a:gd name="T9" fmla="*/ 330 h 1319"/>
              <a:gd name="T10" fmla="*/ 569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69" y="1319"/>
                </a:lnTo>
                <a:lnTo>
                  <a:pt x="1140" y="989"/>
                </a:lnTo>
                <a:lnTo>
                  <a:pt x="1140" y="330"/>
                </a:lnTo>
                <a:lnTo>
                  <a:pt x="569"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0">
            <a:extLst>
              <a:ext uri="{FF2B5EF4-FFF2-40B4-BE49-F238E27FC236}">
                <a16:creationId xmlns:a16="http://schemas.microsoft.com/office/drawing/2014/main" id="{AE1C7FF9-AD41-EB19-AA07-697B6ED27EC1}"/>
              </a:ext>
            </a:extLst>
          </p:cNvPr>
          <p:cNvSpPr>
            <a:spLocks/>
          </p:cNvSpPr>
          <p:nvPr userDrawn="1"/>
        </p:nvSpPr>
        <p:spPr bwMode="auto">
          <a:xfrm>
            <a:off x="7148186" y="3999383"/>
            <a:ext cx="2566643" cy="1913737"/>
          </a:xfrm>
          <a:custGeom>
            <a:avLst/>
            <a:gdLst>
              <a:gd name="T0" fmla="*/ 1198 w 1769"/>
              <a:gd name="T1" fmla="*/ 1319 h 1319"/>
              <a:gd name="T2" fmla="*/ 1769 w 1769"/>
              <a:gd name="T3" fmla="*/ 989 h 1319"/>
              <a:gd name="T4" fmla="*/ 1769 w 1769"/>
              <a:gd name="T5" fmla="*/ 330 h 1319"/>
              <a:gd name="T6" fmla="*/ 1198 w 1769"/>
              <a:gd name="T7" fmla="*/ 0 h 1319"/>
              <a:gd name="T8" fmla="*/ 0 w 1769"/>
              <a:gd name="T9" fmla="*/ 702 h 1319"/>
            </a:gdLst>
            <a:ahLst/>
            <a:cxnLst>
              <a:cxn ang="0">
                <a:pos x="T0" y="T1"/>
              </a:cxn>
              <a:cxn ang="0">
                <a:pos x="T2" y="T3"/>
              </a:cxn>
              <a:cxn ang="0">
                <a:pos x="T4" y="T5"/>
              </a:cxn>
              <a:cxn ang="0">
                <a:pos x="T6" y="T7"/>
              </a:cxn>
              <a:cxn ang="0">
                <a:pos x="T8" y="T9"/>
              </a:cxn>
            </a:cxnLst>
            <a:rect l="0" t="0" r="r" b="b"/>
            <a:pathLst>
              <a:path w="1769" h="1319">
                <a:moveTo>
                  <a:pt x="1198" y="1319"/>
                </a:moveTo>
                <a:lnTo>
                  <a:pt x="1769" y="989"/>
                </a:lnTo>
                <a:lnTo>
                  <a:pt x="1769" y="330"/>
                </a:lnTo>
                <a:lnTo>
                  <a:pt x="1198" y="0"/>
                </a:lnTo>
                <a:lnTo>
                  <a:pt x="0" y="702"/>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1">
            <a:extLst>
              <a:ext uri="{FF2B5EF4-FFF2-40B4-BE49-F238E27FC236}">
                <a16:creationId xmlns:a16="http://schemas.microsoft.com/office/drawing/2014/main" id="{084EF3F0-1248-2770-A288-A686E32E539B}"/>
              </a:ext>
            </a:extLst>
          </p:cNvPr>
          <p:cNvSpPr>
            <a:spLocks/>
          </p:cNvSpPr>
          <p:nvPr userDrawn="1"/>
        </p:nvSpPr>
        <p:spPr bwMode="auto">
          <a:xfrm>
            <a:off x="9714829" y="3999383"/>
            <a:ext cx="1655477" cy="1913737"/>
          </a:xfrm>
          <a:custGeom>
            <a:avLst/>
            <a:gdLst>
              <a:gd name="T0" fmla="*/ 0 w 1141"/>
              <a:gd name="T1" fmla="*/ 330 h 1319"/>
              <a:gd name="T2" fmla="*/ 0 w 1141"/>
              <a:gd name="T3" fmla="*/ 989 h 1319"/>
              <a:gd name="T4" fmla="*/ 570 w 1141"/>
              <a:gd name="T5" fmla="*/ 1319 h 1319"/>
              <a:gd name="T6" fmla="*/ 1141 w 1141"/>
              <a:gd name="T7" fmla="*/ 989 h 1319"/>
              <a:gd name="T8" fmla="*/ 1141 w 1141"/>
              <a:gd name="T9" fmla="*/ 330 h 1319"/>
              <a:gd name="T10" fmla="*/ 570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0" y="1319"/>
                </a:lnTo>
                <a:lnTo>
                  <a:pt x="1141" y="989"/>
                </a:lnTo>
                <a:lnTo>
                  <a:pt x="1141" y="330"/>
                </a:lnTo>
                <a:lnTo>
                  <a:pt x="570"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Freeform 12">
            <a:extLst>
              <a:ext uri="{FF2B5EF4-FFF2-40B4-BE49-F238E27FC236}">
                <a16:creationId xmlns:a16="http://schemas.microsoft.com/office/drawing/2014/main" id="{23F180DD-64A4-79EB-C049-E20C2F66C037}"/>
              </a:ext>
            </a:extLst>
          </p:cNvPr>
          <p:cNvSpPr>
            <a:spLocks/>
          </p:cNvSpPr>
          <p:nvPr userDrawn="1"/>
        </p:nvSpPr>
        <p:spPr bwMode="auto">
          <a:xfrm>
            <a:off x="11370306" y="3999383"/>
            <a:ext cx="1654026" cy="1913737"/>
          </a:xfrm>
          <a:custGeom>
            <a:avLst/>
            <a:gdLst>
              <a:gd name="T0" fmla="*/ 0 w 1140"/>
              <a:gd name="T1" fmla="*/ 330 h 1319"/>
              <a:gd name="T2" fmla="*/ 0 w 1140"/>
              <a:gd name="T3" fmla="*/ 989 h 1319"/>
              <a:gd name="T4" fmla="*/ 571 w 1140"/>
              <a:gd name="T5" fmla="*/ 1319 h 1319"/>
              <a:gd name="T6" fmla="*/ 1140 w 1140"/>
              <a:gd name="T7" fmla="*/ 989 h 1319"/>
              <a:gd name="T8" fmla="*/ 1140 w 1140"/>
              <a:gd name="T9" fmla="*/ 330 h 1319"/>
              <a:gd name="T10" fmla="*/ 571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71" y="1319"/>
                </a:lnTo>
                <a:lnTo>
                  <a:pt x="1140" y="989"/>
                </a:lnTo>
                <a:lnTo>
                  <a:pt x="1140"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Freeform 13">
            <a:extLst>
              <a:ext uri="{FF2B5EF4-FFF2-40B4-BE49-F238E27FC236}">
                <a16:creationId xmlns:a16="http://schemas.microsoft.com/office/drawing/2014/main" id="{1863EE5B-B14E-7469-C74D-50BA8E609E46}"/>
              </a:ext>
            </a:extLst>
          </p:cNvPr>
          <p:cNvSpPr>
            <a:spLocks/>
          </p:cNvSpPr>
          <p:nvPr userDrawn="1"/>
        </p:nvSpPr>
        <p:spPr bwMode="auto">
          <a:xfrm>
            <a:off x="13024332" y="399938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14">
            <a:extLst>
              <a:ext uri="{FF2B5EF4-FFF2-40B4-BE49-F238E27FC236}">
                <a16:creationId xmlns:a16="http://schemas.microsoft.com/office/drawing/2014/main" id="{C0FB79A1-6107-886A-C84D-E3733EC51260}"/>
              </a:ext>
            </a:extLst>
          </p:cNvPr>
          <p:cNvSpPr>
            <a:spLocks/>
          </p:cNvSpPr>
          <p:nvPr userDrawn="1"/>
        </p:nvSpPr>
        <p:spPr bwMode="auto">
          <a:xfrm>
            <a:off x="13852797"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5">
            <a:extLst>
              <a:ext uri="{FF2B5EF4-FFF2-40B4-BE49-F238E27FC236}">
                <a16:creationId xmlns:a16="http://schemas.microsoft.com/office/drawing/2014/main" id="{36E0CD22-2CF5-9C97-AC7A-8B447D937FE0}"/>
              </a:ext>
            </a:extLst>
          </p:cNvPr>
          <p:cNvSpPr>
            <a:spLocks/>
          </p:cNvSpPr>
          <p:nvPr userDrawn="1"/>
        </p:nvSpPr>
        <p:spPr bwMode="auto">
          <a:xfrm>
            <a:off x="8886365" y="2567344"/>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Freeform 16">
            <a:extLst>
              <a:ext uri="{FF2B5EF4-FFF2-40B4-BE49-F238E27FC236}">
                <a16:creationId xmlns:a16="http://schemas.microsoft.com/office/drawing/2014/main" id="{33F5733A-DE49-A549-55D3-BD8DE90DBB6C}"/>
              </a:ext>
            </a:extLst>
          </p:cNvPr>
          <p:cNvSpPr>
            <a:spLocks/>
          </p:cNvSpPr>
          <p:nvPr userDrawn="1"/>
        </p:nvSpPr>
        <p:spPr bwMode="auto">
          <a:xfrm>
            <a:off x="10541842"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Freeform 17">
            <a:extLst>
              <a:ext uri="{FF2B5EF4-FFF2-40B4-BE49-F238E27FC236}">
                <a16:creationId xmlns:a16="http://schemas.microsoft.com/office/drawing/2014/main" id="{25E764E7-8B1F-9982-D5AF-D63794954E6F}"/>
              </a:ext>
            </a:extLst>
          </p:cNvPr>
          <p:cNvSpPr>
            <a:spLocks/>
          </p:cNvSpPr>
          <p:nvPr userDrawn="1"/>
        </p:nvSpPr>
        <p:spPr bwMode="auto">
          <a:xfrm>
            <a:off x="9714829" y="1133855"/>
            <a:ext cx="1655477" cy="1912287"/>
          </a:xfrm>
          <a:custGeom>
            <a:avLst/>
            <a:gdLst>
              <a:gd name="T0" fmla="*/ 0 w 1141"/>
              <a:gd name="T1" fmla="*/ 329 h 1318"/>
              <a:gd name="T2" fmla="*/ 0 w 1141"/>
              <a:gd name="T3" fmla="*/ 988 h 1318"/>
              <a:gd name="T4" fmla="*/ 570 w 1141"/>
              <a:gd name="T5" fmla="*/ 1318 h 1318"/>
              <a:gd name="T6" fmla="*/ 1141 w 1141"/>
              <a:gd name="T7" fmla="*/ 988 h 1318"/>
              <a:gd name="T8" fmla="*/ 1141 w 1141"/>
              <a:gd name="T9" fmla="*/ 329 h 1318"/>
              <a:gd name="T10" fmla="*/ 570 w 1141"/>
              <a:gd name="T11" fmla="*/ 0 h 1318"/>
              <a:gd name="T12" fmla="*/ 0 w 1141"/>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1" h="1318">
                <a:moveTo>
                  <a:pt x="0" y="329"/>
                </a:moveTo>
                <a:lnTo>
                  <a:pt x="0" y="988"/>
                </a:lnTo>
                <a:lnTo>
                  <a:pt x="570" y="1318"/>
                </a:lnTo>
                <a:lnTo>
                  <a:pt x="1141" y="988"/>
                </a:lnTo>
                <a:lnTo>
                  <a:pt x="1141" y="329"/>
                </a:lnTo>
                <a:lnTo>
                  <a:pt x="570"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4" name="Freeform 18">
            <a:extLst>
              <a:ext uri="{FF2B5EF4-FFF2-40B4-BE49-F238E27FC236}">
                <a16:creationId xmlns:a16="http://schemas.microsoft.com/office/drawing/2014/main" id="{42D041C8-4410-2D18-FE1F-A2163708C7CE}"/>
              </a:ext>
            </a:extLst>
          </p:cNvPr>
          <p:cNvSpPr>
            <a:spLocks/>
          </p:cNvSpPr>
          <p:nvPr userDrawn="1"/>
        </p:nvSpPr>
        <p:spPr bwMode="auto">
          <a:xfrm>
            <a:off x="11370306" y="1133855"/>
            <a:ext cx="1654026" cy="1912287"/>
          </a:xfrm>
          <a:custGeom>
            <a:avLst/>
            <a:gdLst>
              <a:gd name="T0" fmla="*/ 0 w 1140"/>
              <a:gd name="T1" fmla="*/ 329 h 1318"/>
              <a:gd name="T2" fmla="*/ 0 w 1140"/>
              <a:gd name="T3" fmla="*/ 988 h 1318"/>
              <a:gd name="T4" fmla="*/ 571 w 1140"/>
              <a:gd name="T5" fmla="*/ 1318 h 1318"/>
              <a:gd name="T6" fmla="*/ 1140 w 1140"/>
              <a:gd name="T7" fmla="*/ 988 h 1318"/>
              <a:gd name="T8" fmla="*/ 1140 w 1140"/>
              <a:gd name="T9" fmla="*/ 329 h 1318"/>
              <a:gd name="T10" fmla="*/ 571 w 1140"/>
              <a:gd name="T11" fmla="*/ 0 h 1318"/>
              <a:gd name="T12" fmla="*/ 0 w 1140"/>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0" h="1318">
                <a:moveTo>
                  <a:pt x="0" y="329"/>
                </a:moveTo>
                <a:lnTo>
                  <a:pt x="0" y="988"/>
                </a:lnTo>
                <a:lnTo>
                  <a:pt x="571" y="1318"/>
                </a:lnTo>
                <a:lnTo>
                  <a:pt x="1140" y="988"/>
                </a:lnTo>
                <a:lnTo>
                  <a:pt x="1140"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Freeform 19">
            <a:extLst>
              <a:ext uri="{FF2B5EF4-FFF2-40B4-BE49-F238E27FC236}">
                <a16:creationId xmlns:a16="http://schemas.microsoft.com/office/drawing/2014/main" id="{E99A2553-C238-387B-D5D3-4CC2741D6491}"/>
              </a:ext>
            </a:extLst>
          </p:cNvPr>
          <p:cNvSpPr>
            <a:spLocks/>
          </p:cNvSpPr>
          <p:nvPr userDrawn="1"/>
        </p:nvSpPr>
        <p:spPr bwMode="auto">
          <a:xfrm>
            <a:off x="13024332" y="1133855"/>
            <a:ext cx="1656928" cy="1912287"/>
          </a:xfrm>
          <a:custGeom>
            <a:avLst/>
            <a:gdLst>
              <a:gd name="T0" fmla="*/ 0 w 1142"/>
              <a:gd name="T1" fmla="*/ 329 h 1318"/>
              <a:gd name="T2" fmla="*/ 0 w 1142"/>
              <a:gd name="T3" fmla="*/ 988 h 1318"/>
              <a:gd name="T4" fmla="*/ 571 w 1142"/>
              <a:gd name="T5" fmla="*/ 1318 h 1318"/>
              <a:gd name="T6" fmla="*/ 1142 w 1142"/>
              <a:gd name="T7" fmla="*/ 988 h 1318"/>
              <a:gd name="T8" fmla="*/ 1142 w 1142"/>
              <a:gd name="T9" fmla="*/ 329 h 1318"/>
              <a:gd name="T10" fmla="*/ 571 w 1142"/>
              <a:gd name="T11" fmla="*/ 0 h 1318"/>
              <a:gd name="T12" fmla="*/ 0 w 1142"/>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2" h="1318">
                <a:moveTo>
                  <a:pt x="0" y="329"/>
                </a:moveTo>
                <a:lnTo>
                  <a:pt x="0" y="988"/>
                </a:lnTo>
                <a:lnTo>
                  <a:pt x="571" y="1318"/>
                </a:lnTo>
                <a:lnTo>
                  <a:pt x="1142" y="988"/>
                </a:lnTo>
                <a:lnTo>
                  <a:pt x="1142"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6" name="Freeform 20">
            <a:extLst>
              <a:ext uri="{FF2B5EF4-FFF2-40B4-BE49-F238E27FC236}">
                <a16:creationId xmlns:a16="http://schemas.microsoft.com/office/drawing/2014/main" id="{C54AAE60-1C6C-CAA8-CD7E-2DB38700709F}"/>
              </a:ext>
            </a:extLst>
          </p:cNvPr>
          <p:cNvSpPr>
            <a:spLocks/>
          </p:cNvSpPr>
          <p:nvPr userDrawn="1"/>
        </p:nvSpPr>
        <p:spPr bwMode="auto">
          <a:xfrm>
            <a:off x="13852797"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7" name="Oval 21">
            <a:extLst>
              <a:ext uri="{FF2B5EF4-FFF2-40B4-BE49-F238E27FC236}">
                <a16:creationId xmlns:a16="http://schemas.microsoft.com/office/drawing/2014/main" id="{522C8BB9-4FC7-AF7E-5AA5-34632A2FA557}"/>
              </a:ext>
            </a:extLst>
          </p:cNvPr>
          <p:cNvSpPr>
            <a:spLocks noChangeArrowheads="1"/>
          </p:cNvSpPr>
          <p:nvPr userDrawn="1"/>
        </p:nvSpPr>
        <p:spPr bwMode="auto">
          <a:xfrm>
            <a:off x="7111258" y="4988035"/>
            <a:ext cx="72000" cy="72000"/>
          </a:xfrm>
          <a:prstGeom prst="ellipse">
            <a:avLst/>
          </a:prstGeom>
          <a:solidFill>
            <a:schemeClr val="bg1"/>
          </a:solidFill>
          <a:ln w="1587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2" name="Bildplatzhalter 11">
            <a:extLst>
              <a:ext uri="{FF2B5EF4-FFF2-40B4-BE49-F238E27FC236}">
                <a16:creationId xmlns:a16="http://schemas.microsoft.com/office/drawing/2014/main" id="{FD115CE1-8297-F2D3-6CDF-76B799708273}"/>
              </a:ext>
            </a:extLst>
          </p:cNvPr>
          <p:cNvSpPr>
            <a:spLocks noGrp="1"/>
          </p:cNvSpPr>
          <p:nvPr>
            <p:ph type="pic" sz="quarter" idx="13" hasCustomPrompt="1"/>
          </p:nvPr>
        </p:nvSpPr>
        <p:spPr>
          <a:xfrm>
            <a:off x="5491258" y="1081622"/>
            <a:ext cx="3312000" cy="38232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4" name="Titel 1">
            <a:extLst>
              <a:ext uri="{FF2B5EF4-FFF2-40B4-BE49-F238E27FC236}">
                <a16:creationId xmlns:a16="http://schemas.microsoft.com/office/drawing/2014/main" id="{4459114E-3A71-1862-462B-1803A7A56614}"/>
              </a:ext>
            </a:extLst>
          </p:cNvPr>
          <p:cNvSpPr txBox="1">
            <a:spLocks/>
          </p:cNvSpPr>
          <p:nvPr userDrawn="1"/>
        </p:nvSpPr>
        <p:spPr>
          <a:xfrm>
            <a:off x="838201" y="2024063"/>
            <a:ext cx="4185684" cy="1909762"/>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3200" b="1" kern="1200" cap="none" baseline="0">
                <a:solidFill>
                  <a:schemeClr val="tx2"/>
                </a:solidFill>
                <a:latin typeface="Arial" panose="020B0604020202020204" pitchFamily="34" charset="0"/>
                <a:ea typeface="Gibson SemiBold" pitchFamily="50" charset="0"/>
                <a:cs typeface="Arial" panose="020B0604020202020204" pitchFamily="34" charset="0"/>
              </a:defRPr>
            </a:lvl1pPr>
          </a:lstStyle>
          <a:p>
            <a:endParaRPr lang="de-CH" dirty="0"/>
          </a:p>
        </p:txBody>
      </p:sp>
      <p:sp>
        <p:nvSpPr>
          <p:cNvPr id="9" name="Textplatzhalter 7">
            <a:extLst>
              <a:ext uri="{FF2B5EF4-FFF2-40B4-BE49-F238E27FC236}">
                <a16:creationId xmlns:a16="http://schemas.microsoft.com/office/drawing/2014/main" id="{93E383EA-8BFA-7BF1-B945-B6163B1D9E8D}"/>
              </a:ext>
            </a:extLst>
          </p:cNvPr>
          <p:cNvSpPr>
            <a:spLocks noGrp="1"/>
          </p:cNvSpPr>
          <p:nvPr>
            <p:ph type="body" sz="quarter" idx="14" hasCustomPrompt="1"/>
          </p:nvPr>
        </p:nvSpPr>
        <p:spPr>
          <a:xfrm>
            <a:off x="838200" y="2084388"/>
            <a:ext cx="4186238" cy="1673225"/>
          </a:xfrm>
        </p:spPr>
        <p:txBody>
          <a:bodyPr/>
          <a:lstStyle>
            <a:lvl1pPr marL="36000" indent="0">
              <a:buNone/>
              <a:defRPr sz="3000" b="1">
                <a:solidFill>
                  <a:schemeClr val="bg1"/>
                </a:solidFill>
              </a:defRPr>
            </a:lvl1pPr>
          </a:lstStyle>
          <a:p>
            <a:pPr lvl="0"/>
            <a:r>
              <a:rPr lang="de-DE" dirty="0"/>
              <a:t>Hier einen Titel eingeben</a:t>
            </a:r>
            <a:endParaRPr lang="de-CH" dirty="0"/>
          </a:p>
        </p:txBody>
      </p:sp>
    </p:spTree>
    <p:extLst>
      <p:ext uri="{BB962C8B-B14F-4D97-AF65-F5344CB8AC3E}">
        <p14:creationId xmlns:p14="http://schemas.microsoft.com/office/powerpoint/2010/main" val="135381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75" userDrawn="1">
          <p15:clr>
            <a:srgbClr val="FBAE40"/>
          </p15:clr>
        </p15:guide>
        <p15:guide id="2" orient="horz" pos="247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reak Slide 2">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A777653-439E-51C2-C43F-80C20769C68E}"/>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Freeform 7">
            <a:extLst>
              <a:ext uri="{FF2B5EF4-FFF2-40B4-BE49-F238E27FC236}">
                <a16:creationId xmlns:a16="http://schemas.microsoft.com/office/drawing/2014/main" id="{D6311E98-9F79-9C4C-D99F-A86EDBC258CD}"/>
              </a:ext>
            </a:extLst>
          </p:cNvPr>
          <p:cNvSpPr>
            <a:spLocks/>
          </p:cNvSpPr>
          <p:nvPr userDrawn="1"/>
        </p:nvSpPr>
        <p:spPr bwMode="auto">
          <a:xfrm>
            <a:off x="8886365" y="5434323"/>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8">
            <a:extLst>
              <a:ext uri="{FF2B5EF4-FFF2-40B4-BE49-F238E27FC236}">
                <a16:creationId xmlns:a16="http://schemas.microsoft.com/office/drawing/2014/main" id="{1E44E162-3954-71C0-B2CD-DB22F775762F}"/>
              </a:ext>
            </a:extLst>
          </p:cNvPr>
          <p:cNvSpPr>
            <a:spLocks/>
          </p:cNvSpPr>
          <p:nvPr userDrawn="1"/>
        </p:nvSpPr>
        <p:spPr bwMode="auto">
          <a:xfrm>
            <a:off x="10541842"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9">
            <a:extLst>
              <a:ext uri="{FF2B5EF4-FFF2-40B4-BE49-F238E27FC236}">
                <a16:creationId xmlns:a16="http://schemas.microsoft.com/office/drawing/2014/main" id="{198E49F4-28D9-AD9D-8949-62FE9BAD7E57}"/>
              </a:ext>
            </a:extLst>
          </p:cNvPr>
          <p:cNvSpPr>
            <a:spLocks/>
          </p:cNvSpPr>
          <p:nvPr userDrawn="1"/>
        </p:nvSpPr>
        <p:spPr bwMode="auto">
          <a:xfrm>
            <a:off x="12198770" y="5434323"/>
            <a:ext cx="1654026" cy="1913737"/>
          </a:xfrm>
          <a:custGeom>
            <a:avLst/>
            <a:gdLst>
              <a:gd name="T0" fmla="*/ 0 w 1140"/>
              <a:gd name="T1" fmla="*/ 330 h 1319"/>
              <a:gd name="T2" fmla="*/ 0 w 1140"/>
              <a:gd name="T3" fmla="*/ 989 h 1319"/>
              <a:gd name="T4" fmla="*/ 569 w 1140"/>
              <a:gd name="T5" fmla="*/ 1319 h 1319"/>
              <a:gd name="T6" fmla="*/ 1140 w 1140"/>
              <a:gd name="T7" fmla="*/ 989 h 1319"/>
              <a:gd name="T8" fmla="*/ 1140 w 1140"/>
              <a:gd name="T9" fmla="*/ 330 h 1319"/>
              <a:gd name="T10" fmla="*/ 569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69" y="1319"/>
                </a:lnTo>
                <a:lnTo>
                  <a:pt x="1140" y="989"/>
                </a:lnTo>
                <a:lnTo>
                  <a:pt x="1140" y="330"/>
                </a:lnTo>
                <a:lnTo>
                  <a:pt x="569"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0">
            <a:extLst>
              <a:ext uri="{FF2B5EF4-FFF2-40B4-BE49-F238E27FC236}">
                <a16:creationId xmlns:a16="http://schemas.microsoft.com/office/drawing/2014/main" id="{AE1C7FF9-AD41-EB19-AA07-697B6ED27EC1}"/>
              </a:ext>
            </a:extLst>
          </p:cNvPr>
          <p:cNvSpPr>
            <a:spLocks/>
          </p:cNvSpPr>
          <p:nvPr userDrawn="1"/>
        </p:nvSpPr>
        <p:spPr bwMode="auto">
          <a:xfrm>
            <a:off x="7148186" y="3999383"/>
            <a:ext cx="2566643" cy="1913737"/>
          </a:xfrm>
          <a:custGeom>
            <a:avLst/>
            <a:gdLst>
              <a:gd name="T0" fmla="*/ 1198 w 1769"/>
              <a:gd name="T1" fmla="*/ 1319 h 1319"/>
              <a:gd name="T2" fmla="*/ 1769 w 1769"/>
              <a:gd name="T3" fmla="*/ 989 h 1319"/>
              <a:gd name="T4" fmla="*/ 1769 w 1769"/>
              <a:gd name="T5" fmla="*/ 330 h 1319"/>
              <a:gd name="T6" fmla="*/ 1198 w 1769"/>
              <a:gd name="T7" fmla="*/ 0 h 1319"/>
              <a:gd name="T8" fmla="*/ 0 w 1769"/>
              <a:gd name="T9" fmla="*/ 702 h 1319"/>
            </a:gdLst>
            <a:ahLst/>
            <a:cxnLst>
              <a:cxn ang="0">
                <a:pos x="T0" y="T1"/>
              </a:cxn>
              <a:cxn ang="0">
                <a:pos x="T2" y="T3"/>
              </a:cxn>
              <a:cxn ang="0">
                <a:pos x="T4" y="T5"/>
              </a:cxn>
              <a:cxn ang="0">
                <a:pos x="T6" y="T7"/>
              </a:cxn>
              <a:cxn ang="0">
                <a:pos x="T8" y="T9"/>
              </a:cxn>
            </a:cxnLst>
            <a:rect l="0" t="0" r="r" b="b"/>
            <a:pathLst>
              <a:path w="1769" h="1319">
                <a:moveTo>
                  <a:pt x="1198" y="1319"/>
                </a:moveTo>
                <a:lnTo>
                  <a:pt x="1769" y="989"/>
                </a:lnTo>
                <a:lnTo>
                  <a:pt x="1769" y="330"/>
                </a:lnTo>
                <a:lnTo>
                  <a:pt x="1198" y="0"/>
                </a:lnTo>
                <a:lnTo>
                  <a:pt x="0" y="702"/>
                </a:lnTo>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1">
            <a:extLst>
              <a:ext uri="{FF2B5EF4-FFF2-40B4-BE49-F238E27FC236}">
                <a16:creationId xmlns:a16="http://schemas.microsoft.com/office/drawing/2014/main" id="{084EF3F0-1248-2770-A288-A686E32E539B}"/>
              </a:ext>
            </a:extLst>
          </p:cNvPr>
          <p:cNvSpPr>
            <a:spLocks/>
          </p:cNvSpPr>
          <p:nvPr userDrawn="1"/>
        </p:nvSpPr>
        <p:spPr bwMode="auto">
          <a:xfrm>
            <a:off x="9714829" y="3999383"/>
            <a:ext cx="1655477" cy="1913737"/>
          </a:xfrm>
          <a:custGeom>
            <a:avLst/>
            <a:gdLst>
              <a:gd name="T0" fmla="*/ 0 w 1141"/>
              <a:gd name="T1" fmla="*/ 330 h 1319"/>
              <a:gd name="T2" fmla="*/ 0 w 1141"/>
              <a:gd name="T3" fmla="*/ 989 h 1319"/>
              <a:gd name="T4" fmla="*/ 570 w 1141"/>
              <a:gd name="T5" fmla="*/ 1319 h 1319"/>
              <a:gd name="T6" fmla="*/ 1141 w 1141"/>
              <a:gd name="T7" fmla="*/ 989 h 1319"/>
              <a:gd name="T8" fmla="*/ 1141 w 1141"/>
              <a:gd name="T9" fmla="*/ 330 h 1319"/>
              <a:gd name="T10" fmla="*/ 570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0" y="1319"/>
                </a:lnTo>
                <a:lnTo>
                  <a:pt x="1141" y="989"/>
                </a:lnTo>
                <a:lnTo>
                  <a:pt x="1141" y="330"/>
                </a:lnTo>
                <a:lnTo>
                  <a:pt x="570"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Freeform 12">
            <a:extLst>
              <a:ext uri="{FF2B5EF4-FFF2-40B4-BE49-F238E27FC236}">
                <a16:creationId xmlns:a16="http://schemas.microsoft.com/office/drawing/2014/main" id="{23F180DD-64A4-79EB-C049-E20C2F66C037}"/>
              </a:ext>
            </a:extLst>
          </p:cNvPr>
          <p:cNvSpPr>
            <a:spLocks/>
          </p:cNvSpPr>
          <p:nvPr userDrawn="1"/>
        </p:nvSpPr>
        <p:spPr bwMode="auto">
          <a:xfrm>
            <a:off x="11370306" y="3999383"/>
            <a:ext cx="1654026" cy="1913737"/>
          </a:xfrm>
          <a:custGeom>
            <a:avLst/>
            <a:gdLst>
              <a:gd name="T0" fmla="*/ 0 w 1140"/>
              <a:gd name="T1" fmla="*/ 330 h 1319"/>
              <a:gd name="T2" fmla="*/ 0 w 1140"/>
              <a:gd name="T3" fmla="*/ 989 h 1319"/>
              <a:gd name="T4" fmla="*/ 571 w 1140"/>
              <a:gd name="T5" fmla="*/ 1319 h 1319"/>
              <a:gd name="T6" fmla="*/ 1140 w 1140"/>
              <a:gd name="T7" fmla="*/ 989 h 1319"/>
              <a:gd name="T8" fmla="*/ 1140 w 1140"/>
              <a:gd name="T9" fmla="*/ 330 h 1319"/>
              <a:gd name="T10" fmla="*/ 571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71" y="1319"/>
                </a:lnTo>
                <a:lnTo>
                  <a:pt x="1140" y="989"/>
                </a:lnTo>
                <a:lnTo>
                  <a:pt x="1140" y="330"/>
                </a:lnTo>
                <a:lnTo>
                  <a:pt x="571"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Freeform 13">
            <a:extLst>
              <a:ext uri="{FF2B5EF4-FFF2-40B4-BE49-F238E27FC236}">
                <a16:creationId xmlns:a16="http://schemas.microsoft.com/office/drawing/2014/main" id="{1863EE5B-B14E-7469-C74D-50BA8E609E46}"/>
              </a:ext>
            </a:extLst>
          </p:cNvPr>
          <p:cNvSpPr>
            <a:spLocks/>
          </p:cNvSpPr>
          <p:nvPr userDrawn="1"/>
        </p:nvSpPr>
        <p:spPr bwMode="auto">
          <a:xfrm>
            <a:off x="13024332" y="399938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14">
            <a:extLst>
              <a:ext uri="{FF2B5EF4-FFF2-40B4-BE49-F238E27FC236}">
                <a16:creationId xmlns:a16="http://schemas.microsoft.com/office/drawing/2014/main" id="{C0FB79A1-6107-886A-C84D-E3733EC51260}"/>
              </a:ext>
            </a:extLst>
          </p:cNvPr>
          <p:cNvSpPr>
            <a:spLocks/>
          </p:cNvSpPr>
          <p:nvPr userDrawn="1"/>
        </p:nvSpPr>
        <p:spPr bwMode="auto">
          <a:xfrm>
            <a:off x="13852797"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5">
            <a:extLst>
              <a:ext uri="{FF2B5EF4-FFF2-40B4-BE49-F238E27FC236}">
                <a16:creationId xmlns:a16="http://schemas.microsoft.com/office/drawing/2014/main" id="{36E0CD22-2CF5-9C97-AC7A-8B447D937FE0}"/>
              </a:ext>
            </a:extLst>
          </p:cNvPr>
          <p:cNvSpPr>
            <a:spLocks/>
          </p:cNvSpPr>
          <p:nvPr userDrawn="1"/>
        </p:nvSpPr>
        <p:spPr bwMode="auto">
          <a:xfrm>
            <a:off x="8886365" y="2567344"/>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Freeform 16">
            <a:extLst>
              <a:ext uri="{FF2B5EF4-FFF2-40B4-BE49-F238E27FC236}">
                <a16:creationId xmlns:a16="http://schemas.microsoft.com/office/drawing/2014/main" id="{33F5733A-DE49-A549-55D3-BD8DE90DBB6C}"/>
              </a:ext>
            </a:extLst>
          </p:cNvPr>
          <p:cNvSpPr>
            <a:spLocks/>
          </p:cNvSpPr>
          <p:nvPr userDrawn="1"/>
        </p:nvSpPr>
        <p:spPr bwMode="auto">
          <a:xfrm>
            <a:off x="10541842"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Freeform 17">
            <a:extLst>
              <a:ext uri="{FF2B5EF4-FFF2-40B4-BE49-F238E27FC236}">
                <a16:creationId xmlns:a16="http://schemas.microsoft.com/office/drawing/2014/main" id="{25E764E7-8B1F-9982-D5AF-D63794954E6F}"/>
              </a:ext>
            </a:extLst>
          </p:cNvPr>
          <p:cNvSpPr>
            <a:spLocks/>
          </p:cNvSpPr>
          <p:nvPr userDrawn="1"/>
        </p:nvSpPr>
        <p:spPr bwMode="auto">
          <a:xfrm>
            <a:off x="9714829" y="1133855"/>
            <a:ext cx="1655477" cy="1912287"/>
          </a:xfrm>
          <a:custGeom>
            <a:avLst/>
            <a:gdLst>
              <a:gd name="T0" fmla="*/ 0 w 1141"/>
              <a:gd name="T1" fmla="*/ 329 h 1318"/>
              <a:gd name="T2" fmla="*/ 0 w 1141"/>
              <a:gd name="T3" fmla="*/ 988 h 1318"/>
              <a:gd name="T4" fmla="*/ 570 w 1141"/>
              <a:gd name="T5" fmla="*/ 1318 h 1318"/>
              <a:gd name="T6" fmla="*/ 1141 w 1141"/>
              <a:gd name="T7" fmla="*/ 988 h 1318"/>
              <a:gd name="T8" fmla="*/ 1141 w 1141"/>
              <a:gd name="T9" fmla="*/ 329 h 1318"/>
              <a:gd name="T10" fmla="*/ 570 w 1141"/>
              <a:gd name="T11" fmla="*/ 0 h 1318"/>
              <a:gd name="T12" fmla="*/ 0 w 1141"/>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1" h="1318">
                <a:moveTo>
                  <a:pt x="0" y="329"/>
                </a:moveTo>
                <a:lnTo>
                  <a:pt x="0" y="988"/>
                </a:lnTo>
                <a:lnTo>
                  <a:pt x="570" y="1318"/>
                </a:lnTo>
                <a:lnTo>
                  <a:pt x="1141" y="988"/>
                </a:lnTo>
                <a:lnTo>
                  <a:pt x="1141" y="329"/>
                </a:lnTo>
                <a:lnTo>
                  <a:pt x="570" y="0"/>
                </a:lnTo>
                <a:lnTo>
                  <a:pt x="0" y="329"/>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4" name="Freeform 18">
            <a:extLst>
              <a:ext uri="{FF2B5EF4-FFF2-40B4-BE49-F238E27FC236}">
                <a16:creationId xmlns:a16="http://schemas.microsoft.com/office/drawing/2014/main" id="{42D041C8-4410-2D18-FE1F-A2163708C7CE}"/>
              </a:ext>
            </a:extLst>
          </p:cNvPr>
          <p:cNvSpPr>
            <a:spLocks/>
          </p:cNvSpPr>
          <p:nvPr userDrawn="1"/>
        </p:nvSpPr>
        <p:spPr bwMode="auto">
          <a:xfrm>
            <a:off x="11370306" y="1133855"/>
            <a:ext cx="1654026" cy="1912287"/>
          </a:xfrm>
          <a:custGeom>
            <a:avLst/>
            <a:gdLst>
              <a:gd name="T0" fmla="*/ 0 w 1140"/>
              <a:gd name="T1" fmla="*/ 329 h 1318"/>
              <a:gd name="T2" fmla="*/ 0 w 1140"/>
              <a:gd name="T3" fmla="*/ 988 h 1318"/>
              <a:gd name="T4" fmla="*/ 571 w 1140"/>
              <a:gd name="T5" fmla="*/ 1318 h 1318"/>
              <a:gd name="T6" fmla="*/ 1140 w 1140"/>
              <a:gd name="T7" fmla="*/ 988 h 1318"/>
              <a:gd name="T8" fmla="*/ 1140 w 1140"/>
              <a:gd name="T9" fmla="*/ 329 h 1318"/>
              <a:gd name="T10" fmla="*/ 571 w 1140"/>
              <a:gd name="T11" fmla="*/ 0 h 1318"/>
              <a:gd name="T12" fmla="*/ 0 w 1140"/>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0" h="1318">
                <a:moveTo>
                  <a:pt x="0" y="329"/>
                </a:moveTo>
                <a:lnTo>
                  <a:pt x="0" y="988"/>
                </a:lnTo>
                <a:lnTo>
                  <a:pt x="571" y="1318"/>
                </a:lnTo>
                <a:lnTo>
                  <a:pt x="1140" y="988"/>
                </a:lnTo>
                <a:lnTo>
                  <a:pt x="1140" y="329"/>
                </a:lnTo>
                <a:lnTo>
                  <a:pt x="571" y="0"/>
                </a:lnTo>
                <a:lnTo>
                  <a:pt x="0" y="329"/>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Freeform 19">
            <a:extLst>
              <a:ext uri="{FF2B5EF4-FFF2-40B4-BE49-F238E27FC236}">
                <a16:creationId xmlns:a16="http://schemas.microsoft.com/office/drawing/2014/main" id="{E99A2553-C238-387B-D5D3-4CC2741D6491}"/>
              </a:ext>
            </a:extLst>
          </p:cNvPr>
          <p:cNvSpPr>
            <a:spLocks/>
          </p:cNvSpPr>
          <p:nvPr userDrawn="1"/>
        </p:nvSpPr>
        <p:spPr bwMode="auto">
          <a:xfrm>
            <a:off x="13024332" y="1133855"/>
            <a:ext cx="1656928" cy="1912287"/>
          </a:xfrm>
          <a:custGeom>
            <a:avLst/>
            <a:gdLst>
              <a:gd name="T0" fmla="*/ 0 w 1142"/>
              <a:gd name="T1" fmla="*/ 329 h 1318"/>
              <a:gd name="T2" fmla="*/ 0 w 1142"/>
              <a:gd name="T3" fmla="*/ 988 h 1318"/>
              <a:gd name="T4" fmla="*/ 571 w 1142"/>
              <a:gd name="T5" fmla="*/ 1318 h 1318"/>
              <a:gd name="T6" fmla="*/ 1142 w 1142"/>
              <a:gd name="T7" fmla="*/ 988 h 1318"/>
              <a:gd name="T8" fmla="*/ 1142 w 1142"/>
              <a:gd name="T9" fmla="*/ 329 h 1318"/>
              <a:gd name="T10" fmla="*/ 571 w 1142"/>
              <a:gd name="T11" fmla="*/ 0 h 1318"/>
              <a:gd name="T12" fmla="*/ 0 w 1142"/>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2" h="1318">
                <a:moveTo>
                  <a:pt x="0" y="329"/>
                </a:moveTo>
                <a:lnTo>
                  <a:pt x="0" y="988"/>
                </a:lnTo>
                <a:lnTo>
                  <a:pt x="571" y="1318"/>
                </a:lnTo>
                <a:lnTo>
                  <a:pt x="1142" y="988"/>
                </a:lnTo>
                <a:lnTo>
                  <a:pt x="1142" y="329"/>
                </a:lnTo>
                <a:lnTo>
                  <a:pt x="571" y="0"/>
                </a:lnTo>
                <a:lnTo>
                  <a:pt x="0" y="329"/>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6" name="Freeform 20">
            <a:extLst>
              <a:ext uri="{FF2B5EF4-FFF2-40B4-BE49-F238E27FC236}">
                <a16:creationId xmlns:a16="http://schemas.microsoft.com/office/drawing/2014/main" id="{C54AAE60-1C6C-CAA8-CD7E-2DB38700709F}"/>
              </a:ext>
            </a:extLst>
          </p:cNvPr>
          <p:cNvSpPr>
            <a:spLocks/>
          </p:cNvSpPr>
          <p:nvPr userDrawn="1"/>
        </p:nvSpPr>
        <p:spPr bwMode="auto">
          <a:xfrm>
            <a:off x="13852797"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7" name="Oval 21">
            <a:extLst>
              <a:ext uri="{FF2B5EF4-FFF2-40B4-BE49-F238E27FC236}">
                <a16:creationId xmlns:a16="http://schemas.microsoft.com/office/drawing/2014/main" id="{522C8BB9-4FC7-AF7E-5AA5-34632A2FA557}"/>
              </a:ext>
            </a:extLst>
          </p:cNvPr>
          <p:cNvSpPr>
            <a:spLocks noChangeArrowheads="1"/>
          </p:cNvSpPr>
          <p:nvPr userDrawn="1"/>
        </p:nvSpPr>
        <p:spPr bwMode="auto">
          <a:xfrm>
            <a:off x="7111258" y="4988035"/>
            <a:ext cx="72000" cy="72000"/>
          </a:xfrm>
          <a:prstGeom prst="ellipse">
            <a:avLst/>
          </a:prstGeom>
          <a:solidFill>
            <a:schemeClr val="tx2"/>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2" name="Bildplatzhalter 11">
            <a:extLst>
              <a:ext uri="{FF2B5EF4-FFF2-40B4-BE49-F238E27FC236}">
                <a16:creationId xmlns:a16="http://schemas.microsoft.com/office/drawing/2014/main" id="{FD115CE1-8297-F2D3-6CDF-76B799708273}"/>
              </a:ext>
            </a:extLst>
          </p:cNvPr>
          <p:cNvSpPr>
            <a:spLocks noGrp="1"/>
          </p:cNvSpPr>
          <p:nvPr>
            <p:ph type="pic" sz="quarter" idx="13" hasCustomPrompt="1"/>
          </p:nvPr>
        </p:nvSpPr>
        <p:spPr>
          <a:xfrm>
            <a:off x="5491258" y="1081622"/>
            <a:ext cx="3312000" cy="38232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2" name="Textplatzhalter 7">
            <a:extLst>
              <a:ext uri="{FF2B5EF4-FFF2-40B4-BE49-F238E27FC236}">
                <a16:creationId xmlns:a16="http://schemas.microsoft.com/office/drawing/2014/main" id="{6302FDD8-1341-FA35-ED08-81D993203E88}"/>
              </a:ext>
            </a:extLst>
          </p:cNvPr>
          <p:cNvSpPr>
            <a:spLocks noGrp="1"/>
          </p:cNvSpPr>
          <p:nvPr>
            <p:ph type="body" sz="quarter" idx="14" hasCustomPrompt="1"/>
          </p:nvPr>
        </p:nvSpPr>
        <p:spPr>
          <a:xfrm>
            <a:off x="838200" y="2084388"/>
            <a:ext cx="4186238" cy="1673225"/>
          </a:xfrm>
        </p:spPr>
        <p:txBody>
          <a:bodyPr/>
          <a:lstStyle>
            <a:lvl1pPr marL="36000" indent="0">
              <a:buNone/>
              <a:defRPr sz="3000" b="1">
                <a:solidFill>
                  <a:schemeClr val="tx2"/>
                </a:solidFill>
              </a:defRPr>
            </a:lvl1pPr>
          </a:lstStyle>
          <a:p>
            <a:pPr lvl="0"/>
            <a:r>
              <a:rPr lang="de-DE" dirty="0"/>
              <a:t>Hier einen Titel eingeben</a:t>
            </a:r>
            <a:endParaRPr lang="de-CH" dirty="0"/>
          </a:p>
        </p:txBody>
      </p:sp>
    </p:spTree>
    <p:extLst>
      <p:ext uri="{BB962C8B-B14F-4D97-AF65-F5344CB8AC3E}">
        <p14:creationId xmlns:p14="http://schemas.microsoft.com/office/powerpoint/2010/main" val="1462138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reak Slide 3">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A777653-439E-51C2-C43F-80C20769C68E}"/>
              </a:ext>
            </a:extLst>
          </p:cNvPr>
          <p:cNvSpPr/>
          <p:nvPr userDrawn="1"/>
        </p:nvSpPr>
        <p:spPr>
          <a:xfrm>
            <a:off x="6770" y="0"/>
            <a:ext cx="12192000" cy="6858000"/>
          </a:xfrm>
          <a:prstGeom prst="rect">
            <a:avLst/>
          </a:prstGeom>
          <a:solidFill>
            <a:srgbClr val="679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Freeform 7">
            <a:extLst>
              <a:ext uri="{FF2B5EF4-FFF2-40B4-BE49-F238E27FC236}">
                <a16:creationId xmlns:a16="http://schemas.microsoft.com/office/drawing/2014/main" id="{D6311E98-9F79-9C4C-D99F-A86EDBC258CD}"/>
              </a:ext>
            </a:extLst>
          </p:cNvPr>
          <p:cNvSpPr>
            <a:spLocks/>
          </p:cNvSpPr>
          <p:nvPr userDrawn="1"/>
        </p:nvSpPr>
        <p:spPr bwMode="auto">
          <a:xfrm>
            <a:off x="8886365" y="5434323"/>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8">
            <a:extLst>
              <a:ext uri="{FF2B5EF4-FFF2-40B4-BE49-F238E27FC236}">
                <a16:creationId xmlns:a16="http://schemas.microsoft.com/office/drawing/2014/main" id="{1E44E162-3954-71C0-B2CD-DB22F775762F}"/>
              </a:ext>
            </a:extLst>
          </p:cNvPr>
          <p:cNvSpPr>
            <a:spLocks/>
          </p:cNvSpPr>
          <p:nvPr userDrawn="1"/>
        </p:nvSpPr>
        <p:spPr bwMode="auto">
          <a:xfrm>
            <a:off x="10541842"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9">
            <a:extLst>
              <a:ext uri="{FF2B5EF4-FFF2-40B4-BE49-F238E27FC236}">
                <a16:creationId xmlns:a16="http://schemas.microsoft.com/office/drawing/2014/main" id="{198E49F4-28D9-AD9D-8949-62FE9BAD7E57}"/>
              </a:ext>
            </a:extLst>
          </p:cNvPr>
          <p:cNvSpPr>
            <a:spLocks/>
          </p:cNvSpPr>
          <p:nvPr userDrawn="1"/>
        </p:nvSpPr>
        <p:spPr bwMode="auto">
          <a:xfrm>
            <a:off x="12198770" y="5434323"/>
            <a:ext cx="1654026" cy="1913737"/>
          </a:xfrm>
          <a:custGeom>
            <a:avLst/>
            <a:gdLst>
              <a:gd name="T0" fmla="*/ 0 w 1140"/>
              <a:gd name="T1" fmla="*/ 330 h 1319"/>
              <a:gd name="T2" fmla="*/ 0 w 1140"/>
              <a:gd name="T3" fmla="*/ 989 h 1319"/>
              <a:gd name="T4" fmla="*/ 569 w 1140"/>
              <a:gd name="T5" fmla="*/ 1319 h 1319"/>
              <a:gd name="T6" fmla="*/ 1140 w 1140"/>
              <a:gd name="T7" fmla="*/ 989 h 1319"/>
              <a:gd name="T8" fmla="*/ 1140 w 1140"/>
              <a:gd name="T9" fmla="*/ 330 h 1319"/>
              <a:gd name="T10" fmla="*/ 569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69" y="1319"/>
                </a:lnTo>
                <a:lnTo>
                  <a:pt x="1140" y="989"/>
                </a:lnTo>
                <a:lnTo>
                  <a:pt x="1140" y="330"/>
                </a:lnTo>
                <a:lnTo>
                  <a:pt x="569"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0">
            <a:extLst>
              <a:ext uri="{FF2B5EF4-FFF2-40B4-BE49-F238E27FC236}">
                <a16:creationId xmlns:a16="http://schemas.microsoft.com/office/drawing/2014/main" id="{AE1C7FF9-AD41-EB19-AA07-697B6ED27EC1}"/>
              </a:ext>
            </a:extLst>
          </p:cNvPr>
          <p:cNvSpPr>
            <a:spLocks/>
          </p:cNvSpPr>
          <p:nvPr userDrawn="1"/>
        </p:nvSpPr>
        <p:spPr bwMode="auto">
          <a:xfrm>
            <a:off x="7148186" y="3999383"/>
            <a:ext cx="2566643" cy="1913737"/>
          </a:xfrm>
          <a:custGeom>
            <a:avLst/>
            <a:gdLst>
              <a:gd name="T0" fmla="*/ 1198 w 1769"/>
              <a:gd name="T1" fmla="*/ 1319 h 1319"/>
              <a:gd name="T2" fmla="*/ 1769 w 1769"/>
              <a:gd name="T3" fmla="*/ 989 h 1319"/>
              <a:gd name="T4" fmla="*/ 1769 w 1769"/>
              <a:gd name="T5" fmla="*/ 330 h 1319"/>
              <a:gd name="T6" fmla="*/ 1198 w 1769"/>
              <a:gd name="T7" fmla="*/ 0 h 1319"/>
              <a:gd name="T8" fmla="*/ 0 w 1769"/>
              <a:gd name="T9" fmla="*/ 702 h 1319"/>
            </a:gdLst>
            <a:ahLst/>
            <a:cxnLst>
              <a:cxn ang="0">
                <a:pos x="T0" y="T1"/>
              </a:cxn>
              <a:cxn ang="0">
                <a:pos x="T2" y="T3"/>
              </a:cxn>
              <a:cxn ang="0">
                <a:pos x="T4" y="T5"/>
              </a:cxn>
              <a:cxn ang="0">
                <a:pos x="T6" y="T7"/>
              </a:cxn>
              <a:cxn ang="0">
                <a:pos x="T8" y="T9"/>
              </a:cxn>
            </a:cxnLst>
            <a:rect l="0" t="0" r="r" b="b"/>
            <a:pathLst>
              <a:path w="1769" h="1319">
                <a:moveTo>
                  <a:pt x="1198" y="1319"/>
                </a:moveTo>
                <a:lnTo>
                  <a:pt x="1769" y="989"/>
                </a:lnTo>
                <a:lnTo>
                  <a:pt x="1769" y="330"/>
                </a:lnTo>
                <a:lnTo>
                  <a:pt x="1198" y="0"/>
                </a:lnTo>
                <a:lnTo>
                  <a:pt x="0" y="702"/>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1">
            <a:extLst>
              <a:ext uri="{FF2B5EF4-FFF2-40B4-BE49-F238E27FC236}">
                <a16:creationId xmlns:a16="http://schemas.microsoft.com/office/drawing/2014/main" id="{084EF3F0-1248-2770-A288-A686E32E539B}"/>
              </a:ext>
            </a:extLst>
          </p:cNvPr>
          <p:cNvSpPr>
            <a:spLocks/>
          </p:cNvSpPr>
          <p:nvPr userDrawn="1"/>
        </p:nvSpPr>
        <p:spPr bwMode="auto">
          <a:xfrm>
            <a:off x="9714829" y="3999383"/>
            <a:ext cx="1655477" cy="1913737"/>
          </a:xfrm>
          <a:custGeom>
            <a:avLst/>
            <a:gdLst>
              <a:gd name="T0" fmla="*/ 0 w 1141"/>
              <a:gd name="T1" fmla="*/ 330 h 1319"/>
              <a:gd name="T2" fmla="*/ 0 w 1141"/>
              <a:gd name="T3" fmla="*/ 989 h 1319"/>
              <a:gd name="T4" fmla="*/ 570 w 1141"/>
              <a:gd name="T5" fmla="*/ 1319 h 1319"/>
              <a:gd name="T6" fmla="*/ 1141 w 1141"/>
              <a:gd name="T7" fmla="*/ 989 h 1319"/>
              <a:gd name="T8" fmla="*/ 1141 w 1141"/>
              <a:gd name="T9" fmla="*/ 330 h 1319"/>
              <a:gd name="T10" fmla="*/ 570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0" y="1319"/>
                </a:lnTo>
                <a:lnTo>
                  <a:pt x="1141" y="989"/>
                </a:lnTo>
                <a:lnTo>
                  <a:pt x="1141" y="330"/>
                </a:lnTo>
                <a:lnTo>
                  <a:pt x="570"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Freeform 12">
            <a:extLst>
              <a:ext uri="{FF2B5EF4-FFF2-40B4-BE49-F238E27FC236}">
                <a16:creationId xmlns:a16="http://schemas.microsoft.com/office/drawing/2014/main" id="{23F180DD-64A4-79EB-C049-E20C2F66C037}"/>
              </a:ext>
            </a:extLst>
          </p:cNvPr>
          <p:cNvSpPr>
            <a:spLocks/>
          </p:cNvSpPr>
          <p:nvPr userDrawn="1"/>
        </p:nvSpPr>
        <p:spPr bwMode="auto">
          <a:xfrm>
            <a:off x="11370306" y="3999383"/>
            <a:ext cx="1654026" cy="1913737"/>
          </a:xfrm>
          <a:custGeom>
            <a:avLst/>
            <a:gdLst>
              <a:gd name="T0" fmla="*/ 0 w 1140"/>
              <a:gd name="T1" fmla="*/ 330 h 1319"/>
              <a:gd name="T2" fmla="*/ 0 w 1140"/>
              <a:gd name="T3" fmla="*/ 989 h 1319"/>
              <a:gd name="T4" fmla="*/ 571 w 1140"/>
              <a:gd name="T5" fmla="*/ 1319 h 1319"/>
              <a:gd name="T6" fmla="*/ 1140 w 1140"/>
              <a:gd name="T7" fmla="*/ 989 h 1319"/>
              <a:gd name="T8" fmla="*/ 1140 w 1140"/>
              <a:gd name="T9" fmla="*/ 330 h 1319"/>
              <a:gd name="T10" fmla="*/ 571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71" y="1319"/>
                </a:lnTo>
                <a:lnTo>
                  <a:pt x="1140" y="989"/>
                </a:lnTo>
                <a:lnTo>
                  <a:pt x="1140"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Freeform 13">
            <a:extLst>
              <a:ext uri="{FF2B5EF4-FFF2-40B4-BE49-F238E27FC236}">
                <a16:creationId xmlns:a16="http://schemas.microsoft.com/office/drawing/2014/main" id="{1863EE5B-B14E-7469-C74D-50BA8E609E46}"/>
              </a:ext>
            </a:extLst>
          </p:cNvPr>
          <p:cNvSpPr>
            <a:spLocks/>
          </p:cNvSpPr>
          <p:nvPr userDrawn="1"/>
        </p:nvSpPr>
        <p:spPr bwMode="auto">
          <a:xfrm>
            <a:off x="13024332" y="399938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14">
            <a:extLst>
              <a:ext uri="{FF2B5EF4-FFF2-40B4-BE49-F238E27FC236}">
                <a16:creationId xmlns:a16="http://schemas.microsoft.com/office/drawing/2014/main" id="{C0FB79A1-6107-886A-C84D-E3733EC51260}"/>
              </a:ext>
            </a:extLst>
          </p:cNvPr>
          <p:cNvSpPr>
            <a:spLocks/>
          </p:cNvSpPr>
          <p:nvPr userDrawn="1"/>
        </p:nvSpPr>
        <p:spPr bwMode="auto">
          <a:xfrm>
            <a:off x="13852797"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5">
            <a:extLst>
              <a:ext uri="{FF2B5EF4-FFF2-40B4-BE49-F238E27FC236}">
                <a16:creationId xmlns:a16="http://schemas.microsoft.com/office/drawing/2014/main" id="{36E0CD22-2CF5-9C97-AC7A-8B447D937FE0}"/>
              </a:ext>
            </a:extLst>
          </p:cNvPr>
          <p:cNvSpPr>
            <a:spLocks/>
          </p:cNvSpPr>
          <p:nvPr userDrawn="1"/>
        </p:nvSpPr>
        <p:spPr bwMode="auto">
          <a:xfrm>
            <a:off x="8886365" y="2567344"/>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Freeform 16">
            <a:extLst>
              <a:ext uri="{FF2B5EF4-FFF2-40B4-BE49-F238E27FC236}">
                <a16:creationId xmlns:a16="http://schemas.microsoft.com/office/drawing/2014/main" id="{33F5733A-DE49-A549-55D3-BD8DE90DBB6C}"/>
              </a:ext>
            </a:extLst>
          </p:cNvPr>
          <p:cNvSpPr>
            <a:spLocks/>
          </p:cNvSpPr>
          <p:nvPr userDrawn="1"/>
        </p:nvSpPr>
        <p:spPr bwMode="auto">
          <a:xfrm>
            <a:off x="10541842"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Freeform 17">
            <a:extLst>
              <a:ext uri="{FF2B5EF4-FFF2-40B4-BE49-F238E27FC236}">
                <a16:creationId xmlns:a16="http://schemas.microsoft.com/office/drawing/2014/main" id="{25E764E7-8B1F-9982-D5AF-D63794954E6F}"/>
              </a:ext>
            </a:extLst>
          </p:cNvPr>
          <p:cNvSpPr>
            <a:spLocks/>
          </p:cNvSpPr>
          <p:nvPr userDrawn="1"/>
        </p:nvSpPr>
        <p:spPr bwMode="auto">
          <a:xfrm>
            <a:off x="9714829" y="1133855"/>
            <a:ext cx="1655477" cy="1912287"/>
          </a:xfrm>
          <a:custGeom>
            <a:avLst/>
            <a:gdLst>
              <a:gd name="T0" fmla="*/ 0 w 1141"/>
              <a:gd name="T1" fmla="*/ 329 h 1318"/>
              <a:gd name="T2" fmla="*/ 0 w 1141"/>
              <a:gd name="T3" fmla="*/ 988 h 1318"/>
              <a:gd name="T4" fmla="*/ 570 w 1141"/>
              <a:gd name="T5" fmla="*/ 1318 h 1318"/>
              <a:gd name="T6" fmla="*/ 1141 w 1141"/>
              <a:gd name="T7" fmla="*/ 988 h 1318"/>
              <a:gd name="T8" fmla="*/ 1141 w 1141"/>
              <a:gd name="T9" fmla="*/ 329 h 1318"/>
              <a:gd name="T10" fmla="*/ 570 w 1141"/>
              <a:gd name="T11" fmla="*/ 0 h 1318"/>
              <a:gd name="T12" fmla="*/ 0 w 1141"/>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1" h="1318">
                <a:moveTo>
                  <a:pt x="0" y="329"/>
                </a:moveTo>
                <a:lnTo>
                  <a:pt x="0" y="988"/>
                </a:lnTo>
                <a:lnTo>
                  <a:pt x="570" y="1318"/>
                </a:lnTo>
                <a:lnTo>
                  <a:pt x="1141" y="988"/>
                </a:lnTo>
                <a:lnTo>
                  <a:pt x="1141" y="329"/>
                </a:lnTo>
                <a:lnTo>
                  <a:pt x="570"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4" name="Freeform 18">
            <a:extLst>
              <a:ext uri="{FF2B5EF4-FFF2-40B4-BE49-F238E27FC236}">
                <a16:creationId xmlns:a16="http://schemas.microsoft.com/office/drawing/2014/main" id="{42D041C8-4410-2D18-FE1F-A2163708C7CE}"/>
              </a:ext>
            </a:extLst>
          </p:cNvPr>
          <p:cNvSpPr>
            <a:spLocks/>
          </p:cNvSpPr>
          <p:nvPr userDrawn="1"/>
        </p:nvSpPr>
        <p:spPr bwMode="auto">
          <a:xfrm>
            <a:off x="11370306" y="1133855"/>
            <a:ext cx="1654026" cy="1912287"/>
          </a:xfrm>
          <a:custGeom>
            <a:avLst/>
            <a:gdLst>
              <a:gd name="T0" fmla="*/ 0 w 1140"/>
              <a:gd name="T1" fmla="*/ 329 h 1318"/>
              <a:gd name="T2" fmla="*/ 0 w 1140"/>
              <a:gd name="T3" fmla="*/ 988 h 1318"/>
              <a:gd name="T4" fmla="*/ 571 w 1140"/>
              <a:gd name="T5" fmla="*/ 1318 h 1318"/>
              <a:gd name="T6" fmla="*/ 1140 w 1140"/>
              <a:gd name="T7" fmla="*/ 988 h 1318"/>
              <a:gd name="T8" fmla="*/ 1140 w 1140"/>
              <a:gd name="T9" fmla="*/ 329 h 1318"/>
              <a:gd name="T10" fmla="*/ 571 w 1140"/>
              <a:gd name="T11" fmla="*/ 0 h 1318"/>
              <a:gd name="T12" fmla="*/ 0 w 1140"/>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0" h="1318">
                <a:moveTo>
                  <a:pt x="0" y="329"/>
                </a:moveTo>
                <a:lnTo>
                  <a:pt x="0" y="988"/>
                </a:lnTo>
                <a:lnTo>
                  <a:pt x="571" y="1318"/>
                </a:lnTo>
                <a:lnTo>
                  <a:pt x="1140" y="988"/>
                </a:lnTo>
                <a:lnTo>
                  <a:pt x="1140"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Freeform 19">
            <a:extLst>
              <a:ext uri="{FF2B5EF4-FFF2-40B4-BE49-F238E27FC236}">
                <a16:creationId xmlns:a16="http://schemas.microsoft.com/office/drawing/2014/main" id="{E99A2553-C238-387B-D5D3-4CC2741D6491}"/>
              </a:ext>
            </a:extLst>
          </p:cNvPr>
          <p:cNvSpPr>
            <a:spLocks/>
          </p:cNvSpPr>
          <p:nvPr userDrawn="1"/>
        </p:nvSpPr>
        <p:spPr bwMode="auto">
          <a:xfrm>
            <a:off x="13024332" y="1133855"/>
            <a:ext cx="1656928" cy="1912287"/>
          </a:xfrm>
          <a:custGeom>
            <a:avLst/>
            <a:gdLst>
              <a:gd name="T0" fmla="*/ 0 w 1142"/>
              <a:gd name="T1" fmla="*/ 329 h 1318"/>
              <a:gd name="T2" fmla="*/ 0 w 1142"/>
              <a:gd name="T3" fmla="*/ 988 h 1318"/>
              <a:gd name="T4" fmla="*/ 571 w 1142"/>
              <a:gd name="T5" fmla="*/ 1318 h 1318"/>
              <a:gd name="T6" fmla="*/ 1142 w 1142"/>
              <a:gd name="T7" fmla="*/ 988 h 1318"/>
              <a:gd name="T8" fmla="*/ 1142 w 1142"/>
              <a:gd name="T9" fmla="*/ 329 h 1318"/>
              <a:gd name="T10" fmla="*/ 571 w 1142"/>
              <a:gd name="T11" fmla="*/ 0 h 1318"/>
              <a:gd name="T12" fmla="*/ 0 w 1142"/>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2" h="1318">
                <a:moveTo>
                  <a:pt x="0" y="329"/>
                </a:moveTo>
                <a:lnTo>
                  <a:pt x="0" y="988"/>
                </a:lnTo>
                <a:lnTo>
                  <a:pt x="571" y="1318"/>
                </a:lnTo>
                <a:lnTo>
                  <a:pt x="1142" y="988"/>
                </a:lnTo>
                <a:lnTo>
                  <a:pt x="1142"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6" name="Freeform 20">
            <a:extLst>
              <a:ext uri="{FF2B5EF4-FFF2-40B4-BE49-F238E27FC236}">
                <a16:creationId xmlns:a16="http://schemas.microsoft.com/office/drawing/2014/main" id="{C54AAE60-1C6C-CAA8-CD7E-2DB38700709F}"/>
              </a:ext>
            </a:extLst>
          </p:cNvPr>
          <p:cNvSpPr>
            <a:spLocks/>
          </p:cNvSpPr>
          <p:nvPr userDrawn="1"/>
        </p:nvSpPr>
        <p:spPr bwMode="auto">
          <a:xfrm>
            <a:off x="13852797"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7" name="Oval 21">
            <a:extLst>
              <a:ext uri="{FF2B5EF4-FFF2-40B4-BE49-F238E27FC236}">
                <a16:creationId xmlns:a16="http://schemas.microsoft.com/office/drawing/2014/main" id="{522C8BB9-4FC7-AF7E-5AA5-34632A2FA557}"/>
              </a:ext>
            </a:extLst>
          </p:cNvPr>
          <p:cNvSpPr>
            <a:spLocks noChangeArrowheads="1"/>
          </p:cNvSpPr>
          <p:nvPr userDrawn="1"/>
        </p:nvSpPr>
        <p:spPr bwMode="auto">
          <a:xfrm>
            <a:off x="7111258" y="4988035"/>
            <a:ext cx="72000" cy="72000"/>
          </a:xfrm>
          <a:prstGeom prst="ellipse">
            <a:avLst/>
          </a:prstGeom>
          <a:solidFill>
            <a:schemeClr val="bg1"/>
          </a:solidFill>
          <a:ln w="1587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2" name="Bildplatzhalter 11">
            <a:extLst>
              <a:ext uri="{FF2B5EF4-FFF2-40B4-BE49-F238E27FC236}">
                <a16:creationId xmlns:a16="http://schemas.microsoft.com/office/drawing/2014/main" id="{FD115CE1-8297-F2D3-6CDF-76B799708273}"/>
              </a:ext>
            </a:extLst>
          </p:cNvPr>
          <p:cNvSpPr>
            <a:spLocks noGrp="1"/>
          </p:cNvSpPr>
          <p:nvPr>
            <p:ph type="pic" sz="quarter" idx="13" hasCustomPrompt="1"/>
          </p:nvPr>
        </p:nvSpPr>
        <p:spPr>
          <a:xfrm>
            <a:off x="5491258" y="1081622"/>
            <a:ext cx="3312000" cy="38232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3" name="Textplatzhalter 7">
            <a:extLst>
              <a:ext uri="{FF2B5EF4-FFF2-40B4-BE49-F238E27FC236}">
                <a16:creationId xmlns:a16="http://schemas.microsoft.com/office/drawing/2014/main" id="{16C245B7-C825-991C-7036-FF0E1A907EF6}"/>
              </a:ext>
            </a:extLst>
          </p:cNvPr>
          <p:cNvSpPr>
            <a:spLocks noGrp="1"/>
          </p:cNvSpPr>
          <p:nvPr>
            <p:ph type="body" sz="quarter" idx="14" hasCustomPrompt="1"/>
          </p:nvPr>
        </p:nvSpPr>
        <p:spPr>
          <a:xfrm>
            <a:off x="838200" y="2084388"/>
            <a:ext cx="4186238" cy="1673225"/>
          </a:xfrm>
        </p:spPr>
        <p:txBody>
          <a:bodyPr/>
          <a:lstStyle>
            <a:lvl1pPr marL="36000" indent="0">
              <a:buNone/>
              <a:defRPr sz="3000" b="1">
                <a:solidFill>
                  <a:schemeClr val="bg1"/>
                </a:solidFill>
              </a:defRPr>
            </a:lvl1pPr>
          </a:lstStyle>
          <a:p>
            <a:pPr lvl="0"/>
            <a:r>
              <a:rPr lang="de-DE" dirty="0"/>
              <a:t>Hier einen Titel eingeben</a:t>
            </a:r>
            <a:endParaRPr lang="de-CH" dirty="0"/>
          </a:p>
        </p:txBody>
      </p:sp>
    </p:spTree>
    <p:extLst>
      <p:ext uri="{BB962C8B-B14F-4D97-AF65-F5344CB8AC3E}">
        <p14:creationId xmlns:p14="http://schemas.microsoft.com/office/powerpoint/2010/main" val="40614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reak Slide 4">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A777653-439E-51C2-C43F-80C20769C68E}"/>
              </a:ext>
            </a:extLst>
          </p:cNvPr>
          <p:cNvSpPr/>
          <p:nvPr userDrawn="1"/>
        </p:nvSpPr>
        <p:spPr>
          <a:xfrm>
            <a:off x="0" y="0"/>
            <a:ext cx="12192000" cy="6858000"/>
          </a:xfrm>
          <a:prstGeom prst="rect">
            <a:avLst/>
          </a:prstGeom>
          <a:solidFill>
            <a:srgbClr val="7F87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Freeform 7">
            <a:extLst>
              <a:ext uri="{FF2B5EF4-FFF2-40B4-BE49-F238E27FC236}">
                <a16:creationId xmlns:a16="http://schemas.microsoft.com/office/drawing/2014/main" id="{D6311E98-9F79-9C4C-D99F-A86EDBC258CD}"/>
              </a:ext>
            </a:extLst>
          </p:cNvPr>
          <p:cNvSpPr>
            <a:spLocks/>
          </p:cNvSpPr>
          <p:nvPr userDrawn="1"/>
        </p:nvSpPr>
        <p:spPr bwMode="auto">
          <a:xfrm>
            <a:off x="8886365" y="5434323"/>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8">
            <a:extLst>
              <a:ext uri="{FF2B5EF4-FFF2-40B4-BE49-F238E27FC236}">
                <a16:creationId xmlns:a16="http://schemas.microsoft.com/office/drawing/2014/main" id="{1E44E162-3954-71C0-B2CD-DB22F775762F}"/>
              </a:ext>
            </a:extLst>
          </p:cNvPr>
          <p:cNvSpPr>
            <a:spLocks/>
          </p:cNvSpPr>
          <p:nvPr userDrawn="1"/>
        </p:nvSpPr>
        <p:spPr bwMode="auto">
          <a:xfrm>
            <a:off x="10541842"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9">
            <a:extLst>
              <a:ext uri="{FF2B5EF4-FFF2-40B4-BE49-F238E27FC236}">
                <a16:creationId xmlns:a16="http://schemas.microsoft.com/office/drawing/2014/main" id="{198E49F4-28D9-AD9D-8949-62FE9BAD7E57}"/>
              </a:ext>
            </a:extLst>
          </p:cNvPr>
          <p:cNvSpPr>
            <a:spLocks/>
          </p:cNvSpPr>
          <p:nvPr userDrawn="1"/>
        </p:nvSpPr>
        <p:spPr bwMode="auto">
          <a:xfrm>
            <a:off x="12198770" y="5434323"/>
            <a:ext cx="1654026" cy="1913737"/>
          </a:xfrm>
          <a:custGeom>
            <a:avLst/>
            <a:gdLst>
              <a:gd name="T0" fmla="*/ 0 w 1140"/>
              <a:gd name="T1" fmla="*/ 330 h 1319"/>
              <a:gd name="T2" fmla="*/ 0 w 1140"/>
              <a:gd name="T3" fmla="*/ 989 h 1319"/>
              <a:gd name="T4" fmla="*/ 569 w 1140"/>
              <a:gd name="T5" fmla="*/ 1319 h 1319"/>
              <a:gd name="T6" fmla="*/ 1140 w 1140"/>
              <a:gd name="T7" fmla="*/ 989 h 1319"/>
              <a:gd name="T8" fmla="*/ 1140 w 1140"/>
              <a:gd name="T9" fmla="*/ 330 h 1319"/>
              <a:gd name="T10" fmla="*/ 569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69" y="1319"/>
                </a:lnTo>
                <a:lnTo>
                  <a:pt x="1140" y="989"/>
                </a:lnTo>
                <a:lnTo>
                  <a:pt x="1140" y="330"/>
                </a:lnTo>
                <a:lnTo>
                  <a:pt x="569"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0">
            <a:extLst>
              <a:ext uri="{FF2B5EF4-FFF2-40B4-BE49-F238E27FC236}">
                <a16:creationId xmlns:a16="http://schemas.microsoft.com/office/drawing/2014/main" id="{AE1C7FF9-AD41-EB19-AA07-697B6ED27EC1}"/>
              </a:ext>
            </a:extLst>
          </p:cNvPr>
          <p:cNvSpPr>
            <a:spLocks/>
          </p:cNvSpPr>
          <p:nvPr userDrawn="1"/>
        </p:nvSpPr>
        <p:spPr bwMode="auto">
          <a:xfrm>
            <a:off x="7148186" y="3999383"/>
            <a:ext cx="2566643" cy="1913737"/>
          </a:xfrm>
          <a:custGeom>
            <a:avLst/>
            <a:gdLst>
              <a:gd name="T0" fmla="*/ 1198 w 1769"/>
              <a:gd name="T1" fmla="*/ 1319 h 1319"/>
              <a:gd name="T2" fmla="*/ 1769 w 1769"/>
              <a:gd name="T3" fmla="*/ 989 h 1319"/>
              <a:gd name="T4" fmla="*/ 1769 w 1769"/>
              <a:gd name="T5" fmla="*/ 330 h 1319"/>
              <a:gd name="T6" fmla="*/ 1198 w 1769"/>
              <a:gd name="T7" fmla="*/ 0 h 1319"/>
              <a:gd name="T8" fmla="*/ 0 w 1769"/>
              <a:gd name="T9" fmla="*/ 702 h 1319"/>
            </a:gdLst>
            <a:ahLst/>
            <a:cxnLst>
              <a:cxn ang="0">
                <a:pos x="T0" y="T1"/>
              </a:cxn>
              <a:cxn ang="0">
                <a:pos x="T2" y="T3"/>
              </a:cxn>
              <a:cxn ang="0">
                <a:pos x="T4" y="T5"/>
              </a:cxn>
              <a:cxn ang="0">
                <a:pos x="T6" y="T7"/>
              </a:cxn>
              <a:cxn ang="0">
                <a:pos x="T8" y="T9"/>
              </a:cxn>
            </a:cxnLst>
            <a:rect l="0" t="0" r="r" b="b"/>
            <a:pathLst>
              <a:path w="1769" h="1319">
                <a:moveTo>
                  <a:pt x="1198" y="1319"/>
                </a:moveTo>
                <a:lnTo>
                  <a:pt x="1769" y="989"/>
                </a:lnTo>
                <a:lnTo>
                  <a:pt x="1769" y="330"/>
                </a:lnTo>
                <a:lnTo>
                  <a:pt x="1198" y="0"/>
                </a:lnTo>
                <a:lnTo>
                  <a:pt x="0" y="702"/>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1">
            <a:extLst>
              <a:ext uri="{FF2B5EF4-FFF2-40B4-BE49-F238E27FC236}">
                <a16:creationId xmlns:a16="http://schemas.microsoft.com/office/drawing/2014/main" id="{084EF3F0-1248-2770-A288-A686E32E539B}"/>
              </a:ext>
            </a:extLst>
          </p:cNvPr>
          <p:cNvSpPr>
            <a:spLocks/>
          </p:cNvSpPr>
          <p:nvPr userDrawn="1"/>
        </p:nvSpPr>
        <p:spPr bwMode="auto">
          <a:xfrm>
            <a:off x="9714829" y="3999383"/>
            <a:ext cx="1655477" cy="1913737"/>
          </a:xfrm>
          <a:custGeom>
            <a:avLst/>
            <a:gdLst>
              <a:gd name="T0" fmla="*/ 0 w 1141"/>
              <a:gd name="T1" fmla="*/ 330 h 1319"/>
              <a:gd name="T2" fmla="*/ 0 w 1141"/>
              <a:gd name="T3" fmla="*/ 989 h 1319"/>
              <a:gd name="T4" fmla="*/ 570 w 1141"/>
              <a:gd name="T5" fmla="*/ 1319 h 1319"/>
              <a:gd name="T6" fmla="*/ 1141 w 1141"/>
              <a:gd name="T7" fmla="*/ 989 h 1319"/>
              <a:gd name="T8" fmla="*/ 1141 w 1141"/>
              <a:gd name="T9" fmla="*/ 330 h 1319"/>
              <a:gd name="T10" fmla="*/ 570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0" y="1319"/>
                </a:lnTo>
                <a:lnTo>
                  <a:pt x="1141" y="989"/>
                </a:lnTo>
                <a:lnTo>
                  <a:pt x="1141" y="330"/>
                </a:lnTo>
                <a:lnTo>
                  <a:pt x="570"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Freeform 12">
            <a:extLst>
              <a:ext uri="{FF2B5EF4-FFF2-40B4-BE49-F238E27FC236}">
                <a16:creationId xmlns:a16="http://schemas.microsoft.com/office/drawing/2014/main" id="{23F180DD-64A4-79EB-C049-E20C2F66C037}"/>
              </a:ext>
            </a:extLst>
          </p:cNvPr>
          <p:cNvSpPr>
            <a:spLocks/>
          </p:cNvSpPr>
          <p:nvPr userDrawn="1"/>
        </p:nvSpPr>
        <p:spPr bwMode="auto">
          <a:xfrm>
            <a:off x="11370306" y="3999383"/>
            <a:ext cx="1654026" cy="1913737"/>
          </a:xfrm>
          <a:custGeom>
            <a:avLst/>
            <a:gdLst>
              <a:gd name="T0" fmla="*/ 0 w 1140"/>
              <a:gd name="T1" fmla="*/ 330 h 1319"/>
              <a:gd name="T2" fmla="*/ 0 w 1140"/>
              <a:gd name="T3" fmla="*/ 989 h 1319"/>
              <a:gd name="T4" fmla="*/ 571 w 1140"/>
              <a:gd name="T5" fmla="*/ 1319 h 1319"/>
              <a:gd name="T6" fmla="*/ 1140 w 1140"/>
              <a:gd name="T7" fmla="*/ 989 h 1319"/>
              <a:gd name="T8" fmla="*/ 1140 w 1140"/>
              <a:gd name="T9" fmla="*/ 330 h 1319"/>
              <a:gd name="T10" fmla="*/ 571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71" y="1319"/>
                </a:lnTo>
                <a:lnTo>
                  <a:pt x="1140" y="989"/>
                </a:lnTo>
                <a:lnTo>
                  <a:pt x="1140"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Freeform 13">
            <a:extLst>
              <a:ext uri="{FF2B5EF4-FFF2-40B4-BE49-F238E27FC236}">
                <a16:creationId xmlns:a16="http://schemas.microsoft.com/office/drawing/2014/main" id="{1863EE5B-B14E-7469-C74D-50BA8E609E46}"/>
              </a:ext>
            </a:extLst>
          </p:cNvPr>
          <p:cNvSpPr>
            <a:spLocks/>
          </p:cNvSpPr>
          <p:nvPr userDrawn="1"/>
        </p:nvSpPr>
        <p:spPr bwMode="auto">
          <a:xfrm>
            <a:off x="13024332" y="399938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14">
            <a:extLst>
              <a:ext uri="{FF2B5EF4-FFF2-40B4-BE49-F238E27FC236}">
                <a16:creationId xmlns:a16="http://schemas.microsoft.com/office/drawing/2014/main" id="{C0FB79A1-6107-886A-C84D-E3733EC51260}"/>
              </a:ext>
            </a:extLst>
          </p:cNvPr>
          <p:cNvSpPr>
            <a:spLocks/>
          </p:cNvSpPr>
          <p:nvPr userDrawn="1"/>
        </p:nvSpPr>
        <p:spPr bwMode="auto">
          <a:xfrm>
            <a:off x="13852797"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5">
            <a:extLst>
              <a:ext uri="{FF2B5EF4-FFF2-40B4-BE49-F238E27FC236}">
                <a16:creationId xmlns:a16="http://schemas.microsoft.com/office/drawing/2014/main" id="{36E0CD22-2CF5-9C97-AC7A-8B447D937FE0}"/>
              </a:ext>
            </a:extLst>
          </p:cNvPr>
          <p:cNvSpPr>
            <a:spLocks/>
          </p:cNvSpPr>
          <p:nvPr userDrawn="1"/>
        </p:nvSpPr>
        <p:spPr bwMode="auto">
          <a:xfrm>
            <a:off x="8886365" y="2567344"/>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Freeform 16">
            <a:extLst>
              <a:ext uri="{FF2B5EF4-FFF2-40B4-BE49-F238E27FC236}">
                <a16:creationId xmlns:a16="http://schemas.microsoft.com/office/drawing/2014/main" id="{33F5733A-DE49-A549-55D3-BD8DE90DBB6C}"/>
              </a:ext>
            </a:extLst>
          </p:cNvPr>
          <p:cNvSpPr>
            <a:spLocks/>
          </p:cNvSpPr>
          <p:nvPr userDrawn="1"/>
        </p:nvSpPr>
        <p:spPr bwMode="auto">
          <a:xfrm>
            <a:off x="10541842"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Freeform 17">
            <a:extLst>
              <a:ext uri="{FF2B5EF4-FFF2-40B4-BE49-F238E27FC236}">
                <a16:creationId xmlns:a16="http://schemas.microsoft.com/office/drawing/2014/main" id="{25E764E7-8B1F-9982-D5AF-D63794954E6F}"/>
              </a:ext>
            </a:extLst>
          </p:cNvPr>
          <p:cNvSpPr>
            <a:spLocks/>
          </p:cNvSpPr>
          <p:nvPr userDrawn="1"/>
        </p:nvSpPr>
        <p:spPr bwMode="auto">
          <a:xfrm>
            <a:off x="9714829" y="1133855"/>
            <a:ext cx="1655477" cy="1912287"/>
          </a:xfrm>
          <a:custGeom>
            <a:avLst/>
            <a:gdLst>
              <a:gd name="T0" fmla="*/ 0 w 1141"/>
              <a:gd name="T1" fmla="*/ 329 h 1318"/>
              <a:gd name="T2" fmla="*/ 0 w 1141"/>
              <a:gd name="T3" fmla="*/ 988 h 1318"/>
              <a:gd name="T4" fmla="*/ 570 w 1141"/>
              <a:gd name="T5" fmla="*/ 1318 h 1318"/>
              <a:gd name="T6" fmla="*/ 1141 w 1141"/>
              <a:gd name="T7" fmla="*/ 988 h 1318"/>
              <a:gd name="T8" fmla="*/ 1141 w 1141"/>
              <a:gd name="T9" fmla="*/ 329 h 1318"/>
              <a:gd name="T10" fmla="*/ 570 w 1141"/>
              <a:gd name="T11" fmla="*/ 0 h 1318"/>
              <a:gd name="T12" fmla="*/ 0 w 1141"/>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1" h="1318">
                <a:moveTo>
                  <a:pt x="0" y="329"/>
                </a:moveTo>
                <a:lnTo>
                  <a:pt x="0" y="988"/>
                </a:lnTo>
                <a:lnTo>
                  <a:pt x="570" y="1318"/>
                </a:lnTo>
                <a:lnTo>
                  <a:pt x="1141" y="988"/>
                </a:lnTo>
                <a:lnTo>
                  <a:pt x="1141" y="329"/>
                </a:lnTo>
                <a:lnTo>
                  <a:pt x="570"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4" name="Freeform 18">
            <a:extLst>
              <a:ext uri="{FF2B5EF4-FFF2-40B4-BE49-F238E27FC236}">
                <a16:creationId xmlns:a16="http://schemas.microsoft.com/office/drawing/2014/main" id="{42D041C8-4410-2D18-FE1F-A2163708C7CE}"/>
              </a:ext>
            </a:extLst>
          </p:cNvPr>
          <p:cNvSpPr>
            <a:spLocks/>
          </p:cNvSpPr>
          <p:nvPr userDrawn="1"/>
        </p:nvSpPr>
        <p:spPr bwMode="auto">
          <a:xfrm>
            <a:off x="11370306" y="1133855"/>
            <a:ext cx="1654026" cy="1912287"/>
          </a:xfrm>
          <a:custGeom>
            <a:avLst/>
            <a:gdLst>
              <a:gd name="T0" fmla="*/ 0 w 1140"/>
              <a:gd name="T1" fmla="*/ 329 h 1318"/>
              <a:gd name="T2" fmla="*/ 0 w 1140"/>
              <a:gd name="T3" fmla="*/ 988 h 1318"/>
              <a:gd name="T4" fmla="*/ 571 w 1140"/>
              <a:gd name="T5" fmla="*/ 1318 h 1318"/>
              <a:gd name="T6" fmla="*/ 1140 w 1140"/>
              <a:gd name="T7" fmla="*/ 988 h 1318"/>
              <a:gd name="T8" fmla="*/ 1140 w 1140"/>
              <a:gd name="T9" fmla="*/ 329 h 1318"/>
              <a:gd name="T10" fmla="*/ 571 w 1140"/>
              <a:gd name="T11" fmla="*/ 0 h 1318"/>
              <a:gd name="T12" fmla="*/ 0 w 1140"/>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0" h="1318">
                <a:moveTo>
                  <a:pt x="0" y="329"/>
                </a:moveTo>
                <a:lnTo>
                  <a:pt x="0" y="988"/>
                </a:lnTo>
                <a:lnTo>
                  <a:pt x="571" y="1318"/>
                </a:lnTo>
                <a:lnTo>
                  <a:pt x="1140" y="988"/>
                </a:lnTo>
                <a:lnTo>
                  <a:pt x="1140"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Freeform 19">
            <a:extLst>
              <a:ext uri="{FF2B5EF4-FFF2-40B4-BE49-F238E27FC236}">
                <a16:creationId xmlns:a16="http://schemas.microsoft.com/office/drawing/2014/main" id="{E99A2553-C238-387B-D5D3-4CC2741D6491}"/>
              </a:ext>
            </a:extLst>
          </p:cNvPr>
          <p:cNvSpPr>
            <a:spLocks/>
          </p:cNvSpPr>
          <p:nvPr userDrawn="1"/>
        </p:nvSpPr>
        <p:spPr bwMode="auto">
          <a:xfrm>
            <a:off x="13024332" y="1133855"/>
            <a:ext cx="1656928" cy="1912287"/>
          </a:xfrm>
          <a:custGeom>
            <a:avLst/>
            <a:gdLst>
              <a:gd name="T0" fmla="*/ 0 w 1142"/>
              <a:gd name="T1" fmla="*/ 329 h 1318"/>
              <a:gd name="T2" fmla="*/ 0 w 1142"/>
              <a:gd name="T3" fmla="*/ 988 h 1318"/>
              <a:gd name="T4" fmla="*/ 571 w 1142"/>
              <a:gd name="T5" fmla="*/ 1318 h 1318"/>
              <a:gd name="T6" fmla="*/ 1142 w 1142"/>
              <a:gd name="T7" fmla="*/ 988 h 1318"/>
              <a:gd name="T8" fmla="*/ 1142 w 1142"/>
              <a:gd name="T9" fmla="*/ 329 h 1318"/>
              <a:gd name="T10" fmla="*/ 571 w 1142"/>
              <a:gd name="T11" fmla="*/ 0 h 1318"/>
              <a:gd name="T12" fmla="*/ 0 w 1142"/>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2" h="1318">
                <a:moveTo>
                  <a:pt x="0" y="329"/>
                </a:moveTo>
                <a:lnTo>
                  <a:pt x="0" y="988"/>
                </a:lnTo>
                <a:lnTo>
                  <a:pt x="571" y="1318"/>
                </a:lnTo>
                <a:lnTo>
                  <a:pt x="1142" y="988"/>
                </a:lnTo>
                <a:lnTo>
                  <a:pt x="1142"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6" name="Freeform 20">
            <a:extLst>
              <a:ext uri="{FF2B5EF4-FFF2-40B4-BE49-F238E27FC236}">
                <a16:creationId xmlns:a16="http://schemas.microsoft.com/office/drawing/2014/main" id="{C54AAE60-1C6C-CAA8-CD7E-2DB38700709F}"/>
              </a:ext>
            </a:extLst>
          </p:cNvPr>
          <p:cNvSpPr>
            <a:spLocks/>
          </p:cNvSpPr>
          <p:nvPr userDrawn="1"/>
        </p:nvSpPr>
        <p:spPr bwMode="auto">
          <a:xfrm>
            <a:off x="13852797"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7" name="Oval 21">
            <a:extLst>
              <a:ext uri="{FF2B5EF4-FFF2-40B4-BE49-F238E27FC236}">
                <a16:creationId xmlns:a16="http://schemas.microsoft.com/office/drawing/2014/main" id="{522C8BB9-4FC7-AF7E-5AA5-34632A2FA557}"/>
              </a:ext>
            </a:extLst>
          </p:cNvPr>
          <p:cNvSpPr>
            <a:spLocks noChangeArrowheads="1"/>
          </p:cNvSpPr>
          <p:nvPr userDrawn="1"/>
        </p:nvSpPr>
        <p:spPr bwMode="auto">
          <a:xfrm>
            <a:off x="7111258" y="4988035"/>
            <a:ext cx="72000" cy="72000"/>
          </a:xfrm>
          <a:prstGeom prst="ellipse">
            <a:avLst/>
          </a:prstGeom>
          <a:solidFill>
            <a:schemeClr val="bg1"/>
          </a:solidFill>
          <a:ln w="1587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2" name="Bildplatzhalter 11">
            <a:extLst>
              <a:ext uri="{FF2B5EF4-FFF2-40B4-BE49-F238E27FC236}">
                <a16:creationId xmlns:a16="http://schemas.microsoft.com/office/drawing/2014/main" id="{FD115CE1-8297-F2D3-6CDF-76B799708273}"/>
              </a:ext>
            </a:extLst>
          </p:cNvPr>
          <p:cNvSpPr>
            <a:spLocks noGrp="1"/>
          </p:cNvSpPr>
          <p:nvPr>
            <p:ph type="pic" sz="quarter" idx="13" hasCustomPrompt="1"/>
          </p:nvPr>
        </p:nvSpPr>
        <p:spPr>
          <a:xfrm>
            <a:off x="5491258" y="1081622"/>
            <a:ext cx="3312000" cy="38232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2" name="Textplatzhalter 7">
            <a:extLst>
              <a:ext uri="{FF2B5EF4-FFF2-40B4-BE49-F238E27FC236}">
                <a16:creationId xmlns:a16="http://schemas.microsoft.com/office/drawing/2014/main" id="{BFDE45D1-A699-1DF6-1043-CF36FCB0C09F}"/>
              </a:ext>
            </a:extLst>
          </p:cNvPr>
          <p:cNvSpPr>
            <a:spLocks noGrp="1"/>
          </p:cNvSpPr>
          <p:nvPr>
            <p:ph type="body" sz="quarter" idx="14" hasCustomPrompt="1"/>
          </p:nvPr>
        </p:nvSpPr>
        <p:spPr>
          <a:xfrm>
            <a:off x="838200" y="2084388"/>
            <a:ext cx="4186238" cy="1673225"/>
          </a:xfrm>
        </p:spPr>
        <p:txBody>
          <a:bodyPr/>
          <a:lstStyle>
            <a:lvl1pPr marL="36000" indent="0">
              <a:buNone/>
              <a:defRPr sz="3000" b="1">
                <a:solidFill>
                  <a:schemeClr val="bg1"/>
                </a:solidFill>
              </a:defRPr>
            </a:lvl1pPr>
          </a:lstStyle>
          <a:p>
            <a:pPr lvl="0"/>
            <a:r>
              <a:rPr lang="de-DE" dirty="0"/>
              <a:t>Hier einen Titel eingeben</a:t>
            </a:r>
            <a:endParaRPr lang="de-CH" dirty="0"/>
          </a:p>
        </p:txBody>
      </p:sp>
    </p:spTree>
    <p:extLst>
      <p:ext uri="{BB962C8B-B14F-4D97-AF65-F5344CB8AC3E}">
        <p14:creationId xmlns:p14="http://schemas.microsoft.com/office/powerpoint/2010/main" val="690181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eak Slide 5">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A777653-439E-51C2-C43F-80C20769C68E}"/>
              </a:ext>
            </a:extLst>
          </p:cNvPr>
          <p:cNvSpPr/>
          <p:nvPr userDrawn="1"/>
        </p:nvSpPr>
        <p:spPr>
          <a:xfrm>
            <a:off x="0" y="0"/>
            <a:ext cx="12192000" cy="6858000"/>
          </a:xfrm>
          <a:prstGeom prst="rect">
            <a:avLst/>
          </a:prstGeom>
          <a:solidFill>
            <a:srgbClr val="B05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Freeform 7">
            <a:extLst>
              <a:ext uri="{FF2B5EF4-FFF2-40B4-BE49-F238E27FC236}">
                <a16:creationId xmlns:a16="http://schemas.microsoft.com/office/drawing/2014/main" id="{D6311E98-9F79-9C4C-D99F-A86EDBC258CD}"/>
              </a:ext>
            </a:extLst>
          </p:cNvPr>
          <p:cNvSpPr>
            <a:spLocks/>
          </p:cNvSpPr>
          <p:nvPr userDrawn="1"/>
        </p:nvSpPr>
        <p:spPr bwMode="auto">
          <a:xfrm>
            <a:off x="8886365" y="5434323"/>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8">
            <a:extLst>
              <a:ext uri="{FF2B5EF4-FFF2-40B4-BE49-F238E27FC236}">
                <a16:creationId xmlns:a16="http://schemas.microsoft.com/office/drawing/2014/main" id="{1E44E162-3954-71C0-B2CD-DB22F775762F}"/>
              </a:ext>
            </a:extLst>
          </p:cNvPr>
          <p:cNvSpPr>
            <a:spLocks/>
          </p:cNvSpPr>
          <p:nvPr userDrawn="1"/>
        </p:nvSpPr>
        <p:spPr bwMode="auto">
          <a:xfrm>
            <a:off x="10541842"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9">
            <a:extLst>
              <a:ext uri="{FF2B5EF4-FFF2-40B4-BE49-F238E27FC236}">
                <a16:creationId xmlns:a16="http://schemas.microsoft.com/office/drawing/2014/main" id="{198E49F4-28D9-AD9D-8949-62FE9BAD7E57}"/>
              </a:ext>
            </a:extLst>
          </p:cNvPr>
          <p:cNvSpPr>
            <a:spLocks/>
          </p:cNvSpPr>
          <p:nvPr userDrawn="1"/>
        </p:nvSpPr>
        <p:spPr bwMode="auto">
          <a:xfrm>
            <a:off x="12198770" y="5434323"/>
            <a:ext cx="1654026" cy="1913737"/>
          </a:xfrm>
          <a:custGeom>
            <a:avLst/>
            <a:gdLst>
              <a:gd name="T0" fmla="*/ 0 w 1140"/>
              <a:gd name="T1" fmla="*/ 330 h 1319"/>
              <a:gd name="T2" fmla="*/ 0 w 1140"/>
              <a:gd name="T3" fmla="*/ 989 h 1319"/>
              <a:gd name="T4" fmla="*/ 569 w 1140"/>
              <a:gd name="T5" fmla="*/ 1319 h 1319"/>
              <a:gd name="T6" fmla="*/ 1140 w 1140"/>
              <a:gd name="T7" fmla="*/ 989 h 1319"/>
              <a:gd name="T8" fmla="*/ 1140 w 1140"/>
              <a:gd name="T9" fmla="*/ 330 h 1319"/>
              <a:gd name="T10" fmla="*/ 569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69" y="1319"/>
                </a:lnTo>
                <a:lnTo>
                  <a:pt x="1140" y="989"/>
                </a:lnTo>
                <a:lnTo>
                  <a:pt x="1140" y="330"/>
                </a:lnTo>
                <a:lnTo>
                  <a:pt x="569"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16" name="Freeform 10">
            <a:extLst>
              <a:ext uri="{FF2B5EF4-FFF2-40B4-BE49-F238E27FC236}">
                <a16:creationId xmlns:a16="http://schemas.microsoft.com/office/drawing/2014/main" id="{AE1C7FF9-AD41-EB19-AA07-697B6ED27EC1}"/>
              </a:ext>
            </a:extLst>
          </p:cNvPr>
          <p:cNvSpPr>
            <a:spLocks/>
          </p:cNvSpPr>
          <p:nvPr userDrawn="1"/>
        </p:nvSpPr>
        <p:spPr bwMode="auto">
          <a:xfrm>
            <a:off x="7148186" y="3999383"/>
            <a:ext cx="2566643" cy="1913737"/>
          </a:xfrm>
          <a:custGeom>
            <a:avLst/>
            <a:gdLst>
              <a:gd name="T0" fmla="*/ 1198 w 1769"/>
              <a:gd name="T1" fmla="*/ 1319 h 1319"/>
              <a:gd name="T2" fmla="*/ 1769 w 1769"/>
              <a:gd name="T3" fmla="*/ 989 h 1319"/>
              <a:gd name="T4" fmla="*/ 1769 w 1769"/>
              <a:gd name="T5" fmla="*/ 330 h 1319"/>
              <a:gd name="T6" fmla="*/ 1198 w 1769"/>
              <a:gd name="T7" fmla="*/ 0 h 1319"/>
              <a:gd name="T8" fmla="*/ 0 w 1769"/>
              <a:gd name="T9" fmla="*/ 702 h 1319"/>
            </a:gdLst>
            <a:ahLst/>
            <a:cxnLst>
              <a:cxn ang="0">
                <a:pos x="T0" y="T1"/>
              </a:cxn>
              <a:cxn ang="0">
                <a:pos x="T2" y="T3"/>
              </a:cxn>
              <a:cxn ang="0">
                <a:pos x="T4" y="T5"/>
              </a:cxn>
              <a:cxn ang="0">
                <a:pos x="T6" y="T7"/>
              </a:cxn>
              <a:cxn ang="0">
                <a:pos x="T8" y="T9"/>
              </a:cxn>
            </a:cxnLst>
            <a:rect l="0" t="0" r="r" b="b"/>
            <a:pathLst>
              <a:path w="1769" h="1319">
                <a:moveTo>
                  <a:pt x="1198" y="1319"/>
                </a:moveTo>
                <a:lnTo>
                  <a:pt x="1769" y="989"/>
                </a:lnTo>
                <a:lnTo>
                  <a:pt x="1769" y="330"/>
                </a:lnTo>
                <a:lnTo>
                  <a:pt x="1198" y="0"/>
                </a:lnTo>
                <a:lnTo>
                  <a:pt x="0" y="702"/>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1">
            <a:extLst>
              <a:ext uri="{FF2B5EF4-FFF2-40B4-BE49-F238E27FC236}">
                <a16:creationId xmlns:a16="http://schemas.microsoft.com/office/drawing/2014/main" id="{084EF3F0-1248-2770-A288-A686E32E539B}"/>
              </a:ext>
            </a:extLst>
          </p:cNvPr>
          <p:cNvSpPr>
            <a:spLocks/>
          </p:cNvSpPr>
          <p:nvPr userDrawn="1"/>
        </p:nvSpPr>
        <p:spPr bwMode="auto">
          <a:xfrm>
            <a:off x="9714829" y="3999383"/>
            <a:ext cx="1655477" cy="1913737"/>
          </a:xfrm>
          <a:custGeom>
            <a:avLst/>
            <a:gdLst>
              <a:gd name="T0" fmla="*/ 0 w 1141"/>
              <a:gd name="T1" fmla="*/ 330 h 1319"/>
              <a:gd name="T2" fmla="*/ 0 w 1141"/>
              <a:gd name="T3" fmla="*/ 989 h 1319"/>
              <a:gd name="T4" fmla="*/ 570 w 1141"/>
              <a:gd name="T5" fmla="*/ 1319 h 1319"/>
              <a:gd name="T6" fmla="*/ 1141 w 1141"/>
              <a:gd name="T7" fmla="*/ 989 h 1319"/>
              <a:gd name="T8" fmla="*/ 1141 w 1141"/>
              <a:gd name="T9" fmla="*/ 330 h 1319"/>
              <a:gd name="T10" fmla="*/ 570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0" y="1319"/>
                </a:lnTo>
                <a:lnTo>
                  <a:pt x="1141" y="989"/>
                </a:lnTo>
                <a:lnTo>
                  <a:pt x="1141" y="330"/>
                </a:lnTo>
                <a:lnTo>
                  <a:pt x="570"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Freeform 12">
            <a:extLst>
              <a:ext uri="{FF2B5EF4-FFF2-40B4-BE49-F238E27FC236}">
                <a16:creationId xmlns:a16="http://schemas.microsoft.com/office/drawing/2014/main" id="{23F180DD-64A4-79EB-C049-E20C2F66C037}"/>
              </a:ext>
            </a:extLst>
          </p:cNvPr>
          <p:cNvSpPr>
            <a:spLocks/>
          </p:cNvSpPr>
          <p:nvPr userDrawn="1"/>
        </p:nvSpPr>
        <p:spPr bwMode="auto">
          <a:xfrm>
            <a:off x="11370306" y="3999383"/>
            <a:ext cx="1654026" cy="1913737"/>
          </a:xfrm>
          <a:custGeom>
            <a:avLst/>
            <a:gdLst>
              <a:gd name="T0" fmla="*/ 0 w 1140"/>
              <a:gd name="T1" fmla="*/ 330 h 1319"/>
              <a:gd name="T2" fmla="*/ 0 w 1140"/>
              <a:gd name="T3" fmla="*/ 989 h 1319"/>
              <a:gd name="T4" fmla="*/ 571 w 1140"/>
              <a:gd name="T5" fmla="*/ 1319 h 1319"/>
              <a:gd name="T6" fmla="*/ 1140 w 1140"/>
              <a:gd name="T7" fmla="*/ 989 h 1319"/>
              <a:gd name="T8" fmla="*/ 1140 w 1140"/>
              <a:gd name="T9" fmla="*/ 330 h 1319"/>
              <a:gd name="T10" fmla="*/ 571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71" y="1319"/>
                </a:lnTo>
                <a:lnTo>
                  <a:pt x="1140" y="989"/>
                </a:lnTo>
                <a:lnTo>
                  <a:pt x="1140"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Freeform 13">
            <a:extLst>
              <a:ext uri="{FF2B5EF4-FFF2-40B4-BE49-F238E27FC236}">
                <a16:creationId xmlns:a16="http://schemas.microsoft.com/office/drawing/2014/main" id="{1863EE5B-B14E-7469-C74D-50BA8E609E46}"/>
              </a:ext>
            </a:extLst>
          </p:cNvPr>
          <p:cNvSpPr>
            <a:spLocks/>
          </p:cNvSpPr>
          <p:nvPr userDrawn="1"/>
        </p:nvSpPr>
        <p:spPr bwMode="auto">
          <a:xfrm>
            <a:off x="13024332" y="399938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20" name="Freeform 14">
            <a:extLst>
              <a:ext uri="{FF2B5EF4-FFF2-40B4-BE49-F238E27FC236}">
                <a16:creationId xmlns:a16="http://schemas.microsoft.com/office/drawing/2014/main" id="{C0FB79A1-6107-886A-C84D-E3733EC51260}"/>
              </a:ext>
            </a:extLst>
          </p:cNvPr>
          <p:cNvSpPr>
            <a:spLocks/>
          </p:cNvSpPr>
          <p:nvPr userDrawn="1"/>
        </p:nvSpPr>
        <p:spPr bwMode="auto">
          <a:xfrm>
            <a:off x="13852797"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21" name="Freeform 15">
            <a:extLst>
              <a:ext uri="{FF2B5EF4-FFF2-40B4-BE49-F238E27FC236}">
                <a16:creationId xmlns:a16="http://schemas.microsoft.com/office/drawing/2014/main" id="{36E0CD22-2CF5-9C97-AC7A-8B447D937FE0}"/>
              </a:ext>
            </a:extLst>
          </p:cNvPr>
          <p:cNvSpPr>
            <a:spLocks/>
          </p:cNvSpPr>
          <p:nvPr userDrawn="1"/>
        </p:nvSpPr>
        <p:spPr bwMode="auto">
          <a:xfrm>
            <a:off x="8886365" y="2567344"/>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Freeform 16">
            <a:extLst>
              <a:ext uri="{FF2B5EF4-FFF2-40B4-BE49-F238E27FC236}">
                <a16:creationId xmlns:a16="http://schemas.microsoft.com/office/drawing/2014/main" id="{33F5733A-DE49-A549-55D3-BD8DE90DBB6C}"/>
              </a:ext>
            </a:extLst>
          </p:cNvPr>
          <p:cNvSpPr>
            <a:spLocks/>
          </p:cNvSpPr>
          <p:nvPr userDrawn="1"/>
        </p:nvSpPr>
        <p:spPr bwMode="auto">
          <a:xfrm>
            <a:off x="10541842"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Freeform 17">
            <a:extLst>
              <a:ext uri="{FF2B5EF4-FFF2-40B4-BE49-F238E27FC236}">
                <a16:creationId xmlns:a16="http://schemas.microsoft.com/office/drawing/2014/main" id="{25E764E7-8B1F-9982-D5AF-D63794954E6F}"/>
              </a:ext>
            </a:extLst>
          </p:cNvPr>
          <p:cNvSpPr>
            <a:spLocks/>
          </p:cNvSpPr>
          <p:nvPr userDrawn="1"/>
        </p:nvSpPr>
        <p:spPr bwMode="auto">
          <a:xfrm>
            <a:off x="9714829" y="1133855"/>
            <a:ext cx="1655477" cy="1912287"/>
          </a:xfrm>
          <a:custGeom>
            <a:avLst/>
            <a:gdLst>
              <a:gd name="T0" fmla="*/ 0 w 1141"/>
              <a:gd name="T1" fmla="*/ 329 h 1318"/>
              <a:gd name="T2" fmla="*/ 0 w 1141"/>
              <a:gd name="T3" fmla="*/ 988 h 1318"/>
              <a:gd name="T4" fmla="*/ 570 w 1141"/>
              <a:gd name="T5" fmla="*/ 1318 h 1318"/>
              <a:gd name="T6" fmla="*/ 1141 w 1141"/>
              <a:gd name="T7" fmla="*/ 988 h 1318"/>
              <a:gd name="T8" fmla="*/ 1141 w 1141"/>
              <a:gd name="T9" fmla="*/ 329 h 1318"/>
              <a:gd name="T10" fmla="*/ 570 w 1141"/>
              <a:gd name="T11" fmla="*/ 0 h 1318"/>
              <a:gd name="T12" fmla="*/ 0 w 1141"/>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1" h="1318">
                <a:moveTo>
                  <a:pt x="0" y="329"/>
                </a:moveTo>
                <a:lnTo>
                  <a:pt x="0" y="988"/>
                </a:lnTo>
                <a:lnTo>
                  <a:pt x="570" y="1318"/>
                </a:lnTo>
                <a:lnTo>
                  <a:pt x="1141" y="988"/>
                </a:lnTo>
                <a:lnTo>
                  <a:pt x="1141" y="329"/>
                </a:lnTo>
                <a:lnTo>
                  <a:pt x="570"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4" name="Freeform 18">
            <a:extLst>
              <a:ext uri="{FF2B5EF4-FFF2-40B4-BE49-F238E27FC236}">
                <a16:creationId xmlns:a16="http://schemas.microsoft.com/office/drawing/2014/main" id="{42D041C8-4410-2D18-FE1F-A2163708C7CE}"/>
              </a:ext>
            </a:extLst>
          </p:cNvPr>
          <p:cNvSpPr>
            <a:spLocks/>
          </p:cNvSpPr>
          <p:nvPr userDrawn="1"/>
        </p:nvSpPr>
        <p:spPr bwMode="auto">
          <a:xfrm>
            <a:off x="11370306" y="1133855"/>
            <a:ext cx="1654026" cy="1912287"/>
          </a:xfrm>
          <a:custGeom>
            <a:avLst/>
            <a:gdLst>
              <a:gd name="T0" fmla="*/ 0 w 1140"/>
              <a:gd name="T1" fmla="*/ 329 h 1318"/>
              <a:gd name="T2" fmla="*/ 0 w 1140"/>
              <a:gd name="T3" fmla="*/ 988 h 1318"/>
              <a:gd name="T4" fmla="*/ 571 w 1140"/>
              <a:gd name="T5" fmla="*/ 1318 h 1318"/>
              <a:gd name="T6" fmla="*/ 1140 w 1140"/>
              <a:gd name="T7" fmla="*/ 988 h 1318"/>
              <a:gd name="T8" fmla="*/ 1140 w 1140"/>
              <a:gd name="T9" fmla="*/ 329 h 1318"/>
              <a:gd name="T10" fmla="*/ 571 w 1140"/>
              <a:gd name="T11" fmla="*/ 0 h 1318"/>
              <a:gd name="T12" fmla="*/ 0 w 1140"/>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0" h="1318">
                <a:moveTo>
                  <a:pt x="0" y="329"/>
                </a:moveTo>
                <a:lnTo>
                  <a:pt x="0" y="988"/>
                </a:lnTo>
                <a:lnTo>
                  <a:pt x="571" y="1318"/>
                </a:lnTo>
                <a:lnTo>
                  <a:pt x="1140" y="988"/>
                </a:lnTo>
                <a:lnTo>
                  <a:pt x="1140"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Freeform 19">
            <a:extLst>
              <a:ext uri="{FF2B5EF4-FFF2-40B4-BE49-F238E27FC236}">
                <a16:creationId xmlns:a16="http://schemas.microsoft.com/office/drawing/2014/main" id="{E99A2553-C238-387B-D5D3-4CC2741D6491}"/>
              </a:ext>
            </a:extLst>
          </p:cNvPr>
          <p:cNvSpPr>
            <a:spLocks/>
          </p:cNvSpPr>
          <p:nvPr userDrawn="1"/>
        </p:nvSpPr>
        <p:spPr bwMode="auto">
          <a:xfrm>
            <a:off x="13024332" y="1133855"/>
            <a:ext cx="1656928" cy="1912287"/>
          </a:xfrm>
          <a:custGeom>
            <a:avLst/>
            <a:gdLst>
              <a:gd name="T0" fmla="*/ 0 w 1142"/>
              <a:gd name="T1" fmla="*/ 329 h 1318"/>
              <a:gd name="T2" fmla="*/ 0 w 1142"/>
              <a:gd name="T3" fmla="*/ 988 h 1318"/>
              <a:gd name="T4" fmla="*/ 571 w 1142"/>
              <a:gd name="T5" fmla="*/ 1318 h 1318"/>
              <a:gd name="T6" fmla="*/ 1142 w 1142"/>
              <a:gd name="T7" fmla="*/ 988 h 1318"/>
              <a:gd name="T8" fmla="*/ 1142 w 1142"/>
              <a:gd name="T9" fmla="*/ 329 h 1318"/>
              <a:gd name="T10" fmla="*/ 571 w 1142"/>
              <a:gd name="T11" fmla="*/ 0 h 1318"/>
              <a:gd name="T12" fmla="*/ 0 w 1142"/>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2" h="1318">
                <a:moveTo>
                  <a:pt x="0" y="329"/>
                </a:moveTo>
                <a:lnTo>
                  <a:pt x="0" y="988"/>
                </a:lnTo>
                <a:lnTo>
                  <a:pt x="571" y="1318"/>
                </a:lnTo>
                <a:lnTo>
                  <a:pt x="1142" y="988"/>
                </a:lnTo>
                <a:lnTo>
                  <a:pt x="1142"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26" name="Freeform 20">
            <a:extLst>
              <a:ext uri="{FF2B5EF4-FFF2-40B4-BE49-F238E27FC236}">
                <a16:creationId xmlns:a16="http://schemas.microsoft.com/office/drawing/2014/main" id="{C54AAE60-1C6C-CAA8-CD7E-2DB38700709F}"/>
              </a:ext>
            </a:extLst>
          </p:cNvPr>
          <p:cNvSpPr>
            <a:spLocks/>
          </p:cNvSpPr>
          <p:nvPr userDrawn="1"/>
        </p:nvSpPr>
        <p:spPr bwMode="auto">
          <a:xfrm>
            <a:off x="13852797"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27" name="Oval 21">
            <a:extLst>
              <a:ext uri="{FF2B5EF4-FFF2-40B4-BE49-F238E27FC236}">
                <a16:creationId xmlns:a16="http://schemas.microsoft.com/office/drawing/2014/main" id="{522C8BB9-4FC7-AF7E-5AA5-34632A2FA557}"/>
              </a:ext>
            </a:extLst>
          </p:cNvPr>
          <p:cNvSpPr>
            <a:spLocks noChangeArrowheads="1"/>
          </p:cNvSpPr>
          <p:nvPr userDrawn="1"/>
        </p:nvSpPr>
        <p:spPr bwMode="auto">
          <a:xfrm>
            <a:off x="7111258" y="4988035"/>
            <a:ext cx="72000" cy="72000"/>
          </a:xfrm>
          <a:prstGeom prst="ellipse">
            <a:avLst/>
          </a:prstGeom>
          <a:solidFill>
            <a:schemeClr val="bg1"/>
          </a:solidFill>
          <a:ln w="1587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2" name="Bildplatzhalter 11">
            <a:extLst>
              <a:ext uri="{FF2B5EF4-FFF2-40B4-BE49-F238E27FC236}">
                <a16:creationId xmlns:a16="http://schemas.microsoft.com/office/drawing/2014/main" id="{FD115CE1-8297-F2D3-6CDF-76B799708273}"/>
              </a:ext>
            </a:extLst>
          </p:cNvPr>
          <p:cNvSpPr>
            <a:spLocks noGrp="1"/>
          </p:cNvSpPr>
          <p:nvPr>
            <p:ph type="pic" sz="quarter" idx="13" hasCustomPrompt="1"/>
          </p:nvPr>
        </p:nvSpPr>
        <p:spPr>
          <a:xfrm>
            <a:off x="5491258" y="1081622"/>
            <a:ext cx="3312000" cy="38232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3" name="Textplatzhalter 7">
            <a:extLst>
              <a:ext uri="{FF2B5EF4-FFF2-40B4-BE49-F238E27FC236}">
                <a16:creationId xmlns:a16="http://schemas.microsoft.com/office/drawing/2014/main" id="{988061B3-F46C-DA64-A053-F45A777240BC}"/>
              </a:ext>
            </a:extLst>
          </p:cNvPr>
          <p:cNvSpPr>
            <a:spLocks noGrp="1"/>
          </p:cNvSpPr>
          <p:nvPr>
            <p:ph type="body" sz="quarter" idx="14" hasCustomPrompt="1"/>
          </p:nvPr>
        </p:nvSpPr>
        <p:spPr>
          <a:xfrm>
            <a:off x="838200" y="2084388"/>
            <a:ext cx="4186238" cy="1673225"/>
          </a:xfrm>
        </p:spPr>
        <p:txBody>
          <a:bodyPr/>
          <a:lstStyle>
            <a:lvl1pPr marL="36000" indent="0">
              <a:buNone/>
              <a:defRPr sz="3000" b="1">
                <a:solidFill>
                  <a:schemeClr val="bg1"/>
                </a:solidFill>
              </a:defRPr>
            </a:lvl1pPr>
          </a:lstStyle>
          <a:p>
            <a:pPr lvl="0"/>
            <a:r>
              <a:rPr lang="de-DE" dirty="0"/>
              <a:t>Hier einen Titel eingeben</a:t>
            </a:r>
            <a:endParaRPr lang="de-CH" dirty="0"/>
          </a:p>
        </p:txBody>
      </p:sp>
    </p:spTree>
    <p:extLst>
      <p:ext uri="{BB962C8B-B14F-4D97-AF65-F5344CB8AC3E}">
        <p14:creationId xmlns:p14="http://schemas.microsoft.com/office/powerpoint/2010/main" val="1694611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reak Slide 6">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A777653-439E-51C2-C43F-80C20769C68E}"/>
              </a:ext>
            </a:extLst>
          </p:cNvPr>
          <p:cNvSpPr/>
          <p:nvPr userDrawn="1"/>
        </p:nvSpPr>
        <p:spPr>
          <a:xfrm>
            <a:off x="0" y="0"/>
            <a:ext cx="12192000" cy="6858000"/>
          </a:xfrm>
          <a:prstGeom prst="rect">
            <a:avLst/>
          </a:prstGeom>
          <a:solidFill>
            <a:srgbClr val="824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Freeform 7">
            <a:extLst>
              <a:ext uri="{FF2B5EF4-FFF2-40B4-BE49-F238E27FC236}">
                <a16:creationId xmlns:a16="http://schemas.microsoft.com/office/drawing/2014/main" id="{D6311E98-9F79-9C4C-D99F-A86EDBC258CD}"/>
              </a:ext>
            </a:extLst>
          </p:cNvPr>
          <p:cNvSpPr>
            <a:spLocks/>
          </p:cNvSpPr>
          <p:nvPr userDrawn="1"/>
        </p:nvSpPr>
        <p:spPr bwMode="auto">
          <a:xfrm>
            <a:off x="8886365" y="5434323"/>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8">
            <a:extLst>
              <a:ext uri="{FF2B5EF4-FFF2-40B4-BE49-F238E27FC236}">
                <a16:creationId xmlns:a16="http://schemas.microsoft.com/office/drawing/2014/main" id="{1E44E162-3954-71C0-B2CD-DB22F775762F}"/>
              </a:ext>
            </a:extLst>
          </p:cNvPr>
          <p:cNvSpPr>
            <a:spLocks/>
          </p:cNvSpPr>
          <p:nvPr userDrawn="1"/>
        </p:nvSpPr>
        <p:spPr bwMode="auto">
          <a:xfrm>
            <a:off x="10541842"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9">
            <a:extLst>
              <a:ext uri="{FF2B5EF4-FFF2-40B4-BE49-F238E27FC236}">
                <a16:creationId xmlns:a16="http://schemas.microsoft.com/office/drawing/2014/main" id="{198E49F4-28D9-AD9D-8949-62FE9BAD7E57}"/>
              </a:ext>
            </a:extLst>
          </p:cNvPr>
          <p:cNvSpPr>
            <a:spLocks/>
          </p:cNvSpPr>
          <p:nvPr userDrawn="1"/>
        </p:nvSpPr>
        <p:spPr bwMode="auto">
          <a:xfrm>
            <a:off x="12198770" y="5434323"/>
            <a:ext cx="1654026" cy="1913737"/>
          </a:xfrm>
          <a:custGeom>
            <a:avLst/>
            <a:gdLst>
              <a:gd name="T0" fmla="*/ 0 w 1140"/>
              <a:gd name="T1" fmla="*/ 330 h 1319"/>
              <a:gd name="T2" fmla="*/ 0 w 1140"/>
              <a:gd name="T3" fmla="*/ 989 h 1319"/>
              <a:gd name="T4" fmla="*/ 569 w 1140"/>
              <a:gd name="T5" fmla="*/ 1319 h 1319"/>
              <a:gd name="T6" fmla="*/ 1140 w 1140"/>
              <a:gd name="T7" fmla="*/ 989 h 1319"/>
              <a:gd name="T8" fmla="*/ 1140 w 1140"/>
              <a:gd name="T9" fmla="*/ 330 h 1319"/>
              <a:gd name="T10" fmla="*/ 569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69" y="1319"/>
                </a:lnTo>
                <a:lnTo>
                  <a:pt x="1140" y="989"/>
                </a:lnTo>
                <a:lnTo>
                  <a:pt x="1140" y="330"/>
                </a:lnTo>
                <a:lnTo>
                  <a:pt x="569"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0">
            <a:extLst>
              <a:ext uri="{FF2B5EF4-FFF2-40B4-BE49-F238E27FC236}">
                <a16:creationId xmlns:a16="http://schemas.microsoft.com/office/drawing/2014/main" id="{AE1C7FF9-AD41-EB19-AA07-697B6ED27EC1}"/>
              </a:ext>
            </a:extLst>
          </p:cNvPr>
          <p:cNvSpPr>
            <a:spLocks/>
          </p:cNvSpPr>
          <p:nvPr userDrawn="1"/>
        </p:nvSpPr>
        <p:spPr bwMode="auto">
          <a:xfrm>
            <a:off x="7148186" y="3999383"/>
            <a:ext cx="2566643" cy="1913737"/>
          </a:xfrm>
          <a:custGeom>
            <a:avLst/>
            <a:gdLst>
              <a:gd name="T0" fmla="*/ 1198 w 1769"/>
              <a:gd name="T1" fmla="*/ 1319 h 1319"/>
              <a:gd name="T2" fmla="*/ 1769 w 1769"/>
              <a:gd name="T3" fmla="*/ 989 h 1319"/>
              <a:gd name="T4" fmla="*/ 1769 w 1769"/>
              <a:gd name="T5" fmla="*/ 330 h 1319"/>
              <a:gd name="T6" fmla="*/ 1198 w 1769"/>
              <a:gd name="T7" fmla="*/ 0 h 1319"/>
              <a:gd name="T8" fmla="*/ 0 w 1769"/>
              <a:gd name="T9" fmla="*/ 702 h 1319"/>
            </a:gdLst>
            <a:ahLst/>
            <a:cxnLst>
              <a:cxn ang="0">
                <a:pos x="T0" y="T1"/>
              </a:cxn>
              <a:cxn ang="0">
                <a:pos x="T2" y="T3"/>
              </a:cxn>
              <a:cxn ang="0">
                <a:pos x="T4" y="T5"/>
              </a:cxn>
              <a:cxn ang="0">
                <a:pos x="T6" y="T7"/>
              </a:cxn>
              <a:cxn ang="0">
                <a:pos x="T8" y="T9"/>
              </a:cxn>
            </a:cxnLst>
            <a:rect l="0" t="0" r="r" b="b"/>
            <a:pathLst>
              <a:path w="1769" h="1319">
                <a:moveTo>
                  <a:pt x="1198" y="1319"/>
                </a:moveTo>
                <a:lnTo>
                  <a:pt x="1769" y="989"/>
                </a:lnTo>
                <a:lnTo>
                  <a:pt x="1769" y="330"/>
                </a:lnTo>
                <a:lnTo>
                  <a:pt x="1198" y="0"/>
                </a:lnTo>
                <a:lnTo>
                  <a:pt x="0" y="702"/>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1">
            <a:extLst>
              <a:ext uri="{FF2B5EF4-FFF2-40B4-BE49-F238E27FC236}">
                <a16:creationId xmlns:a16="http://schemas.microsoft.com/office/drawing/2014/main" id="{084EF3F0-1248-2770-A288-A686E32E539B}"/>
              </a:ext>
            </a:extLst>
          </p:cNvPr>
          <p:cNvSpPr>
            <a:spLocks/>
          </p:cNvSpPr>
          <p:nvPr userDrawn="1"/>
        </p:nvSpPr>
        <p:spPr bwMode="auto">
          <a:xfrm>
            <a:off x="9714829" y="3999383"/>
            <a:ext cx="1655477" cy="1913737"/>
          </a:xfrm>
          <a:custGeom>
            <a:avLst/>
            <a:gdLst>
              <a:gd name="T0" fmla="*/ 0 w 1141"/>
              <a:gd name="T1" fmla="*/ 330 h 1319"/>
              <a:gd name="T2" fmla="*/ 0 w 1141"/>
              <a:gd name="T3" fmla="*/ 989 h 1319"/>
              <a:gd name="T4" fmla="*/ 570 w 1141"/>
              <a:gd name="T5" fmla="*/ 1319 h 1319"/>
              <a:gd name="T6" fmla="*/ 1141 w 1141"/>
              <a:gd name="T7" fmla="*/ 989 h 1319"/>
              <a:gd name="T8" fmla="*/ 1141 w 1141"/>
              <a:gd name="T9" fmla="*/ 330 h 1319"/>
              <a:gd name="T10" fmla="*/ 570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0" y="1319"/>
                </a:lnTo>
                <a:lnTo>
                  <a:pt x="1141" y="989"/>
                </a:lnTo>
                <a:lnTo>
                  <a:pt x="1141" y="330"/>
                </a:lnTo>
                <a:lnTo>
                  <a:pt x="570"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Freeform 12">
            <a:extLst>
              <a:ext uri="{FF2B5EF4-FFF2-40B4-BE49-F238E27FC236}">
                <a16:creationId xmlns:a16="http://schemas.microsoft.com/office/drawing/2014/main" id="{23F180DD-64A4-79EB-C049-E20C2F66C037}"/>
              </a:ext>
            </a:extLst>
          </p:cNvPr>
          <p:cNvSpPr>
            <a:spLocks/>
          </p:cNvSpPr>
          <p:nvPr userDrawn="1"/>
        </p:nvSpPr>
        <p:spPr bwMode="auto">
          <a:xfrm>
            <a:off x="11370306" y="3999383"/>
            <a:ext cx="1654026" cy="1913737"/>
          </a:xfrm>
          <a:custGeom>
            <a:avLst/>
            <a:gdLst>
              <a:gd name="T0" fmla="*/ 0 w 1140"/>
              <a:gd name="T1" fmla="*/ 330 h 1319"/>
              <a:gd name="T2" fmla="*/ 0 w 1140"/>
              <a:gd name="T3" fmla="*/ 989 h 1319"/>
              <a:gd name="T4" fmla="*/ 571 w 1140"/>
              <a:gd name="T5" fmla="*/ 1319 h 1319"/>
              <a:gd name="T6" fmla="*/ 1140 w 1140"/>
              <a:gd name="T7" fmla="*/ 989 h 1319"/>
              <a:gd name="T8" fmla="*/ 1140 w 1140"/>
              <a:gd name="T9" fmla="*/ 330 h 1319"/>
              <a:gd name="T10" fmla="*/ 571 w 1140"/>
              <a:gd name="T11" fmla="*/ 0 h 1319"/>
              <a:gd name="T12" fmla="*/ 0 w 1140"/>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0" h="1319">
                <a:moveTo>
                  <a:pt x="0" y="330"/>
                </a:moveTo>
                <a:lnTo>
                  <a:pt x="0" y="989"/>
                </a:lnTo>
                <a:lnTo>
                  <a:pt x="571" y="1319"/>
                </a:lnTo>
                <a:lnTo>
                  <a:pt x="1140" y="989"/>
                </a:lnTo>
                <a:lnTo>
                  <a:pt x="1140"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Freeform 13">
            <a:extLst>
              <a:ext uri="{FF2B5EF4-FFF2-40B4-BE49-F238E27FC236}">
                <a16:creationId xmlns:a16="http://schemas.microsoft.com/office/drawing/2014/main" id="{1863EE5B-B14E-7469-C74D-50BA8E609E46}"/>
              </a:ext>
            </a:extLst>
          </p:cNvPr>
          <p:cNvSpPr>
            <a:spLocks/>
          </p:cNvSpPr>
          <p:nvPr userDrawn="1"/>
        </p:nvSpPr>
        <p:spPr bwMode="auto">
          <a:xfrm>
            <a:off x="13024332" y="399938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14">
            <a:extLst>
              <a:ext uri="{FF2B5EF4-FFF2-40B4-BE49-F238E27FC236}">
                <a16:creationId xmlns:a16="http://schemas.microsoft.com/office/drawing/2014/main" id="{C0FB79A1-6107-886A-C84D-E3733EC51260}"/>
              </a:ext>
            </a:extLst>
          </p:cNvPr>
          <p:cNvSpPr>
            <a:spLocks/>
          </p:cNvSpPr>
          <p:nvPr userDrawn="1"/>
        </p:nvSpPr>
        <p:spPr bwMode="auto">
          <a:xfrm>
            <a:off x="13852797" y="5434323"/>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5">
            <a:extLst>
              <a:ext uri="{FF2B5EF4-FFF2-40B4-BE49-F238E27FC236}">
                <a16:creationId xmlns:a16="http://schemas.microsoft.com/office/drawing/2014/main" id="{36E0CD22-2CF5-9C97-AC7A-8B447D937FE0}"/>
              </a:ext>
            </a:extLst>
          </p:cNvPr>
          <p:cNvSpPr>
            <a:spLocks/>
          </p:cNvSpPr>
          <p:nvPr userDrawn="1"/>
        </p:nvSpPr>
        <p:spPr bwMode="auto">
          <a:xfrm>
            <a:off x="8886365" y="2567344"/>
            <a:ext cx="1655477" cy="1913737"/>
          </a:xfrm>
          <a:custGeom>
            <a:avLst/>
            <a:gdLst>
              <a:gd name="T0" fmla="*/ 0 w 1141"/>
              <a:gd name="T1" fmla="*/ 330 h 1319"/>
              <a:gd name="T2" fmla="*/ 0 w 1141"/>
              <a:gd name="T3" fmla="*/ 989 h 1319"/>
              <a:gd name="T4" fmla="*/ 571 w 1141"/>
              <a:gd name="T5" fmla="*/ 1319 h 1319"/>
              <a:gd name="T6" fmla="*/ 1141 w 1141"/>
              <a:gd name="T7" fmla="*/ 989 h 1319"/>
              <a:gd name="T8" fmla="*/ 1141 w 1141"/>
              <a:gd name="T9" fmla="*/ 330 h 1319"/>
              <a:gd name="T10" fmla="*/ 571 w 1141"/>
              <a:gd name="T11" fmla="*/ 0 h 1319"/>
              <a:gd name="T12" fmla="*/ 0 w 1141"/>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1" h="1319">
                <a:moveTo>
                  <a:pt x="0" y="330"/>
                </a:moveTo>
                <a:lnTo>
                  <a:pt x="0" y="989"/>
                </a:lnTo>
                <a:lnTo>
                  <a:pt x="571" y="1319"/>
                </a:lnTo>
                <a:lnTo>
                  <a:pt x="1141" y="989"/>
                </a:lnTo>
                <a:lnTo>
                  <a:pt x="1141"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Freeform 16">
            <a:extLst>
              <a:ext uri="{FF2B5EF4-FFF2-40B4-BE49-F238E27FC236}">
                <a16:creationId xmlns:a16="http://schemas.microsoft.com/office/drawing/2014/main" id="{33F5733A-DE49-A549-55D3-BD8DE90DBB6C}"/>
              </a:ext>
            </a:extLst>
          </p:cNvPr>
          <p:cNvSpPr>
            <a:spLocks/>
          </p:cNvSpPr>
          <p:nvPr userDrawn="1"/>
        </p:nvSpPr>
        <p:spPr bwMode="auto">
          <a:xfrm>
            <a:off x="10541842"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Freeform 17">
            <a:extLst>
              <a:ext uri="{FF2B5EF4-FFF2-40B4-BE49-F238E27FC236}">
                <a16:creationId xmlns:a16="http://schemas.microsoft.com/office/drawing/2014/main" id="{25E764E7-8B1F-9982-D5AF-D63794954E6F}"/>
              </a:ext>
            </a:extLst>
          </p:cNvPr>
          <p:cNvSpPr>
            <a:spLocks/>
          </p:cNvSpPr>
          <p:nvPr userDrawn="1"/>
        </p:nvSpPr>
        <p:spPr bwMode="auto">
          <a:xfrm>
            <a:off x="9714829" y="1133855"/>
            <a:ext cx="1655477" cy="1912287"/>
          </a:xfrm>
          <a:custGeom>
            <a:avLst/>
            <a:gdLst>
              <a:gd name="T0" fmla="*/ 0 w 1141"/>
              <a:gd name="T1" fmla="*/ 329 h 1318"/>
              <a:gd name="T2" fmla="*/ 0 w 1141"/>
              <a:gd name="T3" fmla="*/ 988 h 1318"/>
              <a:gd name="T4" fmla="*/ 570 w 1141"/>
              <a:gd name="T5" fmla="*/ 1318 h 1318"/>
              <a:gd name="T6" fmla="*/ 1141 w 1141"/>
              <a:gd name="T7" fmla="*/ 988 h 1318"/>
              <a:gd name="T8" fmla="*/ 1141 w 1141"/>
              <a:gd name="T9" fmla="*/ 329 h 1318"/>
              <a:gd name="T10" fmla="*/ 570 w 1141"/>
              <a:gd name="T11" fmla="*/ 0 h 1318"/>
              <a:gd name="T12" fmla="*/ 0 w 1141"/>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1" h="1318">
                <a:moveTo>
                  <a:pt x="0" y="329"/>
                </a:moveTo>
                <a:lnTo>
                  <a:pt x="0" y="988"/>
                </a:lnTo>
                <a:lnTo>
                  <a:pt x="570" y="1318"/>
                </a:lnTo>
                <a:lnTo>
                  <a:pt x="1141" y="988"/>
                </a:lnTo>
                <a:lnTo>
                  <a:pt x="1141" y="329"/>
                </a:lnTo>
                <a:lnTo>
                  <a:pt x="570"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4" name="Freeform 18">
            <a:extLst>
              <a:ext uri="{FF2B5EF4-FFF2-40B4-BE49-F238E27FC236}">
                <a16:creationId xmlns:a16="http://schemas.microsoft.com/office/drawing/2014/main" id="{42D041C8-4410-2D18-FE1F-A2163708C7CE}"/>
              </a:ext>
            </a:extLst>
          </p:cNvPr>
          <p:cNvSpPr>
            <a:spLocks/>
          </p:cNvSpPr>
          <p:nvPr userDrawn="1"/>
        </p:nvSpPr>
        <p:spPr bwMode="auto">
          <a:xfrm>
            <a:off x="11370306" y="1133855"/>
            <a:ext cx="1654026" cy="1912287"/>
          </a:xfrm>
          <a:custGeom>
            <a:avLst/>
            <a:gdLst>
              <a:gd name="T0" fmla="*/ 0 w 1140"/>
              <a:gd name="T1" fmla="*/ 329 h 1318"/>
              <a:gd name="T2" fmla="*/ 0 w 1140"/>
              <a:gd name="T3" fmla="*/ 988 h 1318"/>
              <a:gd name="T4" fmla="*/ 571 w 1140"/>
              <a:gd name="T5" fmla="*/ 1318 h 1318"/>
              <a:gd name="T6" fmla="*/ 1140 w 1140"/>
              <a:gd name="T7" fmla="*/ 988 h 1318"/>
              <a:gd name="T8" fmla="*/ 1140 w 1140"/>
              <a:gd name="T9" fmla="*/ 329 h 1318"/>
              <a:gd name="T10" fmla="*/ 571 w 1140"/>
              <a:gd name="T11" fmla="*/ 0 h 1318"/>
              <a:gd name="T12" fmla="*/ 0 w 1140"/>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0" h="1318">
                <a:moveTo>
                  <a:pt x="0" y="329"/>
                </a:moveTo>
                <a:lnTo>
                  <a:pt x="0" y="988"/>
                </a:lnTo>
                <a:lnTo>
                  <a:pt x="571" y="1318"/>
                </a:lnTo>
                <a:lnTo>
                  <a:pt x="1140" y="988"/>
                </a:lnTo>
                <a:lnTo>
                  <a:pt x="1140"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Freeform 19">
            <a:extLst>
              <a:ext uri="{FF2B5EF4-FFF2-40B4-BE49-F238E27FC236}">
                <a16:creationId xmlns:a16="http://schemas.microsoft.com/office/drawing/2014/main" id="{E99A2553-C238-387B-D5D3-4CC2741D6491}"/>
              </a:ext>
            </a:extLst>
          </p:cNvPr>
          <p:cNvSpPr>
            <a:spLocks/>
          </p:cNvSpPr>
          <p:nvPr userDrawn="1"/>
        </p:nvSpPr>
        <p:spPr bwMode="auto">
          <a:xfrm>
            <a:off x="13024332" y="1133855"/>
            <a:ext cx="1656928" cy="1912287"/>
          </a:xfrm>
          <a:custGeom>
            <a:avLst/>
            <a:gdLst>
              <a:gd name="T0" fmla="*/ 0 w 1142"/>
              <a:gd name="T1" fmla="*/ 329 h 1318"/>
              <a:gd name="T2" fmla="*/ 0 w 1142"/>
              <a:gd name="T3" fmla="*/ 988 h 1318"/>
              <a:gd name="T4" fmla="*/ 571 w 1142"/>
              <a:gd name="T5" fmla="*/ 1318 h 1318"/>
              <a:gd name="T6" fmla="*/ 1142 w 1142"/>
              <a:gd name="T7" fmla="*/ 988 h 1318"/>
              <a:gd name="T8" fmla="*/ 1142 w 1142"/>
              <a:gd name="T9" fmla="*/ 329 h 1318"/>
              <a:gd name="T10" fmla="*/ 571 w 1142"/>
              <a:gd name="T11" fmla="*/ 0 h 1318"/>
              <a:gd name="T12" fmla="*/ 0 w 1142"/>
              <a:gd name="T13" fmla="*/ 329 h 1318"/>
            </a:gdLst>
            <a:ahLst/>
            <a:cxnLst>
              <a:cxn ang="0">
                <a:pos x="T0" y="T1"/>
              </a:cxn>
              <a:cxn ang="0">
                <a:pos x="T2" y="T3"/>
              </a:cxn>
              <a:cxn ang="0">
                <a:pos x="T4" y="T5"/>
              </a:cxn>
              <a:cxn ang="0">
                <a:pos x="T6" y="T7"/>
              </a:cxn>
              <a:cxn ang="0">
                <a:pos x="T8" y="T9"/>
              </a:cxn>
              <a:cxn ang="0">
                <a:pos x="T10" y="T11"/>
              </a:cxn>
              <a:cxn ang="0">
                <a:pos x="T12" y="T13"/>
              </a:cxn>
            </a:cxnLst>
            <a:rect l="0" t="0" r="r" b="b"/>
            <a:pathLst>
              <a:path w="1142" h="1318">
                <a:moveTo>
                  <a:pt x="0" y="329"/>
                </a:moveTo>
                <a:lnTo>
                  <a:pt x="0" y="988"/>
                </a:lnTo>
                <a:lnTo>
                  <a:pt x="571" y="1318"/>
                </a:lnTo>
                <a:lnTo>
                  <a:pt x="1142" y="988"/>
                </a:lnTo>
                <a:lnTo>
                  <a:pt x="1142" y="329"/>
                </a:lnTo>
                <a:lnTo>
                  <a:pt x="571" y="0"/>
                </a:lnTo>
                <a:lnTo>
                  <a:pt x="0" y="329"/>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6" name="Freeform 20">
            <a:extLst>
              <a:ext uri="{FF2B5EF4-FFF2-40B4-BE49-F238E27FC236}">
                <a16:creationId xmlns:a16="http://schemas.microsoft.com/office/drawing/2014/main" id="{C54AAE60-1C6C-CAA8-CD7E-2DB38700709F}"/>
              </a:ext>
            </a:extLst>
          </p:cNvPr>
          <p:cNvSpPr>
            <a:spLocks/>
          </p:cNvSpPr>
          <p:nvPr userDrawn="1"/>
        </p:nvSpPr>
        <p:spPr bwMode="auto">
          <a:xfrm>
            <a:off x="13852797" y="2567344"/>
            <a:ext cx="1656928" cy="1913737"/>
          </a:xfrm>
          <a:custGeom>
            <a:avLst/>
            <a:gdLst>
              <a:gd name="T0" fmla="*/ 0 w 1142"/>
              <a:gd name="T1" fmla="*/ 330 h 1319"/>
              <a:gd name="T2" fmla="*/ 0 w 1142"/>
              <a:gd name="T3" fmla="*/ 989 h 1319"/>
              <a:gd name="T4" fmla="*/ 571 w 1142"/>
              <a:gd name="T5" fmla="*/ 1319 h 1319"/>
              <a:gd name="T6" fmla="*/ 1142 w 1142"/>
              <a:gd name="T7" fmla="*/ 989 h 1319"/>
              <a:gd name="T8" fmla="*/ 1142 w 1142"/>
              <a:gd name="T9" fmla="*/ 330 h 1319"/>
              <a:gd name="T10" fmla="*/ 571 w 1142"/>
              <a:gd name="T11" fmla="*/ 0 h 1319"/>
              <a:gd name="T12" fmla="*/ 0 w 1142"/>
              <a:gd name="T13" fmla="*/ 330 h 1319"/>
            </a:gdLst>
            <a:ahLst/>
            <a:cxnLst>
              <a:cxn ang="0">
                <a:pos x="T0" y="T1"/>
              </a:cxn>
              <a:cxn ang="0">
                <a:pos x="T2" y="T3"/>
              </a:cxn>
              <a:cxn ang="0">
                <a:pos x="T4" y="T5"/>
              </a:cxn>
              <a:cxn ang="0">
                <a:pos x="T6" y="T7"/>
              </a:cxn>
              <a:cxn ang="0">
                <a:pos x="T8" y="T9"/>
              </a:cxn>
              <a:cxn ang="0">
                <a:pos x="T10" y="T11"/>
              </a:cxn>
              <a:cxn ang="0">
                <a:pos x="T12" y="T13"/>
              </a:cxn>
            </a:cxnLst>
            <a:rect l="0" t="0" r="r" b="b"/>
            <a:pathLst>
              <a:path w="1142" h="1319">
                <a:moveTo>
                  <a:pt x="0" y="330"/>
                </a:moveTo>
                <a:lnTo>
                  <a:pt x="0" y="989"/>
                </a:lnTo>
                <a:lnTo>
                  <a:pt x="571" y="1319"/>
                </a:lnTo>
                <a:lnTo>
                  <a:pt x="1142" y="989"/>
                </a:lnTo>
                <a:lnTo>
                  <a:pt x="1142" y="330"/>
                </a:lnTo>
                <a:lnTo>
                  <a:pt x="571" y="0"/>
                </a:lnTo>
                <a:lnTo>
                  <a:pt x="0" y="330"/>
                </a:lnTo>
                <a:close/>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7" name="Oval 21">
            <a:extLst>
              <a:ext uri="{FF2B5EF4-FFF2-40B4-BE49-F238E27FC236}">
                <a16:creationId xmlns:a16="http://schemas.microsoft.com/office/drawing/2014/main" id="{522C8BB9-4FC7-AF7E-5AA5-34632A2FA557}"/>
              </a:ext>
            </a:extLst>
          </p:cNvPr>
          <p:cNvSpPr>
            <a:spLocks noChangeArrowheads="1"/>
          </p:cNvSpPr>
          <p:nvPr userDrawn="1"/>
        </p:nvSpPr>
        <p:spPr bwMode="auto">
          <a:xfrm>
            <a:off x="7111258" y="4988035"/>
            <a:ext cx="72000" cy="72000"/>
          </a:xfrm>
          <a:prstGeom prst="ellipse">
            <a:avLst/>
          </a:prstGeom>
          <a:solidFill>
            <a:schemeClr val="bg1"/>
          </a:solidFill>
          <a:ln w="1587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2" name="Bildplatzhalter 11">
            <a:extLst>
              <a:ext uri="{FF2B5EF4-FFF2-40B4-BE49-F238E27FC236}">
                <a16:creationId xmlns:a16="http://schemas.microsoft.com/office/drawing/2014/main" id="{FD115CE1-8297-F2D3-6CDF-76B799708273}"/>
              </a:ext>
            </a:extLst>
          </p:cNvPr>
          <p:cNvSpPr>
            <a:spLocks noGrp="1"/>
          </p:cNvSpPr>
          <p:nvPr>
            <p:ph type="pic" sz="quarter" idx="13" hasCustomPrompt="1"/>
          </p:nvPr>
        </p:nvSpPr>
        <p:spPr>
          <a:xfrm>
            <a:off x="5491258" y="1081622"/>
            <a:ext cx="3312000" cy="38232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3" name="Textplatzhalter 7">
            <a:extLst>
              <a:ext uri="{FF2B5EF4-FFF2-40B4-BE49-F238E27FC236}">
                <a16:creationId xmlns:a16="http://schemas.microsoft.com/office/drawing/2014/main" id="{3643C0C6-0F9F-FA90-8713-B9A39E4E7E29}"/>
              </a:ext>
            </a:extLst>
          </p:cNvPr>
          <p:cNvSpPr>
            <a:spLocks noGrp="1"/>
          </p:cNvSpPr>
          <p:nvPr>
            <p:ph type="body" sz="quarter" idx="14" hasCustomPrompt="1"/>
          </p:nvPr>
        </p:nvSpPr>
        <p:spPr>
          <a:xfrm>
            <a:off x="838200" y="2084388"/>
            <a:ext cx="4186238" cy="1673225"/>
          </a:xfrm>
        </p:spPr>
        <p:txBody>
          <a:bodyPr/>
          <a:lstStyle>
            <a:lvl1pPr marL="36000" indent="0">
              <a:buNone/>
              <a:defRPr sz="3000" b="1">
                <a:solidFill>
                  <a:schemeClr val="bg1"/>
                </a:solidFill>
              </a:defRPr>
            </a:lvl1pPr>
          </a:lstStyle>
          <a:p>
            <a:pPr lvl="0"/>
            <a:r>
              <a:rPr lang="de-DE" dirty="0"/>
              <a:t>Hier einen Titel eingeben</a:t>
            </a:r>
            <a:endParaRPr lang="de-CH" dirty="0"/>
          </a:p>
        </p:txBody>
      </p:sp>
    </p:spTree>
    <p:extLst>
      <p:ext uri="{BB962C8B-B14F-4D97-AF65-F5344CB8AC3E}">
        <p14:creationId xmlns:p14="http://schemas.microsoft.com/office/powerpoint/2010/main" val="271905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oder Diagramm 1">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F2CC74F4-DE3B-8B3F-4FFA-2ACECAAA074B}"/>
              </a:ext>
            </a:extLst>
          </p:cNvPr>
          <p:cNvSpPr>
            <a:spLocks noGrp="1"/>
          </p:cNvSpPr>
          <p:nvPr>
            <p:ph idx="1" hasCustomPrompt="1"/>
          </p:nvPr>
        </p:nvSpPr>
        <p:spPr>
          <a:xfrm>
            <a:off x="385728" y="1557337"/>
            <a:ext cx="10895048" cy="4399491"/>
          </a:xfrm>
          <a:prstGeom prst="rect">
            <a:avLst/>
          </a:prstGeom>
        </p:spPr>
        <p:txBody>
          <a:bodyPr vert="horz" lIns="72000" tIns="45720" rIns="91440" bIns="45720" rtlCol="0">
            <a:noAutofit/>
          </a:bodyPr>
          <a:lstStyle>
            <a:lvl1pPr marL="0" indent="0">
              <a:lnSpc>
                <a:spcPct val="100000"/>
              </a:lnSpc>
              <a:buNone/>
              <a:defRPr sz="1200">
                <a:latin typeface="Arial" panose="020B0604020202020204" pitchFamily="34" charset="0"/>
                <a:cs typeface="Arial" panose="020B0604020202020204" pitchFamily="34" charset="0"/>
              </a:defRPr>
            </a:lvl1pPr>
          </a:lstStyle>
          <a:p>
            <a:pPr marL="216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2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Hier Text, Grafik oder Diagramm einfügen</a:t>
            </a:r>
          </a:p>
          <a:p>
            <a:pPr marL="432000" marR="0" lvl="1"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0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Zweite Ebene</a:t>
            </a:r>
          </a:p>
          <a:p>
            <a:pPr marL="720000" marR="0" lvl="2"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8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Dritte Ebene</a:t>
            </a:r>
          </a:p>
        </p:txBody>
      </p:sp>
      <p:sp>
        <p:nvSpPr>
          <p:cNvPr id="4" name="Foliennummernplatzhalter 5">
            <a:extLst>
              <a:ext uri="{FF2B5EF4-FFF2-40B4-BE49-F238E27FC236}">
                <a16:creationId xmlns:a16="http://schemas.microsoft.com/office/drawing/2014/main" id="{CA5D305A-1FE5-9A1B-3D11-007D0E14A88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11" name="Fußzeilenplatzhalter 5">
            <a:extLst>
              <a:ext uri="{FF2B5EF4-FFF2-40B4-BE49-F238E27FC236}">
                <a16:creationId xmlns:a16="http://schemas.microsoft.com/office/drawing/2014/main" id="{E6983E8E-478A-2BE3-43CC-8D71EC5CEBFE}"/>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6" name="Textplatzhalter 9">
            <a:extLst>
              <a:ext uri="{FF2B5EF4-FFF2-40B4-BE49-F238E27FC236}">
                <a16:creationId xmlns:a16="http://schemas.microsoft.com/office/drawing/2014/main" id="{3A13C7D6-801C-6526-04DE-840431C8B044}"/>
              </a:ext>
            </a:extLst>
          </p:cNvPr>
          <p:cNvSpPr>
            <a:spLocks noGrp="1"/>
          </p:cNvSpPr>
          <p:nvPr>
            <p:ph type="body" sz="quarter" idx="10" hasCustomPrompt="1"/>
          </p:nvPr>
        </p:nvSpPr>
        <p:spPr>
          <a:xfrm>
            <a:off x="331894" y="549275"/>
            <a:ext cx="10948882" cy="323850"/>
          </a:xfrm>
        </p:spPr>
        <p:txBody>
          <a:bodyPr/>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3" name="Titelplatzhalter 1">
            <a:extLst>
              <a:ext uri="{FF2B5EF4-FFF2-40B4-BE49-F238E27FC236}">
                <a16:creationId xmlns:a16="http://schemas.microsoft.com/office/drawing/2014/main" id="{A8D80C1D-1F68-E9D1-08AF-0BDF0C271B0F}"/>
              </a:ext>
            </a:extLst>
          </p:cNvPr>
          <p:cNvSpPr>
            <a:spLocks noGrp="1"/>
          </p:cNvSpPr>
          <p:nvPr>
            <p:ph type="title" hasCustomPrompt="1"/>
          </p:nvPr>
        </p:nvSpPr>
        <p:spPr>
          <a:xfrm>
            <a:off x="372980" y="901171"/>
            <a:ext cx="10907796" cy="440267"/>
          </a:xfrm>
          <a:prstGeom prst="rect">
            <a:avLst/>
          </a:prstGeom>
        </p:spPr>
        <p:txBody>
          <a:bodyPr vert="horz" lIns="72000" tIns="45720" rIns="91440" bIns="45720" rtlCol="0" anchor="t">
            <a:noAutofit/>
          </a:bodyPr>
          <a:lstStyle>
            <a:lvl1pPr>
              <a:defRPr sz="2600"/>
            </a:lvl1pPr>
          </a:lstStyle>
          <a:p>
            <a:r>
              <a:rPr lang="de-DE" dirty="0"/>
              <a:t>Hier einen Titel eingeben</a:t>
            </a:r>
            <a:endParaRPr lang="de-CH" dirty="0"/>
          </a:p>
        </p:txBody>
      </p:sp>
    </p:spTree>
    <p:extLst>
      <p:ext uri="{BB962C8B-B14F-4D97-AF65-F5344CB8AC3E}">
        <p14:creationId xmlns:p14="http://schemas.microsoft.com/office/powerpoint/2010/main" val="3893291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userDrawn="1">
          <p15:clr>
            <a:srgbClr val="FBAE40"/>
          </p15:clr>
        </p15:guide>
        <p15:guide id="2" orient="horz" pos="40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oder Diagramm 2">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F2CC74F4-DE3B-8B3F-4FFA-2ACECAAA074B}"/>
              </a:ext>
            </a:extLst>
          </p:cNvPr>
          <p:cNvSpPr>
            <a:spLocks noGrp="1"/>
          </p:cNvSpPr>
          <p:nvPr>
            <p:ph idx="1" hasCustomPrompt="1"/>
          </p:nvPr>
        </p:nvSpPr>
        <p:spPr>
          <a:xfrm>
            <a:off x="372981" y="1557338"/>
            <a:ext cx="8383902" cy="4392612"/>
          </a:xfrm>
          <a:prstGeom prst="rect">
            <a:avLst/>
          </a:prstGeom>
        </p:spPr>
        <p:txBody>
          <a:bodyPr vert="horz" lIns="91440" tIns="45720" rIns="91440" bIns="45720" rtlCol="0">
            <a:noAutofit/>
          </a:bodyPr>
          <a:lstStyle>
            <a:lvl1pPr marL="0" indent="0">
              <a:lnSpc>
                <a:spcPct val="100000"/>
              </a:lnSpc>
              <a:buNone/>
              <a:defRPr sz="1200">
                <a:latin typeface="Arial" panose="020B0604020202020204" pitchFamily="34" charset="0"/>
                <a:cs typeface="Arial" panose="020B0604020202020204" pitchFamily="34" charset="0"/>
              </a:defRPr>
            </a:lvl1pPr>
          </a:lstStyle>
          <a:p>
            <a:pPr marL="216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2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Hier Text, Grafik oder Diagramm einfügen</a:t>
            </a:r>
          </a:p>
          <a:p>
            <a:pPr marL="432000" marR="0" lvl="1"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0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Zweite Ebene</a:t>
            </a:r>
          </a:p>
          <a:p>
            <a:pPr marL="720000" marR="0" lvl="2"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8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Dritte Ebene</a:t>
            </a:r>
          </a:p>
        </p:txBody>
      </p:sp>
      <p:grpSp>
        <p:nvGrpSpPr>
          <p:cNvPr id="4" name="Group 4">
            <a:extLst>
              <a:ext uri="{FF2B5EF4-FFF2-40B4-BE49-F238E27FC236}">
                <a16:creationId xmlns:a16="http://schemas.microsoft.com/office/drawing/2014/main" id="{2E28C3F1-E13F-434B-EEDF-0A05EC8EAC21}"/>
              </a:ext>
            </a:extLst>
          </p:cNvPr>
          <p:cNvGrpSpPr>
            <a:grpSpLocks noChangeAspect="1"/>
          </p:cNvGrpSpPr>
          <p:nvPr userDrawn="1"/>
        </p:nvGrpSpPr>
        <p:grpSpPr bwMode="auto">
          <a:xfrm flipH="1">
            <a:off x="9025731" y="-513384"/>
            <a:ext cx="6332538" cy="4443414"/>
            <a:chOff x="-2070" y="2038"/>
            <a:chExt cx="3989" cy="2799"/>
          </a:xfrm>
        </p:grpSpPr>
        <p:sp>
          <p:nvSpPr>
            <p:cNvPr id="6" name="Freeform 5">
              <a:extLst>
                <a:ext uri="{FF2B5EF4-FFF2-40B4-BE49-F238E27FC236}">
                  <a16:creationId xmlns:a16="http://schemas.microsoft.com/office/drawing/2014/main" id="{000054FE-AA82-7649-62EC-5A379FD6BE90}"/>
                </a:ext>
              </a:extLst>
            </p:cNvPr>
            <p:cNvSpPr>
              <a:spLocks/>
            </p:cNvSpPr>
            <p:nvPr userDrawn="1"/>
          </p:nvSpPr>
          <p:spPr bwMode="auto">
            <a:xfrm>
              <a:off x="-2070" y="2728"/>
              <a:ext cx="1595" cy="1382"/>
            </a:xfrm>
            <a:custGeom>
              <a:avLst/>
              <a:gdLst>
                <a:gd name="T0" fmla="*/ 399 w 1595"/>
                <a:gd name="T1" fmla="*/ 0 h 1382"/>
                <a:gd name="T2" fmla="*/ 0 w 1595"/>
                <a:gd name="T3" fmla="*/ 690 h 1382"/>
                <a:gd name="T4" fmla="*/ 399 w 1595"/>
                <a:gd name="T5" fmla="*/ 1382 h 1382"/>
                <a:gd name="T6" fmla="*/ 1197 w 1595"/>
                <a:gd name="T7" fmla="*/ 1382 h 1382"/>
                <a:gd name="T8" fmla="*/ 1595 w 1595"/>
                <a:gd name="T9" fmla="*/ 690 h 1382"/>
                <a:gd name="T10" fmla="*/ 1197 w 1595"/>
                <a:gd name="T11" fmla="*/ 0 h 1382"/>
                <a:gd name="T12" fmla="*/ 399 w 1595"/>
                <a:gd name="T13" fmla="*/ 0 h 1382"/>
              </a:gdLst>
              <a:ahLst/>
              <a:cxnLst>
                <a:cxn ang="0">
                  <a:pos x="T0" y="T1"/>
                </a:cxn>
                <a:cxn ang="0">
                  <a:pos x="T2" y="T3"/>
                </a:cxn>
                <a:cxn ang="0">
                  <a:pos x="T4" y="T5"/>
                </a:cxn>
                <a:cxn ang="0">
                  <a:pos x="T6" y="T7"/>
                </a:cxn>
                <a:cxn ang="0">
                  <a:pos x="T8" y="T9"/>
                </a:cxn>
                <a:cxn ang="0">
                  <a:pos x="T10" y="T11"/>
                </a:cxn>
                <a:cxn ang="0">
                  <a:pos x="T12" y="T13"/>
                </a:cxn>
              </a:cxnLst>
              <a:rect l="0" t="0" r="r" b="b"/>
              <a:pathLst>
                <a:path w="1595" h="1382">
                  <a:moveTo>
                    <a:pt x="399" y="0"/>
                  </a:moveTo>
                  <a:lnTo>
                    <a:pt x="0" y="690"/>
                  </a:lnTo>
                  <a:lnTo>
                    <a:pt x="399" y="1382"/>
                  </a:lnTo>
                  <a:lnTo>
                    <a:pt x="1197" y="1382"/>
                  </a:lnTo>
                  <a:lnTo>
                    <a:pt x="1595" y="690"/>
                  </a:lnTo>
                  <a:lnTo>
                    <a:pt x="1197" y="0"/>
                  </a:lnTo>
                  <a:lnTo>
                    <a:pt x="399" y="0"/>
                  </a:lnTo>
                  <a:close/>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7" name="Freeform 6">
              <a:extLst>
                <a:ext uri="{FF2B5EF4-FFF2-40B4-BE49-F238E27FC236}">
                  <a16:creationId xmlns:a16="http://schemas.microsoft.com/office/drawing/2014/main" id="{E265A870-96B8-E64B-0128-C50337075E97}"/>
                </a:ext>
              </a:extLst>
            </p:cNvPr>
            <p:cNvSpPr>
              <a:spLocks/>
            </p:cNvSpPr>
            <p:nvPr userDrawn="1"/>
          </p:nvSpPr>
          <p:spPr bwMode="auto">
            <a:xfrm>
              <a:off x="402" y="2797"/>
              <a:ext cx="1437" cy="1245"/>
            </a:xfrm>
            <a:custGeom>
              <a:avLst/>
              <a:gdLst>
                <a:gd name="T0" fmla="*/ 360 w 1437"/>
                <a:gd name="T1" fmla="*/ 0 h 1245"/>
                <a:gd name="T2" fmla="*/ 0 w 1437"/>
                <a:gd name="T3" fmla="*/ 623 h 1245"/>
                <a:gd name="T4" fmla="*/ 360 w 1437"/>
                <a:gd name="T5" fmla="*/ 1245 h 1245"/>
                <a:gd name="T6" fmla="*/ 1077 w 1437"/>
                <a:gd name="T7" fmla="*/ 1245 h 1245"/>
                <a:gd name="T8" fmla="*/ 1437 w 1437"/>
                <a:gd name="T9" fmla="*/ 623 h 1245"/>
                <a:gd name="T10" fmla="*/ 1077 w 1437"/>
                <a:gd name="T11" fmla="*/ 0 h 1245"/>
                <a:gd name="T12" fmla="*/ 360 w 1437"/>
                <a:gd name="T13" fmla="*/ 0 h 1245"/>
              </a:gdLst>
              <a:ahLst/>
              <a:cxnLst>
                <a:cxn ang="0">
                  <a:pos x="T0" y="T1"/>
                </a:cxn>
                <a:cxn ang="0">
                  <a:pos x="T2" y="T3"/>
                </a:cxn>
                <a:cxn ang="0">
                  <a:pos x="T4" y="T5"/>
                </a:cxn>
                <a:cxn ang="0">
                  <a:pos x="T6" y="T7"/>
                </a:cxn>
                <a:cxn ang="0">
                  <a:pos x="T8" y="T9"/>
                </a:cxn>
                <a:cxn ang="0">
                  <a:pos x="T10" y="T11"/>
                </a:cxn>
                <a:cxn ang="0">
                  <a:pos x="T12" y="T13"/>
                </a:cxn>
              </a:cxnLst>
              <a:rect l="0" t="0" r="r" b="b"/>
              <a:pathLst>
                <a:path w="1437" h="1245">
                  <a:moveTo>
                    <a:pt x="360" y="0"/>
                  </a:moveTo>
                  <a:lnTo>
                    <a:pt x="0" y="623"/>
                  </a:lnTo>
                  <a:lnTo>
                    <a:pt x="360" y="1245"/>
                  </a:lnTo>
                  <a:lnTo>
                    <a:pt x="1077" y="1245"/>
                  </a:lnTo>
                  <a:lnTo>
                    <a:pt x="1437" y="623"/>
                  </a:lnTo>
                  <a:lnTo>
                    <a:pt x="1077" y="0"/>
                  </a:lnTo>
                  <a:lnTo>
                    <a:pt x="360" y="0"/>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8" name="Line 7">
              <a:extLst>
                <a:ext uri="{FF2B5EF4-FFF2-40B4-BE49-F238E27FC236}">
                  <a16:creationId xmlns:a16="http://schemas.microsoft.com/office/drawing/2014/main" id="{67BC3765-6DBE-6C04-1C59-D0D00874B78E}"/>
                </a:ext>
              </a:extLst>
            </p:cNvPr>
            <p:cNvSpPr>
              <a:spLocks noChangeShapeType="1"/>
            </p:cNvSpPr>
            <p:nvPr userDrawn="1"/>
          </p:nvSpPr>
          <p:spPr bwMode="auto">
            <a:xfrm>
              <a:off x="-475" y="4801"/>
              <a:ext cx="0" cy="0"/>
            </a:xfrm>
            <a:prstGeom prst="line">
              <a:avLst/>
            </a:prstGeom>
            <a:noFill/>
            <a:ln w="26988"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9" name="Line 8">
              <a:extLst>
                <a:ext uri="{FF2B5EF4-FFF2-40B4-BE49-F238E27FC236}">
                  <a16:creationId xmlns:a16="http://schemas.microsoft.com/office/drawing/2014/main" id="{D993A2A6-21CD-1819-4AE6-4B85D6171A5C}"/>
                </a:ext>
              </a:extLst>
            </p:cNvPr>
            <p:cNvSpPr>
              <a:spLocks noChangeShapeType="1"/>
            </p:cNvSpPr>
            <p:nvPr userDrawn="1"/>
          </p:nvSpPr>
          <p:spPr bwMode="auto">
            <a:xfrm>
              <a:off x="-873" y="4110"/>
              <a:ext cx="0" cy="0"/>
            </a:xfrm>
            <a:prstGeom prst="line">
              <a:avLst/>
            </a:prstGeom>
            <a:noFill/>
            <a:ln w="26988"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0" name="Freeform 9">
              <a:extLst>
                <a:ext uri="{FF2B5EF4-FFF2-40B4-BE49-F238E27FC236}">
                  <a16:creationId xmlns:a16="http://schemas.microsoft.com/office/drawing/2014/main" id="{92D04E40-36FE-83F2-5AC6-6DDF5F310F80}"/>
                </a:ext>
              </a:extLst>
            </p:cNvPr>
            <p:cNvSpPr>
              <a:spLocks/>
            </p:cNvSpPr>
            <p:nvPr userDrawn="1"/>
          </p:nvSpPr>
          <p:spPr bwMode="auto">
            <a:xfrm>
              <a:off x="-873" y="3418"/>
              <a:ext cx="1596" cy="1383"/>
            </a:xfrm>
            <a:custGeom>
              <a:avLst/>
              <a:gdLst>
                <a:gd name="T0" fmla="*/ 435 w 1596"/>
                <a:gd name="T1" fmla="*/ 1383 h 1383"/>
                <a:gd name="T2" fmla="*/ 1196 w 1596"/>
                <a:gd name="T3" fmla="*/ 1383 h 1383"/>
                <a:gd name="T4" fmla="*/ 1596 w 1596"/>
                <a:gd name="T5" fmla="*/ 692 h 1383"/>
                <a:gd name="T6" fmla="*/ 1196 w 1596"/>
                <a:gd name="T7" fmla="*/ 0 h 1383"/>
                <a:gd name="T8" fmla="*/ 398 w 1596"/>
                <a:gd name="T9" fmla="*/ 0 h 1383"/>
                <a:gd name="T10" fmla="*/ 0 w 1596"/>
                <a:gd name="T11" fmla="*/ 692 h 1383"/>
              </a:gdLst>
              <a:ahLst/>
              <a:cxnLst>
                <a:cxn ang="0">
                  <a:pos x="T0" y="T1"/>
                </a:cxn>
                <a:cxn ang="0">
                  <a:pos x="T2" y="T3"/>
                </a:cxn>
                <a:cxn ang="0">
                  <a:pos x="T4" y="T5"/>
                </a:cxn>
                <a:cxn ang="0">
                  <a:pos x="T6" y="T7"/>
                </a:cxn>
                <a:cxn ang="0">
                  <a:pos x="T8" y="T9"/>
                </a:cxn>
                <a:cxn ang="0">
                  <a:pos x="T10" y="T11"/>
                </a:cxn>
              </a:cxnLst>
              <a:rect l="0" t="0" r="r" b="b"/>
              <a:pathLst>
                <a:path w="1596" h="1383">
                  <a:moveTo>
                    <a:pt x="435" y="1383"/>
                  </a:moveTo>
                  <a:lnTo>
                    <a:pt x="1196" y="1383"/>
                  </a:lnTo>
                  <a:lnTo>
                    <a:pt x="1596" y="692"/>
                  </a:lnTo>
                  <a:lnTo>
                    <a:pt x="1196" y="0"/>
                  </a:lnTo>
                  <a:lnTo>
                    <a:pt x="398" y="0"/>
                  </a:lnTo>
                  <a:lnTo>
                    <a:pt x="0" y="692"/>
                  </a:lnTo>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1" name="Freeform 10">
              <a:extLst>
                <a:ext uri="{FF2B5EF4-FFF2-40B4-BE49-F238E27FC236}">
                  <a16:creationId xmlns:a16="http://schemas.microsoft.com/office/drawing/2014/main" id="{D7F0034A-7896-380D-A272-459AC9397A27}"/>
                </a:ext>
              </a:extLst>
            </p:cNvPr>
            <p:cNvSpPr>
              <a:spLocks/>
            </p:cNvSpPr>
            <p:nvPr userDrawn="1"/>
          </p:nvSpPr>
          <p:spPr bwMode="auto">
            <a:xfrm>
              <a:off x="-873" y="2038"/>
              <a:ext cx="1594" cy="1382"/>
            </a:xfrm>
            <a:custGeom>
              <a:avLst/>
              <a:gdLst>
                <a:gd name="T0" fmla="*/ 398 w 1594"/>
                <a:gd name="T1" fmla="*/ 0 h 1382"/>
                <a:gd name="T2" fmla="*/ 0 w 1594"/>
                <a:gd name="T3" fmla="*/ 690 h 1382"/>
                <a:gd name="T4" fmla="*/ 398 w 1594"/>
                <a:gd name="T5" fmla="*/ 1382 h 1382"/>
                <a:gd name="T6" fmla="*/ 1196 w 1594"/>
                <a:gd name="T7" fmla="*/ 1382 h 1382"/>
                <a:gd name="T8" fmla="*/ 1594 w 1594"/>
                <a:gd name="T9" fmla="*/ 690 h 1382"/>
                <a:gd name="T10" fmla="*/ 1196 w 1594"/>
                <a:gd name="T11" fmla="*/ 0 h 1382"/>
                <a:gd name="T12" fmla="*/ 398 w 1594"/>
                <a:gd name="T13" fmla="*/ 0 h 1382"/>
              </a:gdLst>
              <a:ahLst/>
              <a:cxnLst>
                <a:cxn ang="0">
                  <a:pos x="T0" y="T1"/>
                </a:cxn>
                <a:cxn ang="0">
                  <a:pos x="T2" y="T3"/>
                </a:cxn>
                <a:cxn ang="0">
                  <a:pos x="T4" y="T5"/>
                </a:cxn>
                <a:cxn ang="0">
                  <a:pos x="T6" y="T7"/>
                </a:cxn>
                <a:cxn ang="0">
                  <a:pos x="T8" y="T9"/>
                </a:cxn>
                <a:cxn ang="0">
                  <a:pos x="T10" y="T11"/>
                </a:cxn>
                <a:cxn ang="0">
                  <a:pos x="T12" y="T13"/>
                </a:cxn>
              </a:cxnLst>
              <a:rect l="0" t="0" r="r" b="b"/>
              <a:pathLst>
                <a:path w="1594" h="1382">
                  <a:moveTo>
                    <a:pt x="398" y="0"/>
                  </a:moveTo>
                  <a:lnTo>
                    <a:pt x="0" y="690"/>
                  </a:lnTo>
                  <a:lnTo>
                    <a:pt x="398" y="1382"/>
                  </a:lnTo>
                  <a:lnTo>
                    <a:pt x="1196" y="1382"/>
                  </a:lnTo>
                  <a:lnTo>
                    <a:pt x="1594" y="690"/>
                  </a:lnTo>
                  <a:lnTo>
                    <a:pt x="1196" y="0"/>
                  </a:lnTo>
                  <a:lnTo>
                    <a:pt x="398" y="0"/>
                  </a:lnTo>
                  <a:close/>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2" name="Freeform 11">
              <a:extLst>
                <a:ext uri="{FF2B5EF4-FFF2-40B4-BE49-F238E27FC236}">
                  <a16:creationId xmlns:a16="http://schemas.microsoft.com/office/drawing/2014/main" id="{DB4B4673-6965-2BF0-4B45-ACE21258312D}"/>
                </a:ext>
              </a:extLst>
            </p:cNvPr>
            <p:cNvSpPr>
              <a:spLocks/>
            </p:cNvSpPr>
            <p:nvPr userDrawn="1"/>
          </p:nvSpPr>
          <p:spPr bwMode="auto">
            <a:xfrm>
              <a:off x="323" y="2728"/>
              <a:ext cx="1596" cy="1382"/>
            </a:xfrm>
            <a:custGeom>
              <a:avLst/>
              <a:gdLst>
                <a:gd name="T0" fmla="*/ 1161 w 1596"/>
                <a:gd name="T1" fmla="*/ 1382 h 1382"/>
                <a:gd name="T2" fmla="*/ 398 w 1596"/>
                <a:gd name="T3" fmla="*/ 1382 h 1382"/>
                <a:gd name="T4" fmla="*/ 0 w 1596"/>
                <a:gd name="T5" fmla="*/ 692 h 1382"/>
                <a:gd name="T6" fmla="*/ 398 w 1596"/>
                <a:gd name="T7" fmla="*/ 0 h 1382"/>
                <a:gd name="T8" fmla="*/ 1197 w 1596"/>
                <a:gd name="T9" fmla="*/ 0 h 1382"/>
                <a:gd name="T10" fmla="*/ 1596 w 1596"/>
                <a:gd name="T11" fmla="*/ 690 h 1382"/>
              </a:gdLst>
              <a:ahLst/>
              <a:cxnLst>
                <a:cxn ang="0">
                  <a:pos x="T0" y="T1"/>
                </a:cxn>
                <a:cxn ang="0">
                  <a:pos x="T2" y="T3"/>
                </a:cxn>
                <a:cxn ang="0">
                  <a:pos x="T4" y="T5"/>
                </a:cxn>
                <a:cxn ang="0">
                  <a:pos x="T6" y="T7"/>
                </a:cxn>
                <a:cxn ang="0">
                  <a:pos x="T8" y="T9"/>
                </a:cxn>
                <a:cxn ang="0">
                  <a:pos x="T10" y="T11"/>
                </a:cxn>
              </a:cxnLst>
              <a:rect l="0" t="0" r="r" b="b"/>
              <a:pathLst>
                <a:path w="1596" h="1382">
                  <a:moveTo>
                    <a:pt x="1161" y="1382"/>
                  </a:moveTo>
                  <a:lnTo>
                    <a:pt x="398" y="1382"/>
                  </a:lnTo>
                  <a:lnTo>
                    <a:pt x="0" y="692"/>
                  </a:lnTo>
                  <a:lnTo>
                    <a:pt x="398" y="0"/>
                  </a:lnTo>
                  <a:lnTo>
                    <a:pt x="1197" y="0"/>
                  </a:lnTo>
                  <a:lnTo>
                    <a:pt x="1596" y="690"/>
                  </a:lnTo>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3" name="Freeform 12">
              <a:extLst>
                <a:ext uri="{FF2B5EF4-FFF2-40B4-BE49-F238E27FC236}">
                  <a16:creationId xmlns:a16="http://schemas.microsoft.com/office/drawing/2014/main" id="{C2A5BAED-658C-5327-8CDA-C11A582520BB}"/>
                </a:ext>
              </a:extLst>
            </p:cNvPr>
            <p:cNvSpPr>
              <a:spLocks/>
            </p:cNvSpPr>
            <p:nvPr userDrawn="1"/>
          </p:nvSpPr>
          <p:spPr bwMode="auto">
            <a:xfrm>
              <a:off x="-500" y="4769"/>
              <a:ext cx="68" cy="68"/>
            </a:xfrm>
            <a:custGeom>
              <a:avLst/>
              <a:gdLst>
                <a:gd name="T0" fmla="*/ 45 w 51"/>
                <a:gd name="T1" fmla="*/ 37 h 51"/>
                <a:gd name="T2" fmla="*/ 14 w 51"/>
                <a:gd name="T3" fmla="*/ 45 h 51"/>
                <a:gd name="T4" fmla="*/ 6 w 51"/>
                <a:gd name="T5" fmla="*/ 14 h 51"/>
                <a:gd name="T6" fmla="*/ 37 w 51"/>
                <a:gd name="T7" fmla="*/ 6 h 51"/>
                <a:gd name="T8" fmla="*/ 45 w 51"/>
                <a:gd name="T9" fmla="*/ 37 h 51"/>
              </a:gdLst>
              <a:ahLst/>
              <a:cxnLst>
                <a:cxn ang="0">
                  <a:pos x="T0" y="T1"/>
                </a:cxn>
                <a:cxn ang="0">
                  <a:pos x="T2" y="T3"/>
                </a:cxn>
                <a:cxn ang="0">
                  <a:pos x="T4" y="T5"/>
                </a:cxn>
                <a:cxn ang="0">
                  <a:pos x="T6" y="T7"/>
                </a:cxn>
                <a:cxn ang="0">
                  <a:pos x="T8" y="T9"/>
                </a:cxn>
              </a:cxnLst>
              <a:rect l="0" t="0" r="r" b="b"/>
              <a:pathLst>
                <a:path w="51" h="51">
                  <a:moveTo>
                    <a:pt x="45" y="37"/>
                  </a:moveTo>
                  <a:cubicBezTo>
                    <a:pt x="39" y="47"/>
                    <a:pt x="25" y="51"/>
                    <a:pt x="14" y="45"/>
                  </a:cubicBezTo>
                  <a:cubicBezTo>
                    <a:pt x="3" y="39"/>
                    <a:pt x="0" y="25"/>
                    <a:pt x="6" y="14"/>
                  </a:cubicBezTo>
                  <a:cubicBezTo>
                    <a:pt x="12" y="3"/>
                    <a:pt x="26" y="0"/>
                    <a:pt x="37" y="6"/>
                  </a:cubicBezTo>
                  <a:cubicBezTo>
                    <a:pt x="47" y="12"/>
                    <a:pt x="51" y="26"/>
                    <a:pt x="45" y="37"/>
                  </a:cubicBezTo>
                  <a:close/>
                </a:path>
              </a:pathLst>
            </a:custGeom>
            <a:solidFill>
              <a:schemeClr val="tx2"/>
            </a:solidFill>
            <a:ln w="269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sp>
          <p:nvSpPr>
            <p:cNvPr id="14" name="Freeform 13">
              <a:extLst>
                <a:ext uri="{FF2B5EF4-FFF2-40B4-BE49-F238E27FC236}">
                  <a16:creationId xmlns:a16="http://schemas.microsoft.com/office/drawing/2014/main" id="{8234BC6A-F274-15A2-33FC-03237BD0DEA6}"/>
                </a:ext>
              </a:extLst>
            </p:cNvPr>
            <p:cNvSpPr>
              <a:spLocks/>
            </p:cNvSpPr>
            <p:nvPr userDrawn="1"/>
          </p:nvSpPr>
          <p:spPr bwMode="auto">
            <a:xfrm>
              <a:off x="1479" y="4077"/>
              <a:ext cx="68" cy="68"/>
            </a:xfrm>
            <a:custGeom>
              <a:avLst/>
              <a:gdLst>
                <a:gd name="T0" fmla="*/ 45 w 51"/>
                <a:gd name="T1" fmla="*/ 37 h 52"/>
                <a:gd name="T2" fmla="*/ 14 w 51"/>
                <a:gd name="T3" fmla="*/ 45 h 52"/>
                <a:gd name="T4" fmla="*/ 6 w 51"/>
                <a:gd name="T5" fmla="*/ 15 h 52"/>
                <a:gd name="T6" fmla="*/ 37 w 51"/>
                <a:gd name="T7" fmla="*/ 6 h 52"/>
                <a:gd name="T8" fmla="*/ 45 w 51"/>
                <a:gd name="T9" fmla="*/ 37 h 52"/>
              </a:gdLst>
              <a:ahLst/>
              <a:cxnLst>
                <a:cxn ang="0">
                  <a:pos x="T0" y="T1"/>
                </a:cxn>
                <a:cxn ang="0">
                  <a:pos x="T2" y="T3"/>
                </a:cxn>
                <a:cxn ang="0">
                  <a:pos x="T4" y="T5"/>
                </a:cxn>
                <a:cxn ang="0">
                  <a:pos x="T6" y="T7"/>
                </a:cxn>
                <a:cxn ang="0">
                  <a:pos x="T8" y="T9"/>
                </a:cxn>
              </a:cxnLst>
              <a:rect l="0" t="0" r="r" b="b"/>
              <a:pathLst>
                <a:path w="51" h="52">
                  <a:moveTo>
                    <a:pt x="45" y="37"/>
                  </a:moveTo>
                  <a:cubicBezTo>
                    <a:pt x="39" y="48"/>
                    <a:pt x="25" y="52"/>
                    <a:pt x="14" y="45"/>
                  </a:cubicBezTo>
                  <a:cubicBezTo>
                    <a:pt x="3" y="39"/>
                    <a:pt x="0" y="25"/>
                    <a:pt x="6" y="15"/>
                  </a:cubicBezTo>
                  <a:cubicBezTo>
                    <a:pt x="12" y="4"/>
                    <a:pt x="26" y="0"/>
                    <a:pt x="37" y="6"/>
                  </a:cubicBezTo>
                  <a:cubicBezTo>
                    <a:pt x="47" y="13"/>
                    <a:pt x="51" y="26"/>
                    <a:pt x="45" y="37"/>
                  </a:cubicBezTo>
                  <a:close/>
                </a:path>
              </a:pathLst>
            </a:custGeom>
            <a:solidFill>
              <a:schemeClr val="tx2"/>
            </a:solidFill>
            <a:ln w="269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sp>
          <p:nvSpPr>
            <p:cNvPr id="15" name="Freeform 14">
              <a:extLst>
                <a:ext uri="{FF2B5EF4-FFF2-40B4-BE49-F238E27FC236}">
                  <a16:creationId xmlns:a16="http://schemas.microsoft.com/office/drawing/2014/main" id="{3CDB534D-047A-6C89-C975-671817C96F94}"/>
                </a:ext>
              </a:extLst>
            </p:cNvPr>
            <p:cNvSpPr>
              <a:spLocks/>
            </p:cNvSpPr>
            <p:nvPr userDrawn="1"/>
          </p:nvSpPr>
          <p:spPr bwMode="auto">
            <a:xfrm>
              <a:off x="-1991" y="2797"/>
              <a:ext cx="1437" cy="1244"/>
            </a:xfrm>
            <a:custGeom>
              <a:avLst/>
              <a:gdLst>
                <a:gd name="T0" fmla="*/ 360 w 1437"/>
                <a:gd name="T1" fmla="*/ 0 h 1244"/>
                <a:gd name="T2" fmla="*/ 0 w 1437"/>
                <a:gd name="T3" fmla="*/ 621 h 1244"/>
                <a:gd name="T4" fmla="*/ 360 w 1437"/>
                <a:gd name="T5" fmla="*/ 1244 h 1244"/>
                <a:gd name="T6" fmla="*/ 1078 w 1437"/>
                <a:gd name="T7" fmla="*/ 1244 h 1244"/>
                <a:gd name="T8" fmla="*/ 1437 w 1437"/>
                <a:gd name="T9" fmla="*/ 621 h 1244"/>
                <a:gd name="T10" fmla="*/ 1078 w 1437"/>
                <a:gd name="T11" fmla="*/ 0 h 1244"/>
                <a:gd name="T12" fmla="*/ 360 w 1437"/>
                <a:gd name="T13" fmla="*/ 0 h 1244"/>
              </a:gdLst>
              <a:ahLst/>
              <a:cxnLst>
                <a:cxn ang="0">
                  <a:pos x="T0" y="T1"/>
                </a:cxn>
                <a:cxn ang="0">
                  <a:pos x="T2" y="T3"/>
                </a:cxn>
                <a:cxn ang="0">
                  <a:pos x="T4" y="T5"/>
                </a:cxn>
                <a:cxn ang="0">
                  <a:pos x="T6" y="T7"/>
                </a:cxn>
                <a:cxn ang="0">
                  <a:pos x="T8" y="T9"/>
                </a:cxn>
                <a:cxn ang="0">
                  <a:pos x="T10" y="T11"/>
                </a:cxn>
                <a:cxn ang="0">
                  <a:pos x="T12" y="T13"/>
                </a:cxn>
              </a:cxnLst>
              <a:rect l="0" t="0" r="r" b="b"/>
              <a:pathLst>
                <a:path w="1437" h="1244">
                  <a:moveTo>
                    <a:pt x="360" y="0"/>
                  </a:moveTo>
                  <a:lnTo>
                    <a:pt x="0" y="621"/>
                  </a:lnTo>
                  <a:lnTo>
                    <a:pt x="360" y="1244"/>
                  </a:lnTo>
                  <a:lnTo>
                    <a:pt x="1078" y="1244"/>
                  </a:lnTo>
                  <a:lnTo>
                    <a:pt x="1437" y="621"/>
                  </a:lnTo>
                  <a:lnTo>
                    <a:pt x="1078" y="0"/>
                  </a:lnTo>
                  <a:lnTo>
                    <a:pt x="360" y="0"/>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grpSp>
      <p:sp>
        <p:nvSpPr>
          <p:cNvPr id="16" name="Foliennummernplatzhalter 5">
            <a:extLst>
              <a:ext uri="{FF2B5EF4-FFF2-40B4-BE49-F238E27FC236}">
                <a16:creationId xmlns:a16="http://schemas.microsoft.com/office/drawing/2014/main" id="{D507CBFD-25A8-D901-CC07-F40E72C29B1B}"/>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3" name="Fußzeilenplatzhalter 5">
            <a:extLst>
              <a:ext uri="{FF2B5EF4-FFF2-40B4-BE49-F238E27FC236}">
                <a16:creationId xmlns:a16="http://schemas.microsoft.com/office/drawing/2014/main" id="{F4AE9B78-2C6D-CE3A-B320-FFA798083336}"/>
              </a:ext>
            </a:extLst>
          </p:cNvPr>
          <p:cNvSpPr>
            <a:spLocks noGrp="1"/>
          </p:cNvSpPr>
          <p:nvPr>
            <p:ph type="ftr" sz="quarter" idx="3"/>
          </p:nvPr>
        </p:nvSpPr>
        <p:spPr>
          <a:xfrm>
            <a:off x="892565" y="6425142"/>
            <a:ext cx="7864318"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17" name="Textplatzhalter 9">
            <a:extLst>
              <a:ext uri="{FF2B5EF4-FFF2-40B4-BE49-F238E27FC236}">
                <a16:creationId xmlns:a16="http://schemas.microsoft.com/office/drawing/2014/main" id="{92396384-ED93-641F-2A83-D3F07A8A12D3}"/>
              </a:ext>
            </a:extLst>
          </p:cNvPr>
          <p:cNvSpPr>
            <a:spLocks noGrp="1"/>
          </p:cNvSpPr>
          <p:nvPr>
            <p:ph type="body" sz="quarter" idx="10" hasCustomPrompt="1"/>
          </p:nvPr>
        </p:nvSpPr>
        <p:spPr>
          <a:xfrm>
            <a:off x="331894" y="549275"/>
            <a:ext cx="8424989" cy="323850"/>
          </a:xfrm>
        </p:spPr>
        <p:txBody>
          <a:bodyPr/>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2" name="Titelplatzhalter 1">
            <a:extLst>
              <a:ext uri="{FF2B5EF4-FFF2-40B4-BE49-F238E27FC236}">
                <a16:creationId xmlns:a16="http://schemas.microsoft.com/office/drawing/2014/main" id="{60FEBD4F-71D1-3F99-80E3-F994DB5A0448}"/>
              </a:ext>
            </a:extLst>
          </p:cNvPr>
          <p:cNvSpPr>
            <a:spLocks noGrp="1"/>
          </p:cNvSpPr>
          <p:nvPr>
            <p:ph type="title" hasCustomPrompt="1"/>
          </p:nvPr>
        </p:nvSpPr>
        <p:spPr>
          <a:xfrm>
            <a:off x="372980" y="901171"/>
            <a:ext cx="8383902" cy="440267"/>
          </a:xfrm>
          <a:prstGeom prst="rect">
            <a:avLst/>
          </a:prstGeom>
        </p:spPr>
        <p:txBody>
          <a:bodyPr vert="horz" lIns="72000" tIns="45720" rIns="91440" bIns="45720" rtlCol="0" anchor="t">
            <a:noAutofit/>
          </a:bodyPr>
          <a:lstStyle>
            <a:lvl1pPr>
              <a:defRPr sz="2600"/>
            </a:lvl1pPr>
          </a:lstStyle>
          <a:p>
            <a:r>
              <a:rPr lang="de-DE" dirty="0"/>
              <a:t>Hier einen Titel eingeben</a:t>
            </a:r>
            <a:endParaRPr lang="de-CH" dirty="0"/>
          </a:p>
        </p:txBody>
      </p:sp>
    </p:spTree>
    <p:extLst>
      <p:ext uri="{BB962C8B-B14F-4D97-AF65-F5344CB8AC3E}">
        <p14:creationId xmlns:p14="http://schemas.microsoft.com/office/powerpoint/2010/main" val="285724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mp; Diagramm oder Text 2-spaltig">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F2CC74F4-DE3B-8B3F-4FFA-2ACECAAA074B}"/>
              </a:ext>
            </a:extLst>
          </p:cNvPr>
          <p:cNvSpPr>
            <a:spLocks noGrp="1"/>
          </p:cNvSpPr>
          <p:nvPr>
            <p:ph idx="1" hasCustomPrompt="1"/>
          </p:nvPr>
        </p:nvSpPr>
        <p:spPr>
          <a:xfrm>
            <a:off x="5949229" y="1557342"/>
            <a:ext cx="5328000" cy="4392533"/>
          </a:xfrm>
          <a:prstGeom prst="rect">
            <a:avLst/>
          </a:prstGeom>
        </p:spPr>
        <p:txBody>
          <a:bodyPr vert="horz" lIns="91440" tIns="45720" rIns="91440" bIns="45720" rtlCol="0">
            <a:normAutofit/>
          </a:bodyPr>
          <a:lstStyle>
            <a:lvl1pPr marL="0" indent="0">
              <a:buNone/>
              <a:defRPr sz="1200">
                <a:latin typeface="Arial" panose="020B0604020202020204" pitchFamily="34" charset="0"/>
                <a:cs typeface="Arial" panose="020B0604020202020204" pitchFamily="34" charset="0"/>
              </a:defRPr>
            </a:lvl1pPr>
          </a:lstStyle>
          <a:p>
            <a:pPr>
              <a:spcBef>
                <a:spcPts val="1200"/>
              </a:spcBef>
            </a:pPr>
            <a:r>
              <a:rPr lang="de-CH" dirty="0" err="1"/>
              <a:t>Lorem</a:t>
            </a:r>
            <a:r>
              <a:rPr lang="de-CH" dirty="0"/>
              <a:t> </a:t>
            </a:r>
            <a:r>
              <a:rPr lang="de-CH" dirty="0" err="1"/>
              <a:t>ipsum</a:t>
            </a:r>
            <a:r>
              <a:rPr lang="de-CH" dirty="0"/>
              <a:t> </a:t>
            </a:r>
            <a:r>
              <a:rPr lang="de-CH" dirty="0" err="1"/>
              <a:t>dolor</a:t>
            </a:r>
            <a:r>
              <a:rPr lang="de-CH" dirty="0"/>
              <a:t> </a:t>
            </a:r>
            <a:r>
              <a:rPr lang="de-CH" dirty="0" err="1"/>
              <a:t>sit</a:t>
            </a:r>
            <a:r>
              <a:rPr lang="de-CH" dirty="0"/>
              <a:t> </a:t>
            </a:r>
            <a:r>
              <a:rPr lang="de-CH" dirty="0" err="1"/>
              <a:t>amet</a:t>
            </a:r>
            <a:r>
              <a:rPr lang="de-CH" dirty="0"/>
              <a:t>, </a:t>
            </a:r>
            <a:r>
              <a:rPr lang="de-CH" dirty="0" err="1"/>
              <a:t>consetetur</a:t>
            </a:r>
            <a:r>
              <a:rPr lang="de-CH" dirty="0"/>
              <a:t> </a:t>
            </a:r>
            <a:r>
              <a:rPr lang="de-CH" dirty="0" err="1"/>
              <a:t>sadipscing</a:t>
            </a:r>
            <a:r>
              <a:rPr lang="de-CH" dirty="0"/>
              <a:t> </a:t>
            </a:r>
            <a:r>
              <a:rPr lang="de-CH" dirty="0" err="1"/>
              <a:t>elitr</a:t>
            </a:r>
            <a:r>
              <a:rPr lang="de-CH" dirty="0"/>
              <a:t>, sed </a:t>
            </a:r>
            <a:r>
              <a:rPr lang="de-CH" dirty="0" err="1"/>
              <a:t>diam</a:t>
            </a:r>
            <a:r>
              <a:rPr lang="de-CH" dirty="0"/>
              <a:t> </a:t>
            </a:r>
            <a:r>
              <a:rPr lang="de-CH" dirty="0" err="1"/>
              <a:t>nonumy</a:t>
            </a:r>
            <a:r>
              <a:rPr lang="de-CH" dirty="0"/>
              <a:t> </a:t>
            </a:r>
            <a:r>
              <a:rPr lang="de-CH" dirty="0" err="1"/>
              <a:t>eirmod</a:t>
            </a:r>
            <a:r>
              <a:rPr lang="de-CH" dirty="0"/>
              <a:t> </a:t>
            </a:r>
            <a:r>
              <a:rPr lang="de-CH" dirty="0" err="1"/>
              <a:t>tempor</a:t>
            </a:r>
            <a:r>
              <a:rPr lang="de-CH" dirty="0"/>
              <a:t> </a:t>
            </a:r>
            <a:r>
              <a:rPr lang="de-CH" dirty="0" err="1"/>
              <a:t>invidunt</a:t>
            </a:r>
            <a:r>
              <a:rPr lang="de-CH" dirty="0"/>
              <a:t> </a:t>
            </a:r>
            <a:r>
              <a:rPr lang="de-CH" dirty="0" err="1"/>
              <a:t>ut</a:t>
            </a:r>
            <a:r>
              <a:rPr lang="de-CH" dirty="0"/>
              <a:t> </a:t>
            </a:r>
            <a:r>
              <a:rPr lang="de-CH" dirty="0" err="1"/>
              <a:t>labore</a:t>
            </a:r>
            <a:r>
              <a:rPr lang="de-CH" dirty="0"/>
              <a:t> et </a:t>
            </a:r>
            <a:r>
              <a:rPr lang="de-CH" dirty="0" err="1"/>
              <a:t>dolore</a:t>
            </a:r>
            <a:r>
              <a:rPr lang="de-CH" dirty="0"/>
              <a:t> magna </a:t>
            </a:r>
            <a:r>
              <a:rPr lang="de-CH" dirty="0" err="1"/>
              <a:t>aliquyam</a:t>
            </a:r>
            <a:r>
              <a:rPr lang="de-CH" dirty="0"/>
              <a:t> erat, sed </a:t>
            </a:r>
            <a:r>
              <a:rPr lang="de-CH" dirty="0" err="1"/>
              <a:t>diam</a:t>
            </a:r>
            <a:r>
              <a:rPr lang="de-CH" dirty="0"/>
              <a:t> </a:t>
            </a:r>
            <a:r>
              <a:rPr lang="de-CH" dirty="0" err="1"/>
              <a:t>voluptua</a:t>
            </a:r>
            <a:r>
              <a:rPr lang="de-CH" dirty="0"/>
              <a:t>. At </a:t>
            </a:r>
            <a:r>
              <a:rPr lang="de-CH" dirty="0" err="1"/>
              <a:t>vero</a:t>
            </a:r>
            <a:r>
              <a:rPr lang="de-CH" dirty="0"/>
              <a:t> </a:t>
            </a:r>
            <a:r>
              <a:rPr lang="de-CH" dirty="0" err="1"/>
              <a:t>eos</a:t>
            </a:r>
            <a:r>
              <a:rPr lang="de-CH" dirty="0"/>
              <a:t> et </a:t>
            </a:r>
            <a:r>
              <a:rPr lang="de-CH" dirty="0" err="1"/>
              <a:t>accusam</a:t>
            </a:r>
            <a:r>
              <a:rPr lang="de-CH" dirty="0"/>
              <a:t> et </a:t>
            </a:r>
            <a:r>
              <a:rPr lang="de-CH" dirty="0" err="1"/>
              <a:t>justo</a:t>
            </a:r>
            <a:r>
              <a:rPr lang="de-CH" dirty="0"/>
              <a:t> </a:t>
            </a:r>
            <a:r>
              <a:rPr lang="de-CH" dirty="0" err="1"/>
              <a:t>duo</a:t>
            </a:r>
            <a:r>
              <a:rPr lang="de-CH" dirty="0"/>
              <a:t> </a:t>
            </a:r>
            <a:r>
              <a:rPr lang="de-CH" dirty="0" err="1"/>
              <a:t>dolores</a:t>
            </a:r>
            <a:r>
              <a:rPr lang="de-CH" dirty="0"/>
              <a:t> et </a:t>
            </a:r>
            <a:r>
              <a:rPr lang="de-CH" dirty="0" err="1"/>
              <a:t>ea</a:t>
            </a:r>
            <a:r>
              <a:rPr lang="de-CH" dirty="0"/>
              <a:t> </a:t>
            </a:r>
            <a:r>
              <a:rPr lang="de-CH" dirty="0" err="1"/>
              <a:t>rebum</a:t>
            </a:r>
            <a:r>
              <a:rPr lang="de-CH" dirty="0"/>
              <a:t>. </a:t>
            </a:r>
          </a:p>
        </p:txBody>
      </p:sp>
      <p:sp>
        <p:nvSpPr>
          <p:cNvPr id="4" name="Foliennummernplatzhalter 5">
            <a:extLst>
              <a:ext uri="{FF2B5EF4-FFF2-40B4-BE49-F238E27FC236}">
                <a16:creationId xmlns:a16="http://schemas.microsoft.com/office/drawing/2014/main" id="{AC3DCAFC-8EE7-B528-331F-A23B1AF6B70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3" name="Fußzeilenplatzhalter 5">
            <a:extLst>
              <a:ext uri="{FF2B5EF4-FFF2-40B4-BE49-F238E27FC236}">
                <a16:creationId xmlns:a16="http://schemas.microsoft.com/office/drawing/2014/main" id="{2D0C00CB-80CD-D983-68EF-08C03A7008F1}"/>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6" name="Textplatzhalter 9">
            <a:extLst>
              <a:ext uri="{FF2B5EF4-FFF2-40B4-BE49-F238E27FC236}">
                <a16:creationId xmlns:a16="http://schemas.microsoft.com/office/drawing/2014/main" id="{753BDC7B-23CF-E3E6-A989-8864ED07EE58}"/>
              </a:ext>
            </a:extLst>
          </p:cNvPr>
          <p:cNvSpPr>
            <a:spLocks noGrp="1"/>
          </p:cNvSpPr>
          <p:nvPr>
            <p:ph type="body" sz="quarter" idx="10" hasCustomPrompt="1"/>
          </p:nvPr>
        </p:nvSpPr>
        <p:spPr>
          <a:xfrm>
            <a:off x="331894" y="549275"/>
            <a:ext cx="10948882" cy="323850"/>
          </a:xfrm>
        </p:spPr>
        <p:txBody>
          <a:bodyPr/>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2" name="Textplatzhalter 2">
            <a:extLst>
              <a:ext uri="{FF2B5EF4-FFF2-40B4-BE49-F238E27FC236}">
                <a16:creationId xmlns:a16="http://schemas.microsoft.com/office/drawing/2014/main" id="{41DA47E4-7E39-F21B-57F0-B8A916043AFB}"/>
              </a:ext>
            </a:extLst>
          </p:cNvPr>
          <p:cNvSpPr>
            <a:spLocks noGrp="1"/>
          </p:cNvSpPr>
          <p:nvPr>
            <p:ph idx="11" hasCustomPrompt="1"/>
          </p:nvPr>
        </p:nvSpPr>
        <p:spPr>
          <a:xfrm>
            <a:off x="369839" y="1557342"/>
            <a:ext cx="5328000" cy="4392533"/>
          </a:xfrm>
          <a:prstGeom prst="rect">
            <a:avLst/>
          </a:prstGeom>
        </p:spPr>
        <p:txBody>
          <a:bodyPr vert="horz" lIns="91440" tIns="45720" rIns="91440" bIns="45720" rtlCol="0">
            <a:normAutofit/>
          </a:bodyPr>
          <a:lstStyle>
            <a:lvl1pPr marL="0" indent="0">
              <a:buNone/>
              <a:defRPr sz="1200">
                <a:latin typeface="Arial" panose="020B0604020202020204" pitchFamily="34" charset="0"/>
                <a:cs typeface="Arial" panose="020B0604020202020204" pitchFamily="34" charset="0"/>
              </a:defRPr>
            </a:lvl1pPr>
          </a:lstStyle>
          <a:p>
            <a:pPr>
              <a:spcBef>
                <a:spcPts val="1200"/>
              </a:spcBef>
            </a:pPr>
            <a:r>
              <a:rPr lang="de-CH" dirty="0" err="1"/>
              <a:t>Lorem</a:t>
            </a:r>
            <a:r>
              <a:rPr lang="de-CH" dirty="0"/>
              <a:t> </a:t>
            </a:r>
            <a:r>
              <a:rPr lang="de-CH" dirty="0" err="1"/>
              <a:t>ipsum</a:t>
            </a:r>
            <a:r>
              <a:rPr lang="de-CH" dirty="0"/>
              <a:t> </a:t>
            </a:r>
            <a:r>
              <a:rPr lang="de-CH" dirty="0" err="1"/>
              <a:t>dolor</a:t>
            </a:r>
            <a:r>
              <a:rPr lang="de-CH" dirty="0"/>
              <a:t> </a:t>
            </a:r>
            <a:r>
              <a:rPr lang="de-CH" dirty="0" err="1"/>
              <a:t>sit</a:t>
            </a:r>
            <a:r>
              <a:rPr lang="de-CH" dirty="0"/>
              <a:t> </a:t>
            </a:r>
            <a:r>
              <a:rPr lang="de-CH" dirty="0" err="1"/>
              <a:t>amet</a:t>
            </a:r>
            <a:r>
              <a:rPr lang="de-CH" dirty="0"/>
              <a:t>, </a:t>
            </a:r>
            <a:r>
              <a:rPr lang="de-CH" dirty="0" err="1"/>
              <a:t>consetetur</a:t>
            </a:r>
            <a:r>
              <a:rPr lang="de-CH" dirty="0"/>
              <a:t> </a:t>
            </a:r>
            <a:r>
              <a:rPr lang="de-CH" dirty="0" err="1"/>
              <a:t>sadipscing</a:t>
            </a:r>
            <a:r>
              <a:rPr lang="de-CH" dirty="0"/>
              <a:t> </a:t>
            </a:r>
            <a:r>
              <a:rPr lang="de-CH" dirty="0" err="1"/>
              <a:t>elitr</a:t>
            </a:r>
            <a:r>
              <a:rPr lang="de-CH" dirty="0"/>
              <a:t>, sed </a:t>
            </a:r>
            <a:r>
              <a:rPr lang="de-CH" dirty="0" err="1"/>
              <a:t>diam</a:t>
            </a:r>
            <a:r>
              <a:rPr lang="de-CH" dirty="0"/>
              <a:t> </a:t>
            </a:r>
            <a:r>
              <a:rPr lang="de-CH" dirty="0" err="1"/>
              <a:t>nonumy</a:t>
            </a:r>
            <a:r>
              <a:rPr lang="de-CH" dirty="0"/>
              <a:t> </a:t>
            </a:r>
            <a:r>
              <a:rPr lang="de-CH" dirty="0" err="1"/>
              <a:t>eirmod</a:t>
            </a:r>
            <a:r>
              <a:rPr lang="de-CH" dirty="0"/>
              <a:t> </a:t>
            </a:r>
            <a:r>
              <a:rPr lang="de-CH" dirty="0" err="1"/>
              <a:t>tempor</a:t>
            </a:r>
            <a:r>
              <a:rPr lang="de-CH" dirty="0"/>
              <a:t> </a:t>
            </a:r>
            <a:r>
              <a:rPr lang="de-CH" dirty="0" err="1"/>
              <a:t>invidunt</a:t>
            </a:r>
            <a:r>
              <a:rPr lang="de-CH" dirty="0"/>
              <a:t> </a:t>
            </a:r>
            <a:r>
              <a:rPr lang="de-CH" dirty="0" err="1"/>
              <a:t>ut</a:t>
            </a:r>
            <a:r>
              <a:rPr lang="de-CH" dirty="0"/>
              <a:t> </a:t>
            </a:r>
            <a:r>
              <a:rPr lang="de-CH" dirty="0" err="1"/>
              <a:t>labore</a:t>
            </a:r>
            <a:r>
              <a:rPr lang="de-CH" dirty="0"/>
              <a:t> et </a:t>
            </a:r>
            <a:r>
              <a:rPr lang="de-CH" dirty="0" err="1"/>
              <a:t>dolore</a:t>
            </a:r>
            <a:r>
              <a:rPr lang="de-CH" dirty="0"/>
              <a:t> magna </a:t>
            </a:r>
            <a:r>
              <a:rPr lang="de-CH" dirty="0" err="1"/>
              <a:t>aliquyam</a:t>
            </a:r>
            <a:r>
              <a:rPr lang="de-CH" dirty="0"/>
              <a:t> erat, sed </a:t>
            </a:r>
            <a:r>
              <a:rPr lang="de-CH" dirty="0" err="1"/>
              <a:t>diam</a:t>
            </a:r>
            <a:r>
              <a:rPr lang="de-CH" dirty="0"/>
              <a:t> </a:t>
            </a:r>
            <a:r>
              <a:rPr lang="de-CH" dirty="0" err="1"/>
              <a:t>voluptua</a:t>
            </a:r>
            <a:r>
              <a:rPr lang="de-CH" dirty="0"/>
              <a:t>. At </a:t>
            </a:r>
            <a:r>
              <a:rPr lang="de-CH" dirty="0" err="1"/>
              <a:t>vero</a:t>
            </a:r>
            <a:r>
              <a:rPr lang="de-CH" dirty="0"/>
              <a:t> </a:t>
            </a:r>
            <a:r>
              <a:rPr lang="de-CH" dirty="0" err="1"/>
              <a:t>eos</a:t>
            </a:r>
            <a:r>
              <a:rPr lang="de-CH" dirty="0"/>
              <a:t> et </a:t>
            </a:r>
            <a:r>
              <a:rPr lang="de-CH" dirty="0" err="1"/>
              <a:t>accusam</a:t>
            </a:r>
            <a:r>
              <a:rPr lang="de-CH" dirty="0"/>
              <a:t> et </a:t>
            </a:r>
            <a:r>
              <a:rPr lang="de-CH" dirty="0" err="1"/>
              <a:t>justo</a:t>
            </a:r>
            <a:r>
              <a:rPr lang="de-CH" dirty="0"/>
              <a:t> </a:t>
            </a:r>
            <a:r>
              <a:rPr lang="de-CH" dirty="0" err="1"/>
              <a:t>duo</a:t>
            </a:r>
            <a:r>
              <a:rPr lang="de-CH" dirty="0"/>
              <a:t> </a:t>
            </a:r>
            <a:r>
              <a:rPr lang="de-CH" dirty="0" err="1"/>
              <a:t>dolores</a:t>
            </a:r>
            <a:r>
              <a:rPr lang="de-CH" dirty="0"/>
              <a:t> et </a:t>
            </a:r>
            <a:r>
              <a:rPr lang="de-CH" dirty="0" err="1"/>
              <a:t>ea</a:t>
            </a:r>
            <a:r>
              <a:rPr lang="de-CH" dirty="0"/>
              <a:t> </a:t>
            </a:r>
            <a:r>
              <a:rPr lang="de-CH" dirty="0" err="1"/>
              <a:t>rebum</a:t>
            </a:r>
            <a:r>
              <a:rPr lang="de-CH" dirty="0"/>
              <a:t>. </a:t>
            </a:r>
          </a:p>
        </p:txBody>
      </p:sp>
      <p:sp>
        <p:nvSpPr>
          <p:cNvPr id="7" name="Titelplatzhalter 1">
            <a:extLst>
              <a:ext uri="{FF2B5EF4-FFF2-40B4-BE49-F238E27FC236}">
                <a16:creationId xmlns:a16="http://schemas.microsoft.com/office/drawing/2014/main" id="{A505CFC2-23FC-A7D8-38DC-3F6BA313459B}"/>
              </a:ext>
            </a:extLst>
          </p:cNvPr>
          <p:cNvSpPr>
            <a:spLocks noGrp="1"/>
          </p:cNvSpPr>
          <p:nvPr>
            <p:ph type="title" hasCustomPrompt="1"/>
          </p:nvPr>
        </p:nvSpPr>
        <p:spPr>
          <a:xfrm>
            <a:off x="372980" y="901171"/>
            <a:ext cx="10907796" cy="440267"/>
          </a:xfrm>
          <a:prstGeom prst="rect">
            <a:avLst/>
          </a:prstGeom>
        </p:spPr>
        <p:txBody>
          <a:bodyPr vert="horz" lIns="72000" tIns="45720" rIns="91440" bIns="45720" rtlCol="0" anchor="t">
            <a:noAutofit/>
          </a:bodyPr>
          <a:lstStyle>
            <a:lvl1pPr>
              <a:defRPr sz="2600"/>
            </a:lvl1pPr>
          </a:lstStyle>
          <a:p>
            <a:r>
              <a:rPr lang="de-DE" dirty="0"/>
              <a:t>Hier einen Titel eingeben</a:t>
            </a:r>
            <a:endParaRPr lang="de-CH" dirty="0"/>
          </a:p>
        </p:txBody>
      </p:sp>
    </p:spTree>
    <p:extLst>
      <p:ext uri="{BB962C8B-B14F-4D97-AF65-F5344CB8AC3E}">
        <p14:creationId xmlns:p14="http://schemas.microsoft.com/office/powerpoint/2010/main" val="380863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amp; Inhalt 1">
    <p:spTree>
      <p:nvGrpSpPr>
        <p:cNvPr id="1" name=""/>
        <p:cNvGrpSpPr/>
        <p:nvPr/>
      </p:nvGrpSpPr>
      <p:grpSpPr>
        <a:xfrm>
          <a:off x="0" y="0"/>
          <a:ext cx="0" cy="0"/>
          <a:chOff x="0" y="0"/>
          <a:chExt cx="0" cy="0"/>
        </a:xfrm>
      </p:grpSpPr>
      <p:sp>
        <p:nvSpPr>
          <p:cNvPr id="13" name="AutoShape 3">
            <a:extLst>
              <a:ext uri="{FF2B5EF4-FFF2-40B4-BE49-F238E27FC236}">
                <a16:creationId xmlns:a16="http://schemas.microsoft.com/office/drawing/2014/main" id="{EE168CC7-A953-18C4-9381-1FF1AF7B958C}"/>
              </a:ext>
            </a:extLst>
          </p:cNvPr>
          <p:cNvSpPr>
            <a:spLocks noChangeAspect="1" noChangeArrowheads="1" noTextEdit="1"/>
          </p:cNvSpPr>
          <p:nvPr userDrawn="1"/>
        </p:nvSpPr>
        <p:spPr bwMode="auto">
          <a:xfrm flipH="1">
            <a:off x="6534892" y="-379710"/>
            <a:ext cx="6738581" cy="631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CH"/>
          </a:p>
        </p:txBody>
      </p:sp>
      <p:sp>
        <p:nvSpPr>
          <p:cNvPr id="8" name="Freeform 7">
            <a:extLst>
              <a:ext uri="{FF2B5EF4-FFF2-40B4-BE49-F238E27FC236}">
                <a16:creationId xmlns:a16="http://schemas.microsoft.com/office/drawing/2014/main" id="{6B741E7A-8ECE-6886-CC9E-3EB0860F0F19}"/>
              </a:ext>
            </a:extLst>
          </p:cNvPr>
          <p:cNvSpPr>
            <a:spLocks/>
          </p:cNvSpPr>
          <p:nvPr userDrawn="1"/>
        </p:nvSpPr>
        <p:spPr bwMode="auto">
          <a:xfrm flipH="1">
            <a:off x="6045796" y="-1474920"/>
            <a:ext cx="2482158" cy="2860760"/>
          </a:xfrm>
          <a:custGeom>
            <a:avLst/>
            <a:gdLst>
              <a:gd name="T0" fmla="*/ 0 w 1344"/>
              <a:gd name="T1" fmla="*/ 387 h 1549"/>
              <a:gd name="T2" fmla="*/ 0 w 1344"/>
              <a:gd name="T3" fmla="*/ 1162 h 1549"/>
              <a:gd name="T4" fmla="*/ 672 w 1344"/>
              <a:gd name="T5" fmla="*/ 1549 h 1549"/>
              <a:gd name="T6" fmla="*/ 1344 w 1344"/>
              <a:gd name="T7" fmla="*/ 1162 h 1549"/>
              <a:gd name="T8" fmla="*/ 1344 w 1344"/>
              <a:gd name="T9" fmla="*/ 387 h 1549"/>
              <a:gd name="T10" fmla="*/ 672 w 1344"/>
              <a:gd name="T11" fmla="*/ 0 h 1549"/>
              <a:gd name="T12" fmla="*/ 0 w 1344"/>
              <a:gd name="T13" fmla="*/ 387 h 1549"/>
            </a:gdLst>
            <a:ahLst/>
            <a:cxnLst>
              <a:cxn ang="0">
                <a:pos x="T0" y="T1"/>
              </a:cxn>
              <a:cxn ang="0">
                <a:pos x="T2" y="T3"/>
              </a:cxn>
              <a:cxn ang="0">
                <a:pos x="T4" y="T5"/>
              </a:cxn>
              <a:cxn ang="0">
                <a:pos x="T6" y="T7"/>
              </a:cxn>
              <a:cxn ang="0">
                <a:pos x="T8" y="T9"/>
              </a:cxn>
              <a:cxn ang="0">
                <a:pos x="T10" y="T11"/>
              </a:cxn>
              <a:cxn ang="0">
                <a:pos x="T12" y="T13"/>
              </a:cxn>
            </a:cxnLst>
            <a:rect l="0" t="0" r="r" b="b"/>
            <a:pathLst>
              <a:path w="1344" h="1549">
                <a:moveTo>
                  <a:pt x="0" y="387"/>
                </a:moveTo>
                <a:lnTo>
                  <a:pt x="0" y="1162"/>
                </a:lnTo>
                <a:lnTo>
                  <a:pt x="672" y="1549"/>
                </a:lnTo>
                <a:lnTo>
                  <a:pt x="1344" y="1162"/>
                </a:lnTo>
                <a:lnTo>
                  <a:pt x="1344" y="387"/>
                </a:lnTo>
                <a:lnTo>
                  <a:pt x="672" y="0"/>
                </a:lnTo>
                <a:lnTo>
                  <a:pt x="0" y="387"/>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9" name="Freeform 8">
            <a:extLst>
              <a:ext uri="{FF2B5EF4-FFF2-40B4-BE49-F238E27FC236}">
                <a16:creationId xmlns:a16="http://schemas.microsoft.com/office/drawing/2014/main" id="{854F5092-809D-F3BC-21F5-7188CEA841E3}"/>
              </a:ext>
            </a:extLst>
          </p:cNvPr>
          <p:cNvSpPr>
            <a:spLocks/>
          </p:cNvSpPr>
          <p:nvPr userDrawn="1"/>
        </p:nvSpPr>
        <p:spPr bwMode="auto">
          <a:xfrm flipH="1">
            <a:off x="8803133" y="3293630"/>
            <a:ext cx="2478464" cy="2862607"/>
          </a:xfrm>
          <a:custGeom>
            <a:avLst/>
            <a:gdLst>
              <a:gd name="T0" fmla="*/ 0 w 1342"/>
              <a:gd name="T1" fmla="*/ 387 h 1550"/>
              <a:gd name="T2" fmla="*/ 0 w 1342"/>
              <a:gd name="T3" fmla="*/ 1163 h 1550"/>
              <a:gd name="T4" fmla="*/ 672 w 1342"/>
              <a:gd name="T5" fmla="*/ 1550 h 1550"/>
              <a:gd name="T6" fmla="*/ 1342 w 1342"/>
              <a:gd name="T7" fmla="*/ 1163 h 1550"/>
              <a:gd name="T8" fmla="*/ 1342 w 1342"/>
              <a:gd name="T9" fmla="*/ 387 h 1550"/>
              <a:gd name="T10" fmla="*/ 672 w 1342"/>
              <a:gd name="T11" fmla="*/ 0 h 1550"/>
              <a:gd name="T12" fmla="*/ 0 w 1342"/>
              <a:gd name="T13" fmla="*/ 387 h 1550"/>
            </a:gdLst>
            <a:ahLst/>
            <a:cxnLst>
              <a:cxn ang="0">
                <a:pos x="T0" y="T1"/>
              </a:cxn>
              <a:cxn ang="0">
                <a:pos x="T2" y="T3"/>
              </a:cxn>
              <a:cxn ang="0">
                <a:pos x="T4" y="T5"/>
              </a:cxn>
              <a:cxn ang="0">
                <a:pos x="T6" y="T7"/>
              </a:cxn>
              <a:cxn ang="0">
                <a:pos x="T8" y="T9"/>
              </a:cxn>
              <a:cxn ang="0">
                <a:pos x="T10" y="T11"/>
              </a:cxn>
              <a:cxn ang="0">
                <a:pos x="T12" y="T13"/>
              </a:cxn>
            </a:cxnLst>
            <a:rect l="0" t="0" r="r" b="b"/>
            <a:pathLst>
              <a:path w="1342" h="1550">
                <a:moveTo>
                  <a:pt x="0" y="387"/>
                </a:moveTo>
                <a:lnTo>
                  <a:pt x="0" y="1163"/>
                </a:lnTo>
                <a:lnTo>
                  <a:pt x="672" y="1550"/>
                </a:lnTo>
                <a:lnTo>
                  <a:pt x="1342" y="1163"/>
                </a:lnTo>
                <a:lnTo>
                  <a:pt x="1342" y="387"/>
                </a:lnTo>
                <a:lnTo>
                  <a:pt x="672" y="0"/>
                </a:lnTo>
                <a:lnTo>
                  <a:pt x="0" y="387"/>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0" name="Freeform 9">
            <a:extLst>
              <a:ext uri="{FF2B5EF4-FFF2-40B4-BE49-F238E27FC236}">
                <a16:creationId xmlns:a16="http://schemas.microsoft.com/office/drawing/2014/main" id="{2D2EED74-9919-87D5-E102-6FF5FFD06D82}"/>
              </a:ext>
            </a:extLst>
          </p:cNvPr>
          <p:cNvSpPr>
            <a:spLocks/>
          </p:cNvSpPr>
          <p:nvPr userDrawn="1"/>
        </p:nvSpPr>
        <p:spPr bwMode="auto">
          <a:xfrm flipH="1">
            <a:off x="11420111" y="3132954"/>
            <a:ext cx="2755490" cy="3183958"/>
          </a:xfrm>
          <a:custGeom>
            <a:avLst/>
            <a:gdLst>
              <a:gd name="T0" fmla="*/ 0 w 1492"/>
              <a:gd name="T1" fmla="*/ 432 h 1724"/>
              <a:gd name="T2" fmla="*/ 0 w 1492"/>
              <a:gd name="T3" fmla="*/ 1293 h 1724"/>
              <a:gd name="T4" fmla="*/ 746 w 1492"/>
              <a:gd name="T5" fmla="*/ 1724 h 1724"/>
              <a:gd name="T6" fmla="*/ 1492 w 1492"/>
              <a:gd name="T7" fmla="*/ 1293 h 1724"/>
              <a:gd name="T8" fmla="*/ 1492 w 1492"/>
              <a:gd name="T9" fmla="*/ 432 h 1724"/>
              <a:gd name="T10" fmla="*/ 746 w 1492"/>
              <a:gd name="T11" fmla="*/ 0 h 1724"/>
              <a:gd name="T12" fmla="*/ 0 w 1492"/>
              <a:gd name="T13" fmla="*/ 432 h 1724"/>
            </a:gdLst>
            <a:ahLst/>
            <a:cxnLst>
              <a:cxn ang="0">
                <a:pos x="T0" y="T1"/>
              </a:cxn>
              <a:cxn ang="0">
                <a:pos x="T2" y="T3"/>
              </a:cxn>
              <a:cxn ang="0">
                <a:pos x="T4" y="T5"/>
              </a:cxn>
              <a:cxn ang="0">
                <a:pos x="T6" y="T7"/>
              </a:cxn>
              <a:cxn ang="0">
                <a:pos x="T8" y="T9"/>
              </a:cxn>
              <a:cxn ang="0">
                <a:pos x="T10" y="T11"/>
              </a:cxn>
              <a:cxn ang="0">
                <a:pos x="T12" y="T13"/>
              </a:cxn>
            </a:cxnLst>
            <a:rect l="0" t="0" r="r" b="b"/>
            <a:pathLst>
              <a:path w="1492" h="1724">
                <a:moveTo>
                  <a:pt x="0" y="432"/>
                </a:moveTo>
                <a:lnTo>
                  <a:pt x="0" y="1293"/>
                </a:lnTo>
                <a:lnTo>
                  <a:pt x="746" y="1724"/>
                </a:lnTo>
                <a:lnTo>
                  <a:pt x="1492" y="1293"/>
                </a:lnTo>
                <a:lnTo>
                  <a:pt x="1492" y="432"/>
                </a:lnTo>
                <a:lnTo>
                  <a:pt x="746" y="0"/>
                </a:lnTo>
                <a:lnTo>
                  <a:pt x="0" y="432"/>
                </a:lnTo>
                <a:close/>
              </a:path>
            </a:pathLst>
          </a:custGeom>
          <a:noFill/>
          <a:ln w="2222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1" name="Freeform 10">
            <a:extLst>
              <a:ext uri="{FF2B5EF4-FFF2-40B4-BE49-F238E27FC236}">
                <a16:creationId xmlns:a16="http://schemas.microsoft.com/office/drawing/2014/main" id="{6905019E-F2F2-F5A1-403A-4100B212B335}"/>
              </a:ext>
            </a:extLst>
          </p:cNvPr>
          <p:cNvSpPr>
            <a:spLocks/>
          </p:cNvSpPr>
          <p:nvPr userDrawn="1"/>
        </p:nvSpPr>
        <p:spPr bwMode="auto">
          <a:xfrm flipH="1">
            <a:off x="8664621" y="3132954"/>
            <a:ext cx="2755490" cy="3183958"/>
          </a:xfrm>
          <a:custGeom>
            <a:avLst/>
            <a:gdLst>
              <a:gd name="T0" fmla="*/ 1492 w 1492"/>
              <a:gd name="T1" fmla="*/ 1293 h 1724"/>
              <a:gd name="T2" fmla="*/ 1492 w 1492"/>
              <a:gd name="T3" fmla="*/ 432 h 1724"/>
              <a:gd name="T4" fmla="*/ 747 w 1492"/>
              <a:gd name="T5" fmla="*/ 0 h 1724"/>
              <a:gd name="T6" fmla="*/ 0 w 1492"/>
              <a:gd name="T7" fmla="*/ 432 h 1724"/>
              <a:gd name="T8" fmla="*/ 0 w 1492"/>
              <a:gd name="T9" fmla="*/ 1293 h 1724"/>
              <a:gd name="T10" fmla="*/ 747 w 1492"/>
              <a:gd name="T11" fmla="*/ 1724 h 1724"/>
            </a:gdLst>
            <a:ahLst/>
            <a:cxnLst>
              <a:cxn ang="0">
                <a:pos x="T0" y="T1"/>
              </a:cxn>
              <a:cxn ang="0">
                <a:pos x="T2" y="T3"/>
              </a:cxn>
              <a:cxn ang="0">
                <a:pos x="T4" y="T5"/>
              </a:cxn>
              <a:cxn ang="0">
                <a:pos x="T6" y="T7"/>
              </a:cxn>
              <a:cxn ang="0">
                <a:pos x="T8" y="T9"/>
              </a:cxn>
              <a:cxn ang="0">
                <a:pos x="T10" y="T11"/>
              </a:cxn>
            </a:cxnLst>
            <a:rect l="0" t="0" r="r" b="b"/>
            <a:pathLst>
              <a:path w="1492" h="1724">
                <a:moveTo>
                  <a:pt x="1492" y="1293"/>
                </a:moveTo>
                <a:lnTo>
                  <a:pt x="1492" y="432"/>
                </a:lnTo>
                <a:lnTo>
                  <a:pt x="747" y="0"/>
                </a:lnTo>
                <a:lnTo>
                  <a:pt x="0" y="432"/>
                </a:lnTo>
                <a:lnTo>
                  <a:pt x="0" y="1293"/>
                </a:lnTo>
                <a:lnTo>
                  <a:pt x="747" y="1724"/>
                </a:lnTo>
              </a:path>
            </a:pathLst>
          </a:custGeom>
          <a:noFill/>
          <a:ln w="22225"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2" name="Freeform 11">
            <a:extLst>
              <a:ext uri="{FF2B5EF4-FFF2-40B4-BE49-F238E27FC236}">
                <a16:creationId xmlns:a16="http://schemas.microsoft.com/office/drawing/2014/main" id="{07B79510-5D49-5FE8-71D7-A1CD4A9D916A}"/>
              </a:ext>
            </a:extLst>
          </p:cNvPr>
          <p:cNvSpPr>
            <a:spLocks/>
          </p:cNvSpPr>
          <p:nvPr userDrawn="1"/>
        </p:nvSpPr>
        <p:spPr bwMode="auto">
          <a:xfrm flipH="1">
            <a:off x="10040519" y="750527"/>
            <a:ext cx="2757337" cy="3180264"/>
          </a:xfrm>
          <a:custGeom>
            <a:avLst/>
            <a:gdLst>
              <a:gd name="T0" fmla="*/ 0 w 1493"/>
              <a:gd name="T1" fmla="*/ 429 h 1722"/>
              <a:gd name="T2" fmla="*/ 0 w 1493"/>
              <a:gd name="T3" fmla="*/ 1292 h 1722"/>
              <a:gd name="T4" fmla="*/ 746 w 1493"/>
              <a:gd name="T5" fmla="*/ 1722 h 1722"/>
              <a:gd name="T6" fmla="*/ 1493 w 1493"/>
              <a:gd name="T7" fmla="*/ 1292 h 1722"/>
              <a:gd name="T8" fmla="*/ 1493 w 1493"/>
              <a:gd name="T9" fmla="*/ 429 h 1722"/>
              <a:gd name="T10" fmla="*/ 746 w 1493"/>
              <a:gd name="T11" fmla="*/ 0 h 1722"/>
              <a:gd name="T12" fmla="*/ 0 w 1493"/>
              <a:gd name="T13" fmla="*/ 429 h 1722"/>
            </a:gdLst>
            <a:ahLst/>
            <a:cxnLst>
              <a:cxn ang="0">
                <a:pos x="T0" y="T1"/>
              </a:cxn>
              <a:cxn ang="0">
                <a:pos x="T2" y="T3"/>
              </a:cxn>
              <a:cxn ang="0">
                <a:pos x="T4" y="T5"/>
              </a:cxn>
              <a:cxn ang="0">
                <a:pos x="T6" y="T7"/>
              </a:cxn>
              <a:cxn ang="0">
                <a:pos x="T8" y="T9"/>
              </a:cxn>
              <a:cxn ang="0">
                <a:pos x="T10" y="T11"/>
              </a:cxn>
              <a:cxn ang="0">
                <a:pos x="T12" y="T13"/>
              </a:cxn>
            </a:cxnLst>
            <a:rect l="0" t="0" r="r" b="b"/>
            <a:pathLst>
              <a:path w="1493" h="1722">
                <a:moveTo>
                  <a:pt x="0" y="429"/>
                </a:moveTo>
                <a:lnTo>
                  <a:pt x="0" y="1292"/>
                </a:lnTo>
                <a:lnTo>
                  <a:pt x="746" y="1722"/>
                </a:lnTo>
                <a:lnTo>
                  <a:pt x="1493" y="1292"/>
                </a:lnTo>
                <a:lnTo>
                  <a:pt x="1493" y="429"/>
                </a:lnTo>
                <a:lnTo>
                  <a:pt x="746" y="0"/>
                </a:lnTo>
                <a:lnTo>
                  <a:pt x="0" y="429"/>
                </a:lnTo>
                <a:close/>
              </a:path>
            </a:pathLst>
          </a:custGeom>
          <a:noFill/>
          <a:ln w="2222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4" name="Freeform 12">
            <a:extLst>
              <a:ext uri="{FF2B5EF4-FFF2-40B4-BE49-F238E27FC236}">
                <a16:creationId xmlns:a16="http://schemas.microsoft.com/office/drawing/2014/main" id="{25EC68C2-1407-FFF3-226B-C9B967CFA382}"/>
              </a:ext>
            </a:extLst>
          </p:cNvPr>
          <p:cNvSpPr>
            <a:spLocks/>
          </p:cNvSpPr>
          <p:nvPr userDrawn="1"/>
        </p:nvSpPr>
        <p:spPr bwMode="auto">
          <a:xfrm flipH="1">
            <a:off x="7286875" y="750527"/>
            <a:ext cx="2753644" cy="3180264"/>
          </a:xfrm>
          <a:custGeom>
            <a:avLst/>
            <a:gdLst>
              <a:gd name="T0" fmla="*/ 0 w 1491"/>
              <a:gd name="T1" fmla="*/ 429 h 1722"/>
              <a:gd name="T2" fmla="*/ 0 w 1491"/>
              <a:gd name="T3" fmla="*/ 1292 h 1722"/>
              <a:gd name="T4" fmla="*/ 745 w 1491"/>
              <a:gd name="T5" fmla="*/ 1722 h 1722"/>
              <a:gd name="T6" fmla="*/ 1491 w 1491"/>
              <a:gd name="T7" fmla="*/ 1292 h 1722"/>
              <a:gd name="T8" fmla="*/ 1491 w 1491"/>
              <a:gd name="T9" fmla="*/ 429 h 1722"/>
              <a:gd name="T10" fmla="*/ 745 w 1491"/>
              <a:gd name="T11" fmla="*/ 0 h 1722"/>
              <a:gd name="T12" fmla="*/ 0 w 1491"/>
              <a:gd name="T13" fmla="*/ 429 h 1722"/>
            </a:gdLst>
            <a:ahLst/>
            <a:cxnLst>
              <a:cxn ang="0">
                <a:pos x="T0" y="T1"/>
              </a:cxn>
              <a:cxn ang="0">
                <a:pos x="T2" y="T3"/>
              </a:cxn>
              <a:cxn ang="0">
                <a:pos x="T4" y="T5"/>
              </a:cxn>
              <a:cxn ang="0">
                <a:pos x="T6" y="T7"/>
              </a:cxn>
              <a:cxn ang="0">
                <a:pos x="T8" y="T9"/>
              </a:cxn>
              <a:cxn ang="0">
                <a:pos x="T10" y="T11"/>
              </a:cxn>
              <a:cxn ang="0">
                <a:pos x="T12" y="T13"/>
              </a:cxn>
            </a:cxnLst>
            <a:rect l="0" t="0" r="r" b="b"/>
            <a:pathLst>
              <a:path w="1491" h="1722">
                <a:moveTo>
                  <a:pt x="0" y="429"/>
                </a:moveTo>
                <a:lnTo>
                  <a:pt x="0" y="1292"/>
                </a:lnTo>
                <a:lnTo>
                  <a:pt x="745" y="1722"/>
                </a:lnTo>
                <a:lnTo>
                  <a:pt x="1491" y="1292"/>
                </a:lnTo>
                <a:lnTo>
                  <a:pt x="1491" y="429"/>
                </a:lnTo>
                <a:lnTo>
                  <a:pt x="745" y="0"/>
                </a:lnTo>
                <a:lnTo>
                  <a:pt x="0" y="429"/>
                </a:lnTo>
                <a:close/>
              </a:path>
            </a:pathLst>
          </a:custGeom>
          <a:noFill/>
          <a:ln w="22225"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Freeform 13">
            <a:extLst>
              <a:ext uri="{FF2B5EF4-FFF2-40B4-BE49-F238E27FC236}">
                <a16:creationId xmlns:a16="http://schemas.microsoft.com/office/drawing/2014/main" id="{62762FB7-32C9-5A1C-CA2E-F8BD62AC60BD}"/>
              </a:ext>
            </a:extLst>
          </p:cNvPr>
          <p:cNvSpPr>
            <a:spLocks/>
          </p:cNvSpPr>
          <p:nvPr userDrawn="1"/>
        </p:nvSpPr>
        <p:spPr bwMode="auto">
          <a:xfrm flipH="1">
            <a:off x="5909130" y="-1635595"/>
            <a:ext cx="2755490" cy="3182111"/>
          </a:xfrm>
          <a:custGeom>
            <a:avLst/>
            <a:gdLst>
              <a:gd name="T0" fmla="*/ 746 w 1492"/>
              <a:gd name="T1" fmla="*/ 0 h 1723"/>
              <a:gd name="T2" fmla="*/ 0 w 1492"/>
              <a:gd name="T3" fmla="*/ 431 h 1723"/>
              <a:gd name="T4" fmla="*/ 0 w 1492"/>
              <a:gd name="T5" fmla="*/ 1292 h 1723"/>
              <a:gd name="T6" fmla="*/ 746 w 1492"/>
              <a:gd name="T7" fmla="*/ 1723 h 1723"/>
              <a:gd name="T8" fmla="*/ 1492 w 1492"/>
              <a:gd name="T9" fmla="*/ 1292 h 1723"/>
            </a:gdLst>
            <a:ahLst/>
            <a:cxnLst>
              <a:cxn ang="0">
                <a:pos x="T0" y="T1"/>
              </a:cxn>
              <a:cxn ang="0">
                <a:pos x="T2" y="T3"/>
              </a:cxn>
              <a:cxn ang="0">
                <a:pos x="T4" y="T5"/>
              </a:cxn>
              <a:cxn ang="0">
                <a:pos x="T6" y="T7"/>
              </a:cxn>
              <a:cxn ang="0">
                <a:pos x="T8" y="T9"/>
              </a:cxn>
            </a:cxnLst>
            <a:rect l="0" t="0" r="r" b="b"/>
            <a:pathLst>
              <a:path w="1492" h="1723">
                <a:moveTo>
                  <a:pt x="746" y="0"/>
                </a:moveTo>
                <a:lnTo>
                  <a:pt x="0" y="431"/>
                </a:lnTo>
                <a:lnTo>
                  <a:pt x="0" y="1292"/>
                </a:lnTo>
                <a:lnTo>
                  <a:pt x="746" y="1723"/>
                </a:lnTo>
                <a:lnTo>
                  <a:pt x="1492" y="1292"/>
                </a:lnTo>
              </a:path>
            </a:pathLst>
          </a:custGeom>
          <a:noFill/>
          <a:ln w="22225"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26" name="Oval 14">
            <a:extLst>
              <a:ext uri="{FF2B5EF4-FFF2-40B4-BE49-F238E27FC236}">
                <a16:creationId xmlns:a16="http://schemas.microsoft.com/office/drawing/2014/main" id="{8DC2DCCB-9F87-FE82-FFEA-BBC2987D89AB}"/>
              </a:ext>
            </a:extLst>
          </p:cNvPr>
          <p:cNvSpPr>
            <a:spLocks noChangeArrowheads="1"/>
          </p:cNvSpPr>
          <p:nvPr userDrawn="1"/>
        </p:nvSpPr>
        <p:spPr bwMode="auto">
          <a:xfrm flipH="1">
            <a:off x="5889310" y="716646"/>
            <a:ext cx="90000" cy="90000"/>
          </a:xfrm>
          <a:prstGeom prst="ellipse">
            <a:avLst/>
          </a:prstGeom>
          <a:solidFill>
            <a:schemeClr val="tx2"/>
          </a:solidFill>
          <a:ln w="2222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7" name="Oval 15">
            <a:extLst>
              <a:ext uri="{FF2B5EF4-FFF2-40B4-BE49-F238E27FC236}">
                <a16:creationId xmlns:a16="http://schemas.microsoft.com/office/drawing/2014/main" id="{A32AB04F-F364-77A9-61CB-0FF9440F0FF3}"/>
              </a:ext>
            </a:extLst>
          </p:cNvPr>
          <p:cNvSpPr>
            <a:spLocks noChangeArrowheads="1"/>
          </p:cNvSpPr>
          <p:nvPr userDrawn="1"/>
        </p:nvSpPr>
        <p:spPr bwMode="auto">
          <a:xfrm flipH="1">
            <a:off x="8619985" y="5458130"/>
            <a:ext cx="90000" cy="90000"/>
          </a:xfrm>
          <a:prstGeom prst="ellipse">
            <a:avLst/>
          </a:prstGeom>
          <a:solidFill>
            <a:schemeClr val="tx2"/>
          </a:solidFill>
          <a:ln w="2222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5" name="Bildplatzhalter 11">
            <a:extLst>
              <a:ext uri="{FF2B5EF4-FFF2-40B4-BE49-F238E27FC236}">
                <a16:creationId xmlns:a16="http://schemas.microsoft.com/office/drawing/2014/main" id="{B7416EFF-00A8-E214-064A-D37047467191}"/>
              </a:ext>
            </a:extLst>
          </p:cNvPr>
          <p:cNvSpPr>
            <a:spLocks noGrp="1"/>
          </p:cNvSpPr>
          <p:nvPr userDrawn="1">
            <p:ph type="pic" sz="quarter" idx="13" hasCustomPrompt="1"/>
          </p:nvPr>
        </p:nvSpPr>
        <p:spPr>
          <a:xfrm>
            <a:off x="7423497" y="907859"/>
            <a:ext cx="2480400" cy="28656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2" name="Foliennummernplatzhalter 5">
            <a:extLst>
              <a:ext uri="{FF2B5EF4-FFF2-40B4-BE49-F238E27FC236}">
                <a16:creationId xmlns:a16="http://schemas.microsoft.com/office/drawing/2014/main" id="{EAEF0329-0A93-60A5-9F66-EA4B63CC74DF}"/>
              </a:ext>
            </a:extLst>
          </p:cNvPr>
          <p:cNvSpPr>
            <a:spLocks noGrp="1"/>
          </p:cNvSpPr>
          <p:nvPr userDrawn="1">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5" name="Textplatzhalter 9">
            <a:extLst>
              <a:ext uri="{FF2B5EF4-FFF2-40B4-BE49-F238E27FC236}">
                <a16:creationId xmlns:a16="http://schemas.microsoft.com/office/drawing/2014/main" id="{23607410-0DB7-5465-7411-1BBB3FA1A88D}"/>
              </a:ext>
            </a:extLst>
          </p:cNvPr>
          <p:cNvSpPr>
            <a:spLocks noGrp="1"/>
          </p:cNvSpPr>
          <p:nvPr userDrawn="1">
            <p:ph type="body" sz="quarter" idx="10" hasCustomPrompt="1"/>
          </p:nvPr>
        </p:nvSpPr>
        <p:spPr>
          <a:xfrm>
            <a:off x="331895" y="549275"/>
            <a:ext cx="5285560" cy="323850"/>
          </a:xfrm>
        </p:spPr>
        <p:txBody>
          <a:bodyPr/>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7" name="Textplatzhalter 6">
            <a:extLst>
              <a:ext uri="{FF2B5EF4-FFF2-40B4-BE49-F238E27FC236}">
                <a16:creationId xmlns:a16="http://schemas.microsoft.com/office/drawing/2014/main" id="{C9D1F14C-EC63-DF73-D5D3-E19CA4B96AC6}"/>
              </a:ext>
            </a:extLst>
          </p:cNvPr>
          <p:cNvSpPr>
            <a:spLocks noGrp="1"/>
          </p:cNvSpPr>
          <p:nvPr>
            <p:ph type="body" sz="quarter" idx="12" hasCustomPrompt="1"/>
          </p:nvPr>
        </p:nvSpPr>
        <p:spPr>
          <a:xfrm>
            <a:off x="372979" y="1557337"/>
            <a:ext cx="6393644" cy="4392613"/>
          </a:xfrm>
        </p:spPr>
        <p:txBody>
          <a:bodyPr lIns="72000"/>
          <a:lstStyle>
            <a:lvl1pPr marL="36000" indent="0">
              <a:buNone/>
              <a:defRPr sz="1200">
                <a:latin typeface="Arial" panose="020B0604020202020204" pitchFamily="34" charset="0"/>
                <a:cs typeface="Arial" panose="020B0604020202020204" pitchFamily="34" charset="0"/>
              </a:defRPr>
            </a:lvl1pPr>
            <a:lvl2pPr marL="432000">
              <a:defRPr sz="1200">
                <a:latin typeface="Arial" panose="020B0604020202020204" pitchFamily="34" charset="0"/>
                <a:cs typeface="Arial" panose="020B0604020202020204" pitchFamily="34" charset="0"/>
              </a:defRPr>
            </a:lvl2pPr>
            <a:lvl3pPr marL="720000">
              <a:defRPr sz="1200">
                <a:latin typeface="Arial" panose="020B0604020202020204" pitchFamily="34" charset="0"/>
                <a:cs typeface="Arial" panose="020B0604020202020204" pitchFamily="34" charset="0"/>
              </a:defRPr>
            </a:lvl3pPr>
            <a:lvl4pPr marL="1008000">
              <a:defRPr sz="1200">
                <a:latin typeface="Arial" panose="020B0604020202020204" pitchFamily="34" charset="0"/>
                <a:cs typeface="Arial" panose="020B0604020202020204" pitchFamily="34" charset="0"/>
              </a:defRPr>
            </a:lvl4pPr>
            <a:lvl5pPr marL="1296000">
              <a:defRPr sz="1200">
                <a:latin typeface="Arial" panose="020B0604020202020204" pitchFamily="34" charset="0"/>
                <a:cs typeface="Arial" panose="020B0604020202020204" pitchFamily="34" charset="0"/>
              </a:defRPr>
            </a:lvl5pPr>
          </a:lstStyle>
          <a:p>
            <a:pPr marL="216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2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Hier Text, Grafik oder Diagramm einfügen</a:t>
            </a:r>
          </a:p>
          <a:p>
            <a:pPr marL="432000" marR="0" lvl="1"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0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Zweite Ebene</a:t>
            </a:r>
          </a:p>
          <a:p>
            <a:pPr marL="720000" marR="0" lvl="2"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8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Dritte Ebene</a:t>
            </a:r>
          </a:p>
        </p:txBody>
      </p:sp>
      <p:sp>
        <p:nvSpPr>
          <p:cNvPr id="14" name="Fußzeilenplatzhalter 5">
            <a:extLst>
              <a:ext uri="{FF2B5EF4-FFF2-40B4-BE49-F238E27FC236}">
                <a16:creationId xmlns:a16="http://schemas.microsoft.com/office/drawing/2014/main" id="{FDD8828E-D5DE-0B7B-4323-D08995CC046B}"/>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4" name="Titelplatzhalter 1">
            <a:extLst>
              <a:ext uri="{FF2B5EF4-FFF2-40B4-BE49-F238E27FC236}">
                <a16:creationId xmlns:a16="http://schemas.microsoft.com/office/drawing/2014/main" id="{44BF77E3-8D1A-0674-6B6C-C7929CD4CDB8}"/>
              </a:ext>
            </a:extLst>
          </p:cNvPr>
          <p:cNvSpPr>
            <a:spLocks noGrp="1"/>
          </p:cNvSpPr>
          <p:nvPr>
            <p:ph type="title" hasCustomPrompt="1"/>
          </p:nvPr>
        </p:nvSpPr>
        <p:spPr>
          <a:xfrm>
            <a:off x="372980" y="901171"/>
            <a:ext cx="5259784" cy="440267"/>
          </a:xfrm>
          <a:prstGeom prst="rect">
            <a:avLst/>
          </a:prstGeom>
        </p:spPr>
        <p:txBody>
          <a:bodyPr vert="horz" lIns="91440" tIns="45720" rIns="91440" bIns="45720" rtlCol="0" anchor="t">
            <a:noAutofit/>
          </a:bodyPr>
          <a:lstStyle>
            <a:lvl1pPr>
              <a:defRPr sz="2600"/>
            </a:lvl1pPr>
          </a:lstStyle>
          <a:p>
            <a:r>
              <a:rPr lang="de-DE" dirty="0"/>
              <a:t>Hier einen Titel eingeben</a:t>
            </a:r>
            <a:endParaRPr lang="de-CH" dirty="0"/>
          </a:p>
        </p:txBody>
      </p:sp>
    </p:spTree>
    <p:extLst>
      <p:ext uri="{BB962C8B-B14F-4D97-AF65-F5344CB8AC3E}">
        <p14:creationId xmlns:p14="http://schemas.microsoft.com/office/powerpoint/2010/main" val="704034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 &amp; Inhalt 2">
    <p:spTree>
      <p:nvGrpSpPr>
        <p:cNvPr id="1" name=""/>
        <p:cNvGrpSpPr/>
        <p:nvPr/>
      </p:nvGrpSpPr>
      <p:grpSpPr>
        <a:xfrm>
          <a:off x="0" y="0"/>
          <a:ext cx="0" cy="0"/>
          <a:chOff x="0" y="0"/>
          <a:chExt cx="0" cy="0"/>
        </a:xfrm>
      </p:grpSpPr>
      <p:sp>
        <p:nvSpPr>
          <p:cNvPr id="10" name="Bildplatzhalter 11">
            <a:extLst>
              <a:ext uri="{FF2B5EF4-FFF2-40B4-BE49-F238E27FC236}">
                <a16:creationId xmlns:a16="http://schemas.microsoft.com/office/drawing/2014/main" id="{1CB2CC25-979A-F596-5BF0-BF7DC6433A84}"/>
              </a:ext>
            </a:extLst>
          </p:cNvPr>
          <p:cNvSpPr>
            <a:spLocks noGrp="1"/>
          </p:cNvSpPr>
          <p:nvPr>
            <p:ph type="pic" sz="quarter" idx="13" hasCustomPrompt="1"/>
          </p:nvPr>
        </p:nvSpPr>
        <p:spPr>
          <a:xfrm>
            <a:off x="-506807" y="3003256"/>
            <a:ext cx="2419838" cy="27864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11" name="Freeform 11">
            <a:extLst>
              <a:ext uri="{FF2B5EF4-FFF2-40B4-BE49-F238E27FC236}">
                <a16:creationId xmlns:a16="http://schemas.microsoft.com/office/drawing/2014/main" id="{280F67CF-637E-DCD6-F509-4F0F7B91FE86}"/>
              </a:ext>
            </a:extLst>
          </p:cNvPr>
          <p:cNvSpPr>
            <a:spLocks/>
          </p:cNvSpPr>
          <p:nvPr userDrawn="1"/>
        </p:nvSpPr>
        <p:spPr bwMode="auto">
          <a:xfrm>
            <a:off x="-3321995" y="2854441"/>
            <a:ext cx="2684463" cy="3097212"/>
          </a:xfrm>
          <a:custGeom>
            <a:avLst/>
            <a:gdLst>
              <a:gd name="T0" fmla="*/ 0 w 1691"/>
              <a:gd name="T1" fmla="*/ 487 h 1951"/>
              <a:gd name="T2" fmla="*/ 0 w 1691"/>
              <a:gd name="T3" fmla="*/ 1463 h 1951"/>
              <a:gd name="T4" fmla="*/ 845 w 1691"/>
              <a:gd name="T5" fmla="*/ 1951 h 1951"/>
              <a:gd name="T6" fmla="*/ 1691 w 1691"/>
              <a:gd name="T7" fmla="*/ 1463 h 1951"/>
              <a:gd name="T8" fmla="*/ 1691 w 1691"/>
              <a:gd name="T9" fmla="*/ 487 h 1951"/>
              <a:gd name="T10" fmla="*/ 845 w 1691"/>
              <a:gd name="T11" fmla="*/ 0 h 1951"/>
              <a:gd name="T12" fmla="*/ 0 w 1691"/>
              <a:gd name="T13" fmla="*/ 487 h 1951"/>
            </a:gdLst>
            <a:ahLst/>
            <a:cxnLst>
              <a:cxn ang="0">
                <a:pos x="T0" y="T1"/>
              </a:cxn>
              <a:cxn ang="0">
                <a:pos x="T2" y="T3"/>
              </a:cxn>
              <a:cxn ang="0">
                <a:pos x="T4" y="T5"/>
              </a:cxn>
              <a:cxn ang="0">
                <a:pos x="T6" y="T7"/>
              </a:cxn>
              <a:cxn ang="0">
                <a:pos x="T8" y="T9"/>
              </a:cxn>
              <a:cxn ang="0">
                <a:pos x="T10" y="T11"/>
              </a:cxn>
              <a:cxn ang="0">
                <a:pos x="T12" y="T13"/>
              </a:cxn>
            </a:cxnLst>
            <a:rect l="0" t="0" r="r" b="b"/>
            <a:pathLst>
              <a:path w="1691" h="1951">
                <a:moveTo>
                  <a:pt x="0" y="487"/>
                </a:moveTo>
                <a:lnTo>
                  <a:pt x="0" y="1463"/>
                </a:lnTo>
                <a:lnTo>
                  <a:pt x="845" y="1951"/>
                </a:lnTo>
                <a:lnTo>
                  <a:pt x="1691" y="1463"/>
                </a:lnTo>
                <a:lnTo>
                  <a:pt x="1691" y="487"/>
                </a:lnTo>
                <a:lnTo>
                  <a:pt x="845" y="0"/>
                </a:lnTo>
                <a:lnTo>
                  <a:pt x="0" y="487"/>
                </a:lnTo>
                <a:close/>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2" name="Freeform 12">
            <a:extLst>
              <a:ext uri="{FF2B5EF4-FFF2-40B4-BE49-F238E27FC236}">
                <a16:creationId xmlns:a16="http://schemas.microsoft.com/office/drawing/2014/main" id="{F04EE58F-D620-FB06-BD87-D9600D03D18B}"/>
              </a:ext>
            </a:extLst>
          </p:cNvPr>
          <p:cNvSpPr>
            <a:spLocks/>
          </p:cNvSpPr>
          <p:nvPr userDrawn="1"/>
        </p:nvSpPr>
        <p:spPr bwMode="auto">
          <a:xfrm>
            <a:off x="835668" y="685916"/>
            <a:ext cx="2416175" cy="2787650"/>
          </a:xfrm>
          <a:custGeom>
            <a:avLst/>
            <a:gdLst>
              <a:gd name="T0" fmla="*/ 0 w 1522"/>
              <a:gd name="T1" fmla="*/ 439 h 1756"/>
              <a:gd name="T2" fmla="*/ 0 w 1522"/>
              <a:gd name="T3" fmla="*/ 1317 h 1756"/>
              <a:gd name="T4" fmla="*/ 761 w 1522"/>
              <a:gd name="T5" fmla="*/ 1756 h 1756"/>
              <a:gd name="T6" fmla="*/ 1522 w 1522"/>
              <a:gd name="T7" fmla="*/ 1317 h 1756"/>
              <a:gd name="T8" fmla="*/ 1522 w 1522"/>
              <a:gd name="T9" fmla="*/ 439 h 1756"/>
              <a:gd name="T10" fmla="*/ 761 w 1522"/>
              <a:gd name="T11" fmla="*/ 0 h 1756"/>
              <a:gd name="T12" fmla="*/ 0 w 1522"/>
              <a:gd name="T13" fmla="*/ 439 h 1756"/>
            </a:gdLst>
            <a:ahLst/>
            <a:cxnLst>
              <a:cxn ang="0">
                <a:pos x="T0" y="T1"/>
              </a:cxn>
              <a:cxn ang="0">
                <a:pos x="T2" y="T3"/>
              </a:cxn>
              <a:cxn ang="0">
                <a:pos x="T4" y="T5"/>
              </a:cxn>
              <a:cxn ang="0">
                <a:pos x="T6" y="T7"/>
              </a:cxn>
              <a:cxn ang="0">
                <a:pos x="T8" y="T9"/>
              </a:cxn>
              <a:cxn ang="0">
                <a:pos x="T10" y="T11"/>
              </a:cxn>
              <a:cxn ang="0">
                <a:pos x="T12" y="T13"/>
              </a:cxn>
            </a:cxnLst>
            <a:rect l="0" t="0" r="r" b="b"/>
            <a:pathLst>
              <a:path w="1522" h="1756">
                <a:moveTo>
                  <a:pt x="0" y="439"/>
                </a:moveTo>
                <a:lnTo>
                  <a:pt x="0" y="1317"/>
                </a:lnTo>
                <a:lnTo>
                  <a:pt x="761" y="1756"/>
                </a:lnTo>
                <a:lnTo>
                  <a:pt x="1522" y="1317"/>
                </a:lnTo>
                <a:lnTo>
                  <a:pt x="1522" y="439"/>
                </a:lnTo>
                <a:lnTo>
                  <a:pt x="761" y="0"/>
                </a:lnTo>
                <a:lnTo>
                  <a:pt x="0" y="439"/>
                </a:lnTo>
                <a:close/>
              </a:path>
            </a:pathLst>
          </a:custGeom>
          <a:solidFill>
            <a:srgbClr val="B5DDDA"/>
          </a:solidFill>
          <a:ln>
            <a:noFill/>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3" name="Line 13">
            <a:extLst>
              <a:ext uri="{FF2B5EF4-FFF2-40B4-BE49-F238E27FC236}">
                <a16:creationId xmlns:a16="http://schemas.microsoft.com/office/drawing/2014/main" id="{0B3192B7-7D42-1744-4816-56A665F183E1}"/>
              </a:ext>
            </a:extLst>
          </p:cNvPr>
          <p:cNvSpPr>
            <a:spLocks noChangeShapeType="1"/>
          </p:cNvSpPr>
          <p:nvPr userDrawn="1"/>
        </p:nvSpPr>
        <p:spPr bwMode="auto">
          <a:xfrm>
            <a:off x="703905" y="5951653"/>
            <a:ext cx="0" cy="0"/>
          </a:xfrm>
          <a:prstGeom prst="line">
            <a:avLst/>
          </a:prstGeom>
          <a:noFill/>
          <a:ln w="23813"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Line 14">
            <a:extLst>
              <a:ext uri="{FF2B5EF4-FFF2-40B4-BE49-F238E27FC236}">
                <a16:creationId xmlns:a16="http://schemas.microsoft.com/office/drawing/2014/main" id="{ED211475-17F4-3320-CFEF-8F09208E0435}"/>
              </a:ext>
            </a:extLst>
          </p:cNvPr>
          <p:cNvSpPr>
            <a:spLocks noChangeShapeType="1"/>
          </p:cNvSpPr>
          <p:nvPr userDrawn="1"/>
        </p:nvSpPr>
        <p:spPr bwMode="auto">
          <a:xfrm>
            <a:off x="-637532" y="5176953"/>
            <a:ext cx="0" cy="0"/>
          </a:xfrm>
          <a:prstGeom prst="line">
            <a:avLst/>
          </a:prstGeom>
          <a:noFill/>
          <a:ln w="23813"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15">
            <a:extLst>
              <a:ext uri="{FF2B5EF4-FFF2-40B4-BE49-F238E27FC236}">
                <a16:creationId xmlns:a16="http://schemas.microsoft.com/office/drawing/2014/main" id="{08132F35-B6F8-C163-FCE4-810774E001D3}"/>
              </a:ext>
            </a:extLst>
          </p:cNvPr>
          <p:cNvSpPr>
            <a:spLocks/>
          </p:cNvSpPr>
          <p:nvPr userDrawn="1"/>
        </p:nvSpPr>
        <p:spPr bwMode="auto">
          <a:xfrm>
            <a:off x="-637532" y="2854441"/>
            <a:ext cx="2681288" cy="3097212"/>
          </a:xfrm>
          <a:custGeom>
            <a:avLst/>
            <a:gdLst>
              <a:gd name="T0" fmla="*/ 845 w 1689"/>
              <a:gd name="T1" fmla="*/ 1951 h 1951"/>
              <a:gd name="T2" fmla="*/ 1689 w 1689"/>
              <a:gd name="T3" fmla="*/ 1463 h 1951"/>
              <a:gd name="T4" fmla="*/ 1689 w 1689"/>
              <a:gd name="T5" fmla="*/ 487 h 1951"/>
              <a:gd name="T6" fmla="*/ 845 w 1689"/>
              <a:gd name="T7" fmla="*/ 0 h 1951"/>
              <a:gd name="T8" fmla="*/ 0 w 1689"/>
              <a:gd name="T9" fmla="*/ 487 h 1951"/>
              <a:gd name="T10" fmla="*/ 0 w 1689"/>
              <a:gd name="T11" fmla="*/ 1463 h 1951"/>
            </a:gdLst>
            <a:ahLst/>
            <a:cxnLst>
              <a:cxn ang="0">
                <a:pos x="T0" y="T1"/>
              </a:cxn>
              <a:cxn ang="0">
                <a:pos x="T2" y="T3"/>
              </a:cxn>
              <a:cxn ang="0">
                <a:pos x="T4" y="T5"/>
              </a:cxn>
              <a:cxn ang="0">
                <a:pos x="T6" y="T7"/>
              </a:cxn>
              <a:cxn ang="0">
                <a:pos x="T8" y="T9"/>
              </a:cxn>
              <a:cxn ang="0">
                <a:pos x="T10" y="T11"/>
              </a:cxn>
            </a:cxnLst>
            <a:rect l="0" t="0" r="r" b="b"/>
            <a:pathLst>
              <a:path w="1689" h="1951">
                <a:moveTo>
                  <a:pt x="845" y="1951"/>
                </a:moveTo>
                <a:lnTo>
                  <a:pt x="1689" y="1463"/>
                </a:lnTo>
                <a:lnTo>
                  <a:pt x="1689" y="487"/>
                </a:lnTo>
                <a:lnTo>
                  <a:pt x="845" y="0"/>
                </a:lnTo>
                <a:lnTo>
                  <a:pt x="0" y="487"/>
                </a:lnTo>
                <a:lnTo>
                  <a:pt x="0" y="1463"/>
                </a:lnTo>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6">
            <a:extLst>
              <a:ext uri="{FF2B5EF4-FFF2-40B4-BE49-F238E27FC236}">
                <a16:creationId xmlns:a16="http://schemas.microsoft.com/office/drawing/2014/main" id="{11831279-4CFE-1CB4-2547-6CD2302C6D8D}"/>
              </a:ext>
            </a:extLst>
          </p:cNvPr>
          <p:cNvSpPr>
            <a:spLocks/>
          </p:cNvSpPr>
          <p:nvPr userDrawn="1"/>
        </p:nvSpPr>
        <p:spPr bwMode="auto">
          <a:xfrm>
            <a:off x="-1980557" y="528753"/>
            <a:ext cx="2684463" cy="3100387"/>
          </a:xfrm>
          <a:custGeom>
            <a:avLst/>
            <a:gdLst>
              <a:gd name="T0" fmla="*/ 0 w 1691"/>
              <a:gd name="T1" fmla="*/ 489 h 1953"/>
              <a:gd name="T2" fmla="*/ 0 w 1691"/>
              <a:gd name="T3" fmla="*/ 1465 h 1953"/>
              <a:gd name="T4" fmla="*/ 846 w 1691"/>
              <a:gd name="T5" fmla="*/ 1953 h 1953"/>
              <a:gd name="T6" fmla="*/ 1691 w 1691"/>
              <a:gd name="T7" fmla="*/ 1465 h 1953"/>
              <a:gd name="T8" fmla="*/ 1691 w 1691"/>
              <a:gd name="T9" fmla="*/ 489 h 1953"/>
              <a:gd name="T10" fmla="*/ 846 w 1691"/>
              <a:gd name="T11" fmla="*/ 0 h 1953"/>
              <a:gd name="T12" fmla="*/ 0 w 1691"/>
              <a:gd name="T13" fmla="*/ 489 h 1953"/>
            </a:gdLst>
            <a:ahLst/>
            <a:cxnLst>
              <a:cxn ang="0">
                <a:pos x="T0" y="T1"/>
              </a:cxn>
              <a:cxn ang="0">
                <a:pos x="T2" y="T3"/>
              </a:cxn>
              <a:cxn ang="0">
                <a:pos x="T4" y="T5"/>
              </a:cxn>
              <a:cxn ang="0">
                <a:pos x="T6" y="T7"/>
              </a:cxn>
              <a:cxn ang="0">
                <a:pos x="T8" y="T9"/>
              </a:cxn>
              <a:cxn ang="0">
                <a:pos x="T10" y="T11"/>
              </a:cxn>
              <a:cxn ang="0">
                <a:pos x="T12" y="T13"/>
              </a:cxn>
            </a:cxnLst>
            <a:rect l="0" t="0" r="r" b="b"/>
            <a:pathLst>
              <a:path w="1691" h="1953">
                <a:moveTo>
                  <a:pt x="0" y="489"/>
                </a:moveTo>
                <a:lnTo>
                  <a:pt x="0" y="1465"/>
                </a:lnTo>
                <a:lnTo>
                  <a:pt x="846" y="1953"/>
                </a:lnTo>
                <a:lnTo>
                  <a:pt x="1691" y="1465"/>
                </a:lnTo>
                <a:lnTo>
                  <a:pt x="1691" y="489"/>
                </a:lnTo>
                <a:lnTo>
                  <a:pt x="846" y="0"/>
                </a:lnTo>
                <a:lnTo>
                  <a:pt x="0" y="489"/>
                </a:lnTo>
                <a:close/>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7">
            <a:extLst>
              <a:ext uri="{FF2B5EF4-FFF2-40B4-BE49-F238E27FC236}">
                <a16:creationId xmlns:a16="http://schemas.microsoft.com/office/drawing/2014/main" id="{78368731-166E-6DD6-645D-0258960D2B65}"/>
              </a:ext>
            </a:extLst>
          </p:cNvPr>
          <p:cNvSpPr>
            <a:spLocks/>
          </p:cNvSpPr>
          <p:nvPr userDrawn="1"/>
        </p:nvSpPr>
        <p:spPr bwMode="auto">
          <a:xfrm>
            <a:off x="703905" y="528753"/>
            <a:ext cx="2682875" cy="3100387"/>
          </a:xfrm>
          <a:custGeom>
            <a:avLst/>
            <a:gdLst>
              <a:gd name="T0" fmla="*/ 844 w 1690"/>
              <a:gd name="T1" fmla="*/ 0 h 1953"/>
              <a:gd name="T2" fmla="*/ 0 w 1690"/>
              <a:gd name="T3" fmla="*/ 489 h 1953"/>
              <a:gd name="T4" fmla="*/ 0 w 1690"/>
              <a:gd name="T5" fmla="*/ 1465 h 1953"/>
              <a:gd name="T6" fmla="*/ 844 w 1690"/>
              <a:gd name="T7" fmla="*/ 1953 h 1953"/>
              <a:gd name="T8" fmla="*/ 1690 w 1690"/>
              <a:gd name="T9" fmla="*/ 1465 h 1953"/>
            </a:gdLst>
            <a:ahLst/>
            <a:cxnLst>
              <a:cxn ang="0">
                <a:pos x="T0" y="T1"/>
              </a:cxn>
              <a:cxn ang="0">
                <a:pos x="T2" y="T3"/>
              </a:cxn>
              <a:cxn ang="0">
                <a:pos x="T4" y="T5"/>
              </a:cxn>
              <a:cxn ang="0">
                <a:pos x="T6" y="T7"/>
              </a:cxn>
              <a:cxn ang="0">
                <a:pos x="T8" y="T9"/>
              </a:cxn>
            </a:cxnLst>
            <a:rect l="0" t="0" r="r" b="b"/>
            <a:pathLst>
              <a:path w="1690" h="1953">
                <a:moveTo>
                  <a:pt x="844" y="0"/>
                </a:moveTo>
                <a:lnTo>
                  <a:pt x="0" y="489"/>
                </a:lnTo>
                <a:lnTo>
                  <a:pt x="0" y="1465"/>
                </a:lnTo>
                <a:lnTo>
                  <a:pt x="844" y="1953"/>
                </a:lnTo>
                <a:lnTo>
                  <a:pt x="1690" y="1465"/>
                </a:lnTo>
              </a:path>
            </a:pathLst>
          </a:custGeom>
          <a:noFill/>
          <a:ln w="2381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Oval 18">
            <a:extLst>
              <a:ext uri="{FF2B5EF4-FFF2-40B4-BE49-F238E27FC236}">
                <a16:creationId xmlns:a16="http://schemas.microsoft.com/office/drawing/2014/main" id="{7B6F09A5-D4A0-20FA-8109-84CE19AFFFD2}"/>
              </a:ext>
            </a:extLst>
          </p:cNvPr>
          <p:cNvSpPr>
            <a:spLocks noChangeArrowheads="1"/>
          </p:cNvSpPr>
          <p:nvPr userDrawn="1"/>
        </p:nvSpPr>
        <p:spPr bwMode="auto">
          <a:xfrm>
            <a:off x="632468" y="5905659"/>
            <a:ext cx="108000" cy="108000"/>
          </a:xfrm>
          <a:prstGeom prst="ellipse">
            <a:avLst/>
          </a:prstGeom>
          <a:solidFill>
            <a:schemeClr val="tx2"/>
          </a:solidFill>
          <a:ln w="238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Oval 19">
            <a:extLst>
              <a:ext uri="{FF2B5EF4-FFF2-40B4-BE49-F238E27FC236}">
                <a16:creationId xmlns:a16="http://schemas.microsoft.com/office/drawing/2014/main" id="{833DB36D-99C1-E0F8-3F02-46D51447436A}"/>
              </a:ext>
            </a:extLst>
          </p:cNvPr>
          <p:cNvSpPr>
            <a:spLocks noChangeArrowheads="1"/>
          </p:cNvSpPr>
          <p:nvPr userDrawn="1"/>
        </p:nvSpPr>
        <p:spPr bwMode="auto">
          <a:xfrm>
            <a:off x="3316930" y="2805272"/>
            <a:ext cx="108000" cy="108000"/>
          </a:xfrm>
          <a:prstGeom prst="ellipse">
            <a:avLst/>
          </a:prstGeom>
          <a:solidFill>
            <a:schemeClr val="tx2"/>
          </a:solidFill>
          <a:ln w="2381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 name="Foliennummernplatzhalter 5">
            <a:extLst>
              <a:ext uri="{FF2B5EF4-FFF2-40B4-BE49-F238E27FC236}">
                <a16:creationId xmlns:a16="http://schemas.microsoft.com/office/drawing/2014/main" id="{EF41499D-5236-1EE9-F1FD-7E4A50D6EDB4}"/>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5" name="Textplatzhalter 6">
            <a:extLst>
              <a:ext uri="{FF2B5EF4-FFF2-40B4-BE49-F238E27FC236}">
                <a16:creationId xmlns:a16="http://schemas.microsoft.com/office/drawing/2014/main" id="{D71230BF-099F-3673-6E42-B47F02DB4B2E}"/>
              </a:ext>
            </a:extLst>
          </p:cNvPr>
          <p:cNvSpPr>
            <a:spLocks noGrp="1"/>
          </p:cNvSpPr>
          <p:nvPr>
            <p:ph type="body" sz="quarter" idx="12" hasCustomPrompt="1"/>
          </p:nvPr>
        </p:nvSpPr>
        <p:spPr>
          <a:xfrm>
            <a:off x="3883095" y="1557337"/>
            <a:ext cx="7397679" cy="4392613"/>
          </a:xfrm>
        </p:spPr>
        <p:txBody>
          <a:bodyPr lIns="72000"/>
          <a:lstStyle>
            <a:lvl1pPr marL="36000" indent="0">
              <a:buNone/>
              <a:defRPr sz="1200">
                <a:latin typeface="Arial" panose="020B0604020202020204" pitchFamily="34" charset="0"/>
                <a:cs typeface="Arial" panose="020B0604020202020204" pitchFamily="34" charset="0"/>
              </a:defRPr>
            </a:lvl1pPr>
            <a:lvl2pPr marL="432000">
              <a:defRPr sz="1200">
                <a:latin typeface="Arial" panose="020B0604020202020204" pitchFamily="34" charset="0"/>
                <a:cs typeface="Arial" panose="020B0604020202020204" pitchFamily="34" charset="0"/>
              </a:defRPr>
            </a:lvl2pPr>
            <a:lvl3pPr marL="720000">
              <a:defRPr sz="1200">
                <a:latin typeface="Arial" panose="020B0604020202020204" pitchFamily="34" charset="0"/>
                <a:cs typeface="Arial" panose="020B0604020202020204" pitchFamily="34" charset="0"/>
              </a:defRPr>
            </a:lvl3pPr>
            <a:lvl4pPr marL="1008000">
              <a:defRPr sz="1200">
                <a:latin typeface="Arial" panose="020B0604020202020204" pitchFamily="34" charset="0"/>
                <a:cs typeface="Arial" panose="020B0604020202020204" pitchFamily="34" charset="0"/>
              </a:defRPr>
            </a:lvl4pPr>
            <a:lvl5pPr marL="1296000">
              <a:defRPr sz="1000">
                <a:latin typeface="Arial" panose="020B0604020202020204" pitchFamily="34" charset="0"/>
                <a:cs typeface="Arial" panose="020B0604020202020204" pitchFamily="34" charset="0"/>
              </a:defRPr>
            </a:lvl5pPr>
          </a:lstStyle>
          <a:p>
            <a:pPr marL="216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2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Hier Text, Grafik oder Diagramm einfügen</a:t>
            </a:r>
          </a:p>
          <a:p>
            <a:pPr marL="432000" marR="0" lvl="1"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0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Zweite Ebene</a:t>
            </a:r>
          </a:p>
          <a:p>
            <a:pPr marL="720000" marR="0" lvl="2"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8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Dritte Ebene</a:t>
            </a:r>
          </a:p>
        </p:txBody>
      </p:sp>
      <p:sp>
        <p:nvSpPr>
          <p:cNvPr id="6" name="Fußzeilenplatzhalter 5">
            <a:extLst>
              <a:ext uri="{FF2B5EF4-FFF2-40B4-BE49-F238E27FC236}">
                <a16:creationId xmlns:a16="http://schemas.microsoft.com/office/drawing/2014/main" id="{1F961117-B523-AF41-C836-9AE2B3A51FC0}"/>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3" name="Textplatzhalter 9">
            <a:extLst>
              <a:ext uri="{FF2B5EF4-FFF2-40B4-BE49-F238E27FC236}">
                <a16:creationId xmlns:a16="http://schemas.microsoft.com/office/drawing/2014/main" id="{1A26C963-6EEB-29CD-192B-FEAB29156A82}"/>
              </a:ext>
            </a:extLst>
          </p:cNvPr>
          <p:cNvSpPr>
            <a:spLocks noGrp="1"/>
          </p:cNvSpPr>
          <p:nvPr>
            <p:ph type="body" sz="quarter" idx="14" hasCustomPrompt="1"/>
          </p:nvPr>
        </p:nvSpPr>
        <p:spPr>
          <a:xfrm>
            <a:off x="3883095" y="549275"/>
            <a:ext cx="7397678"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8" name="Titelplatzhalter 1">
            <a:extLst>
              <a:ext uri="{FF2B5EF4-FFF2-40B4-BE49-F238E27FC236}">
                <a16:creationId xmlns:a16="http://schemas.microsoft.com/office/drawing/2014/main" id="{720456CC-763B-758A-114A-694BA83E7122}"/>
              </a:ext>
            </a:extLst>
          </p:cNvPr>
          <p:cNvSpPr>
            <a:spLocks noGrp="1"/>
          </p:cNvSpPr>
          <p:nvPr>
            <p:ph type="title" hasCustomPrompt="1"/>
          </p:nvPr>
        </p:nvSpPr>
        <p:spPr>
          <a:xfrm>
            <a:off x="3883094" y="901171"/>
            <a:ext cx="7397679" cy="440267"/>
          </a:xfrm>
          <a:prstGeom prst="rect">
            <a:avLst/>
          </a:prstGeom>
        </p:spPr>
        <p:txBody>
          <a:bodyPr vert="horz" lIns="91440" tIns="45720" rIns="91440" bIns="45720" rtlCol="0" anchor="t">
            <a:noAutofit/>
          </a:bodyPr>
          <a:lstStyle>
            <a:lvl1pPr>
              <a:defRPr sz="2600"/>
            </a:lvl1pPr>
          </a:lstStyle>
          <a:p>
            <a:r>
              <a:rPr lang="de-DE" dirty="0"/>
              <a:t>Hier einen Titel eingeben</a:t>
            </a:r>
            <a:endParaRPr lang="de-CH" dirty="0"/>
          </a:p>
        </p:txBody>
      </p:sp>
    </p:spTree>
    <p:extLst>
      <p:ext uri="{BB962C8B-B14F-4D97-AF65-F5344CB8AC3E}">
        <p14:creationId xmlns:p14="http://schemas.microsoft.com/office/powerpoint/2010/main" val="3725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ld &amp; Inhalt 3">
    <p:spTree>
      <p:nvGrpSpPr>
        <p:cNvPr id="1" name=""/>
        <p:cNvGrpSpPr/>
        <p:nvPr/>
      </p:nvGrpSpPr>
      <p:grpSpPr>
        <a:xfrm>
          <a:off x="0" y="0"/>
          <a:ext cx="0" cy="0"/>
          <a:chOff x="0" y="0"/>
          <a:chExt cx="0" cy="0"/>
        </a:xfrm>
      </p:grpSpPr>
      <p:sp>
        <p:nvSpPr>
          <p:cNvPr id="4" name="Foliennummernplatzhalter 5">
            <a:extLst>
              <a:ext uri="{FF2B5EF4-FFF2-40B4-BE49-F238E27FC236}">
                <a16:creationId xmlns:a16="http://schemas.microsoft.com/office/drawing/2014/main" id="{CA5D305A-1FE5-9A1B-3D11-007D0E14A88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3" name="Freeform 5">
            <a:extLst>
              <a:ext uri="{FF2B5EF4-FFF2-40B4-BE49-F238E27FC236}">
                <a16:creationId xmlns:a16="http://schemas.microsoft.com/office/drawing/2014/main" id="{3C5ED2B1-9D77-F3C9-E135-830D95BBDB84}"/>
              </a:ext>
            </a:extLst>
          </p:cNvPr>
          <p:cNvSpPr>
            <a:spLocks/>
          </p:cNvSpPr>
          <p:nvPr userDrawn="1"/>
        </p:nvSpPr>
        <p:spPr bwMode="auto">
          <a:xfrm flipH="1">
            <a:off x="8635247" y="-277389"/>
            <a:ext cx="1495352" cy="1727766"/>
          </a:xfrm>
          <a:custGeom>
            <a:avLst/>
            <a:gdLst>
              <a:gd name="T0" fmla="*/ 0 w 1023"/>
              <a:gd name="T1" fmla="*/ 295 h 1182"/>
              <a:gd name="T2" fmla="*/ 0 w 1023"/>
              <a:gd name="T3" fmla="*/ 887 h 1182"/>
              <a:gd name="T4" fmla="*/ 511 w 1023"/>
              <a:gd name="T5" fmla="*/ 1182 h 1182"/>
              <a:gd name="T6" fmla="*/ 1023 w 1023"/>
              <a:gd name="T7" fmla="*/ 887 h 1182"/>
              <a:gd name="T8" fmla="*/ 1023 w 1023"/>
              <a:gd name="T9" fmla="*/ 295 h 1182"/>
              <a:gd name="T10" fmla="*/ 511 w 1023"/>
              <a:gd name="T11" fmla="*/ 0 h 1182"/>
              <a:gd name="T12" fmla="*/ 0 w 1023"/>
              <a:gd name="T13" fmla="*/ 295 h 1182"/>
            </a:gdLst>
            <a:ahLst/>
            <a:cxnLst>
              <a:cxn ang="0">
                <a:pos x="T0" y="T1"/>
              </a:cxn>
              <a:cxn ang="0">
                <a:pos x="T2" y="T3"/>
              </a:cxn>
              <a:cxn ang="0">
                <a:pos x="T4" y="T5"/>
              </a:cxn>
              <a:cxn ang="0">
                <a:pos x="T6" y="T7"/>
              </a:cxn>
              <a:cxn ang="0">
                <a:pos x="T8" y="T9"/>
              </a:cxn>
              <a:cxn ang="0">
                <a:pos x="T10" y="T11"/>
              </a:cxn>
              <a:cxn ang="0">
                <a:pos x="T12" y="T13"/>
              </a:cxn>
            </a:cxnLst>
            <a:rect l="0" t="0" r="r" b="b"/>
            <a:pathLst>
              <a:path w="1023" h="1182">
                <a:moveTo>
                  <a:pt x="0" y="295"/>
                </a:moveTo>
                <a:lnTo>
                  <a:pt x="0" y="887"/>
                </a:lnTo>
                <a:lnTo>
                  <a:pt x="511" y="1182"/>
                </a:lnTo>
                <a:lnTo>
                  <a:pt x="1023" y="887"/>
                </a:lnTo>
                <a:lnTo>
                  <a:pt x="1023" y="295"/>
                </a:lnTo>
                <a:lnTo>
                  <a:pt x="511" y="0"/>
                </a:lnTo>
                <a:lnTo>
                  <a:pt x="0" y="295"/>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7" name="Freeform 7">
            <a:extLst>
              <a:ext uri="{FF2B5EF4-FFF2-40B4-BE49-F238E27FC236}">
                <a16:creationId xmlns:a16="http://schemas.microsoft.com/office/drawing/2014/main" id="{4CAFCCFE-45E9-E517-E0F3-17BF4E10FD4E}"/>
              </a:ext>
            </a:extLst>
          </p:cNvPr>
          <p:cNvSpPr>
            <a:spLocks/>
          </p:cNvSpPr>
          <p:nvPr userDrawn="1"/>
        </p:nvSpPr>
        <p:spPr bwMode="auto">
          <a:xfrm flipH="1">
            <a:off x="10298698" y="2600760"/>
            <a:ext cx="1495352" cy="1727766"/>
          </a:xfrm>
          <a:custGeom>
            <a:avLst/>
            <a:gdLst>
              <a:gd name="T0" fmla="*/ 0 w 1023"/>
              <a:gd name="T1" fmla="*/ 297 h 1182"/>
              <a:gd name="T2" fmla="*/ 0 w 1023"/>
              <a:gd name="T3" fmla="*/ 887 h 1182"/>
              <a:gd name="T4" fmla="*/ 511 w 1023"/>
              <a:gd name="T5" fmla="*/ 1182 h 1182"/>
              <a:gd name="T6" fmla="*/ 1023 w 1023"/>
              <a:gd name="T7" fmla="*/ 887 h 1182"/>
              <a:gd name="T8" fmla="*/ 1023 w 1023"/>
              <a:gd name="T9" fmla="*/ 297 h 1182"/>
              <a:gd name="T10" fmla="*/ 511 w 1023"/>
              <a:gd name="T11" fmla="*/ 0 h 1182"/>
              <a:gd name="T12" fmla="*/ 0 w 1023"/>
              <a:gd name="T13" fmla="*/ 297 h 1182"/>
            </a:gdLst>
            <a:ahLst/>
            <a:cxnLst>
              <a:cxn ang="0">
                <a:pos x="T0" y="T1"/>
              </a:cxn>
              <a:cxn ang="0">
                <a:pos x="T2" y="T3"/>
              </a:cxn>
              <a:cxn ang="0">
                <a:pos x="T4" y="T5"/>
              </a:cxn>
              <a:cxn ang="0">
                <a:pos x="T6" y="T7"/>
              </a:cxn>
              <a:cxn ang="0">
                <a:pos x="T8" y="T9"/>
              </a:cxn>
              <a:cxn ang="0">
                <a:pos x="T10" y="T11"/>
              </a:cxn>
              <a:cxn ang="0">
                <a:pos x="T12" y="T13"/>
              </a:cxn>
            </a:cxnLst>
            <a:rect l="0" t="0" r="r" b="b"/>
            <a:pathLst>
              <a:path w="1023" h="1182">
                <a:moveTo>
                  <a:pt x="0" y="297"/>
                </a:moveTo>
                <a:lnTo>
                  <a:pt x="0" y="887"/>
                </a:lnTo>
                <a:lnTo>
                  <a:pt x="511" y="1182"/>
                </a:lnTo>
                <a:lnTo>
                  <a:pt x="1023" y="887"/>
                </a:lnTo>
                <a:lnTo>
                  <a:pt x="1023" y="297"/>
                </a:lnTo>
                <a:lnTo>
                  <a:pt x="511" y="0"/>
                </a:lnTo>
                <a:lnTo>
                  <a:pt x="0" y="297"/>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8" name="Freeform 8">
            <a:extLst>
              <a:ext uri="{FF2B5EF4-FFF2-40B4-BE49-F238E27FC236}">
                <a16:creationId xmlns:a16="http://schemas.microsoft.com/office/drawing/2014/main" id="{8835575F-A44B-2E3E-98A8-D947FA84418A}"/>
              </a:ext>
            </a:extLst>
          </p:cNvPr>
          <p:cNvSpPr>
            <a:spLocks/>
          </p:cNvSpPr>
          <p:nvPr userDrawn="1"/>
        </p:nvSpPr>
        <p:spPr bwMode="auto">
          <a:xfrm flipH="1">
            <a:off x="11878829" y="2505747"/>
            <a:ext cx="1661989" cy="1920715"/>
          </a:xfrm>
          <a:custGeom>
            <a:avLst/>
            <a:gdLst>
              <a:gd name="T0" fmla="*/ 0 w 1137"/>
              <a:gd name="T1" fmla="*/ 328 h 1314"/>
              <a:gd name="T2" fmla="*/ 0 w 1137"/>
              <a:gd name="T3" fmla="*/ 985 h 1314"/>
              <a:gd name="T4" fmla="*/ 569 w 1137"/>
              <a:gd name="T5" fmla="*/ 1314 h 1314"/>
              <a:gd name="T6" fmla="*/ 1137 w 1137"/>
              <a:gd name="T7" fmla="*/ 985 h 1314"/>
              <a:gd name="T8" fmla="*/ 1137 w 1137"/>
              <a:gd name="T9" fmla="*/ 328 h 1314"/>
              <a:gd name="T10" fmla="*/ 569 w 1137"/>
              <a:gd name="T11" fmla="*/ 0 h 1314"/>
              <a:gd name="T12" fmla="*/ 0 w 1137"/>
              <a:gd name="T13" fmla="*/ 328 h 1314"/>
            </a:gdLst>
            <a:ahLst/>
            <a:cxnLst>
              <a:cxn ang="0">
                <a:pos x="T0" y="T1"/>
              </a:cxn>
              <a:cxn ang="0">
                <a:pos x="T2" y="T3"/>
              </a:cxn>
              <a:cxn ang="0">
                <a:pos x="T4" y="T5"/>
              </a:cxn>
              <a:cxn ang="0">
                <a:pos x="T6" y="T7"/>
              </a:cxn>
              <a:cxn ang="0">
                <a:pos x="T8" y="T9"/>
              </a:cxn>
              <a:cxn ang="0">
                <a:pos x="T10" y="T11"/>
              </a:cxn>
              <a:cxn ang="0">
                <a:pos x="T12" y="T13"/>
              </a:cxn>
            </a:cxnLst>
            <a:rect l="0" t="0" r="r" b="b"/>
            <a:pathLst>
              <a:path w="1137" h="1314">
                <a:moveTo>
                  <a:pt x="0" y="328"/>
                </a:moveTo>
                <a:lnTo>
                  <a:pt x="0" y="985"/>
                </a:lnTo>
                <a:lnTo>
                  <a:pt x="569" y="1314"/>
                </a:lnTo>
                <a:lnTo>
                  <a:pt x="1137" y="985"/>
                </a:lnTo>
                <a:lnTo>
                  <a:pt x="1137" y="328"/>
                </a:lnTo>
                <a:lnTo>
                  <a:pt x="569" y="0"/>
                </a:lnTo>
                <a:lnTo>
                  <a:pt x="0" y="328"/>
                </a:lnTo>
                <a:close/>
              </a:path>
            </a:pathLst>
          </a:custGeom>
          <a:noFill/>
          <a:ln w="17463"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9" name="Freeform 9">
            <a:extLst>
              <a:ext uri="{FF2B5EF4-FFF2-40B4-BE49-F238E27FC236}">
                <a16:creationId xmlns:a16="http://schemas.microsoft.com/office/drawing/2014/main" id="{C99C58D3-CC4B-6449-DF39-61BB34759728}"/>
              </a:ext>
            </a:extLst>
          </p:cNvPr>
          <p:cNvSpPr>
            <a:spLocks/>
          </p:cNvSpPr>
          <p:nvPr userDrawn="1"/>
        </p:nvSpPr>
        <p:spPr bwMode="auto">
          <a:xfrm flipH="1">
            <a:off x="10215380" y="2505747"/>
            <a:ext cx="1663450" cy="2522948"/>
          </a:xfrm>
          <a:custGeom>
            <a:avLst/>
            <a:gdLst>
              <a:gd name="T0" fmla="*/ 1138 w 1138"/>
              <a:gd name="T1" fmla="*/ 1726 h 1726"/>
              <a:gd name="T2" fmla="*/ 1138 w 1138"/>
              <a:gd name="T3" fmla="*/ 328 h 1726"/>
              <a:gd name="T4" fmla="*/ 569 w 1138"/>
              <a:gd name="T5" fmla="*/ 0 h 1726"/>
              <a:gd name="T6" fmla="*/ 0 w 1138"/>
              <a:gd name="T7" fmla="*/ 328 h 1726"/>
              <a:gd name="T8" fmla="*/ 0 w 1138"/>
              <a:gd name="T9" fmla="*/ 985 h 1726"/>
              <a:gd name="T10" fmla="*/ 569 w 1138"/>
              <a:gd name="T11" fmla="*/ 1314 h 1726"/>
            </a:gdLst>
            <a:ahLst/>
            <a:cxnLst>
              <a:cxn ang="0">
                <a:pos x="T0" y="T1"/>
              </a:cxn>
              <a:cxn ang="0">
                <a:pos x="T2" y="T3"/>
              </a:cxn>
              <a:cxn ang="0">
                <a:pos x="T4" y="T5"/>
              </a:cxn>
              <a:cxn ang="0">
                <a:pos x="T6" y="T7"/>
              </a:cxn>
              <a:cxn ang="0">
                <a:pos x="T8" y="T9"/>
              </a:cxn>
              <a:cxn ang="0">
                <a:pos x="T10" y="T11"/>
              </a:cxn>
            </a:cxnLst>
            <a:rect l="0" t="0" r="r" b="b"/>
            <a:pathLst>
              <a:path w="1138" h="1726">
                <a:moveTo>
                  <a:pt x="1138" y="1726"/>
                </a:moveTo>
                <a:lnTo>
                  <a:pt x="1138" y="328"/>
                </a:lnTo>
                <a:lnTo>
                  <a:pt x="569" y="0"/>
                </a:lnTo>
                <a:lnTo>
                  <a:pt x="0" y="328"/>
                </a:lnTo>
                <a:lnTo>
                  <a:pt x="0" y="985"/>
                </a:lnTo>
                <a:lnTo>
                  <a:pt x="569" y="1314"/>
                </a:lnTo>
              </a:path>
            </a:pathLst>
          </a:custGeom>
          <a:noFill/>
          <a:ln w="1746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0" name="Freeform 10">
            <a:extLst>
              <a:ext uri="{FF2B5EF4-FFF2-40B4-BE49-F238E27FC236}">
                <a16:creationId xmlns:a16="http://schemas.microsoft.com/office/drawing/2014/main" id="{AFF075AD-D4BF-F71A-B089-BBDE0BA81665}"/>
              </a:ext>
            </a:extLst>
          </p:cNvPr>
          <p:cNvSpPr>
            <a:spLocks/>
          </p:cNvSpPr>
          <p:nvPr userDrawn="1"/>
        </p:nvSpPr>
        <p:spPr bwMode="auto">
          <a:xfrm flipH="1">
            <a:off x="11047104" y="1065943"/>
            <a:ext cx="1661989" cy="1919254"/>
          </a:xfrm>
          <a:custGeom>
            <a:avLst/>
            <a:gdLst>
              <a:gd name="T0" fmla="*/ 0 w 1137"/>
              <a:gd name="T1" fmla="*/ 328 h 1313"/>
              <a:gd name="T2" fmla="*/ 0 w 1137"/>
              <a:gd name="T3" fmla="*/ 985 h 1313"/>
              <a:gd name="T4" fmla="*/ 568 w 1137"/>
              <a:gd name="T5" fmla="*/ 1313 h 1313"/>
              <a:gd name="T6" fmla="*/ 1137 w 1137"/>
              <a:gd name="T7" fmla="*/ 985 h 1313"/>
              <a:gd name="T8" fmla="*/ 1137 w 1137"/>
              <a:gd name="T9" fmla="*/ 328 h 1313"/>
              <a:gd name="T10" fmla="*/ 568 w 1137"/>
              <a:gd name="T11" fmla="*/ 0 h 1313"/>
              <a:gd name="T12" fmla="*/ 0 w 1137"/>
              <a:gd name="T13" fmla="*/ 328 h 1313"/>
            </a:gdLst>
            <a:ahLst/>
            <a:cxnLst>
              <a:cxn ang="0">
                <a:pos x="T0" y="T1"/>
              </a:cxn>
              <a:cxn ang="0">
                <a:pos x="T2" y="T3"/>
              </a:cxn>
              <a:cxn ang="0">
                <a:pos x="T4" y="T5"/>
              </a:cxn>
              <a:cxn ang="0">
                <a:pos x="T6" y="T7"/>
              </a:cxn>
              <a:cxn ang="0">
                <a:pos x="T8" y="T9"/>
              </a:cxn>
              <a:cxn ang="0">
                <a:pos x="T10" y="T11"/>
              </a:cxn>
              <a:cxn ang="0">
                <a:pos x="T12" y="T13"/>
              </a:cxn>
            </a:cxnLst>
            <a:rect l="0" t="0" r="r" b="b"/>
            <a:pathLst>
              <a:path w="1137" h="1313">
                <a:moveTo>
                  <a:pt x="0" y="328"/>
                </a:moveTo>
                <a:lnTo>
                  <a:pt x="0" y="985"/>
                </a:lnTo>
                <a:lnTo>
                  <a:pt x="568" y="1313"/>
                </a:lnTo>
                <a:lnTo>
                  <a:pt x="1137" y="985"/>
                </a:lnTo>
                <a:lnTo>
                  <a:pt x="1137" y="328"/>
                </a:lnTo>
                <a:lnTo>
                  <a:pt x="568" y="0"/>
                </a:lnTo>
                <a:lnTo>
                  <a:pt x="0" y="328"/>
                </a:lnTo>
                <a:close/>
              </a:path>
            </a:pathLst>
          </a:custGeom>
          <a:noFill/>
          <a:ln w="17463"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1" name="Freeform 11">
            <a:extLst>
              <a:ext uri="{FF2B5EF4-FFF2-40B4-BE49-F238E27FC236}">
                <a16:creationId xmlns:a16="http://schemas.microsoft.com/office/drawing/2014/main" id="{A6805C27-9060-FDAF-397A-E21AAE74957A}"/>
              </a:ext>
            </a:extLst>
          </p:cNvPr>
          <p:cNvSpPr>
            <a:spLocks/>
          </p:cNvSpPr>
          <p:nvPr userDrawn="1"/>
        </p:nvSpPr>
        <p:spPr bwMode="auto">
          <a:xfrm flipH="1">
            <a:off x="9383654" y="1065943"/>
            <a:ext cx="1663450" cy="1919254"/>
          </a:xfrm>
          <a:custGeom>
            <a:avLst/>
            <a:gdLst>
              <a:gd name="T0" fmla="*/ 0 w 1138"/>
              <a:gd name="T1" fmla="*/ 328 h 1313"/>
              <a:gd name="T2" fmla="*/ 0 w 1138"/>
              <a:gd name="T3" fmla="*/ 985 h 1313"/>
              <a:gd name="T4" fmla="*/ 569 w 1138"/>
              <a:gd name="T5" fmla="*/ 1313 h 1313"/>
              <a:gd name="T6" fmla="*/ 1138 w 1138"/>
              <a:gd name="T7" fmla="*/ 985 h 1313"/>
              <a:gd name="T8" fmla="*/ 1138 w 1138"/>
              <a:gd name="T9" fmla="*/ 328 h 1313"/>
              <a:gd name="T10" fmla="*/ 569 w 1138"/>
              <a:gd name="T11" fmla="*/ 0 h 1313"/>
              <a:gd name="T12" fmla="*/ 0 w 1138"/>
              <a:gd name="T13" fmla="*/ 328 h 1313"/>
            </a:gdLst>
            <a:ahLst/>
            <a:cxnLst>
              <a:cxn ang="0">
                <a:pos x="T0" y="T1"/>
              </a:cxn>
              <a:cxn ang="0">
                <a:pos x="T2" y="T3"/>
              </a:cxn>
              <a:cxn ang="0">
                <a:pos x="T4" y="T5"/>
              </a:cxn>
              <a:cxn ang="0">
                <a:pos x="T6" y="T7"/>
              </a:cxn>
              <a:cxn ang="0">
                <a:pos x="T8" y="T9"/>
              </a:cxn>
              <a:cxn ang="0">
                <a:pos x="T10" y="T11"/>
              </a:cxn>
              <a:cxn ang="0">
                <a:pos x="T12" y="T13"/>
              </a:cxn>
            </a:cxnLst>
            <a:rect l="0" t="0" r="r" b="b"/>
            <a:pathLst>
              <a:path w="1138" h="1313">
                <a:moveTo>
                  <a:pt x="0" y="328"/>
                </a:moveTo>
                <a:lnTo>
                  <a:pt x="0" y="985"/>
                </a:lnTo>
                <a:lnTo>
                  <a:pt x="569" y="1313"/>
                </a:lnTo>
                <a:lnTo>
                  <a:pt x="1138" y="985"/>
                </a:lnTo>
                <a:lnTo>
                  <a:pt x="1138" y="328"/>
                </a:lnTo>
                <a:lnTo>
                  <a:pt x="569" y="0"/>
                </a:lnTo>
                <a:lnTo>
                  <a:pt x="0" y="328"/>
                </a:lnTo>
                <a:close/>
              </a:path>
            </a:pathLst>
          </a:custGeom>
          <a:noFill/>
          <a:ln w="17463"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2" name="Freeform 12">
            <a:extLst>
              <a:ext uri="{FF2B5EF4-FFF2-40B4-BE49-F238E27FC236}">
                <a16:creationId xmlns:a16="http://schemas.microsoft.com/office/drawing/2014/main" id="{74D42F1B-B58A-DEE0-3D8D-ABA340D1E447}"/>
              </a:ext>
            </a:extLst>
          </p:cNvPr>
          <p:cNvSpPr>
            <a:spLocks/>
          </p:cNvSpPr>
          <p:nvPr userDrawn="1"/>
        </p:nvSpPr>
        <p:spPr bwMode="auto">
          <a:xfrm flipH="1">
            <a:off x="8551930" y="-372401"/>
            <a:ext cx="1663450" cy="1920715"/>
          </a:xfrm>
          <a:custGeom>
            <a:avLst/>
            <a:gdLst>
              <a:gd name="T0" fmla="*/ 569 w 1138"/>
              <a:gd name="T1" fmla="*/ 0 h 1314"/>
              <a:gd name="T2" fmla="*/ 0 w 1138"/>
              <a:gd name="T3" fmla="*/ 329 h 1314"/>
              <a:gd name="T4" fmla="*/ 0 w 1138"/>
              <a:gd name="T5" fmla="*/ 986 h 1314"/>
              <a:gd name="T6" fmla="*/ 569 w 1138"/>
              <a:gd name="T7" fmla="*/ 1314 h 1314"/>
              <a:gd name="T8" fmla="*/ 1138 w 1138"/>
              <a:gd name="T9" fmla="*/ 986 h 1314"/>
            </a:gdLst>
            <a:ahLst/>
            <a:cxnLst>
              <a:cxn ang="0">
                <a:pos x="T0" y="T1"/>
              </a:cxn>
              <a:cxn ang="0">
                <a:pos x="T2" y="T3"/>
              </a:cxn>
              <a:cxn ang="0">
                <a:pos x="T4" y="T5"/>
              </a:cxn>
              <a:cxn ang="0">
                <a:pos x="T6" y="T7"/>
              </a:cxn>
              <a:cxn ang="0">
                <a:pos x="T8" y="T9"/>
              </a:cxn>
            </a:cxnLst>
            <a:rect l="0" t="0" r="r" b="b"/>
            <a:pathLst>
              <a:path w="1138" h="1314">
                <a:moveTo>
                  <a:pt x="569" y="0"/>
                </a:moveTo>
                <a:lnTo>
                  <a:pt x="0" y="329"/>
                </a:lnTo>
                <a:lnTo>
                  <a:pt x="0" y="986"/>
                </a:lnTo>
                <a:lnTo>
                  <a:pt x="569" y="1314"/>
                </a:lnTo>
                <a:lnTo>
                  <a:pt x="1138" y="986"/>
                </a:lnTo>
              </a:path>
            </a:pathLst>
          </a:custGeom>
          <a:noFill/>
          <a:ln w="17463"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3" name="Oval 13">
            <a:extLst>
              <a:ext uri="{FF2B5EF4-FFF2-40B4-BE49-F238E27FC236}">
                <a16:creationId xmlns:a16="http://schemas.microsoft.com/office/drawing/2014/main" id="{4F0872AB-9BAD-69EE-99FE-3B7B702313AB}"/>
              </a:ext>
            </a:extLst>
          </p:cNvPr>
          <p:cNvSpPr>
            <a:spLocks noChangeArrowheads="1"/>
          </p:cNvSpPr>
          <p:nvPr userDrawn="1"/>
        </p:nvSpPr>
        <p:spPr bwMode="auto">
          <a:xfrm flipH="1">
            <a:off x="10180362" y="4984844"/>
            <a:ext cx="72000" cy="72000"/>
          </a:xfrm>
          <a:prstGeom prst="ellipse">
            <a:avLst/>
          </a:prstGeom>
          <a:solidFill>
            <a:schemeClr val="tx2"/>
          </a:solidFill>
          <a:ln w="1746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Oval 14">
            <a:extLst>
              <a:ext uri="{FF2B5EF4-FFF2-40B4-BE49-F238E27FC236}">
                <a16:creationId xmlns:a16="http://schemas.microsoft.com/office/drawing/2014/main" id="{AC26DBCB-D214-A3E0-CCBF-C1C19FA1FD97}"/>
              </a:ext>
            </a:extLst>
          </p:cNvPr>
          <p:cNvSpPr>
            <a:spLocks noChangeArrowheads="1"/>
          </p:cNvSpPr>
          <p:nvPr userDrawn="1"/>
        </p:nvSpPr>
        <p:spPr bwMode="auto">
          <a:xfrm flipH="1">
            <a:off x="8523782" y="1038252"/>
            <a:ext cx="72000" cy="72000"/>
          </a:xfrm>
          <a:prstGeom prst="ellipse">
            <a:avLst/>
          </a:prstGeom>
          <a:solidFill>
            <a:schemeClr val="tx2"/>
          </a:solidFill>
          <a:ln w="17463"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Bildplatzhalter 11">
            <a:extLst>
              <a:ext uri="{FF2B5EF4-FFF2-40B4-BE49-F238E27FC236}">
                <a16:creationId xmlns:a16="http://schemas.microsoft.com/office/drawing/2014/main" id="{7DA37D2F-5F71-238B-B430-A0CC6AD0C645}"/>
              </a:ext>
            </a:extLst>
          </p:cNvPr>
          <p:cNvSpPr>
            <a:spLocks noGrp="1"/>
          </p:cNvSpPr>
          <p:nvPr userDrawn="1">
            <p:ph type="pic" sz="quarter" idx="13" hasCustomPrompt="1"/>
          </p:nvPr>
        </p:nvSpPr>
        <p:spPr>
          <a:xfrm flipH="1">
            <a:off x="6764841" y="2095001"/>
            <a:ext cx="3322800" cy="38376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17" name="Textplatzhalter 6">
            <a:extLst>
              <a:ext uri="{FF2B5EF4-FFF2-40B4-BE49-F238E27FC236}">
                <a16:creationId xmlns:a16="http://schemas.microsoft.com/office/drawing/2014/main" id="{B6C5C1D1-B054-304E-A30C-77DC4E845C6D}"/>
              </a:ext>
            </a:extLst>
          </p:cNvPr>
          <p:cNvSpPr>
            <a:spLocks noGrp="1"/>
          </p:cNvSpPr>
          <p:nvPr>
            <p:ph type="body" sz="quarter" idx="12" hasCustomPrompt="1"/>
          </p:nvPr>
        </p:nvSpPr>
        <p:spPr>
          <a:xfrm>
            <a:off x="372979" y="1557337"/>
            <a:ext cx="5976202" cy="4392613"/>
          </a:xfrm>
        </p:spPr>
        <p:txBody>
          <a:bodyPr lIns="72000"/>
          <a:lstStyle>
            <a:lvl1pPr marL="36000" indent="0">
              <a:buNone/>
              <a:defRPr sz="1200">
                <a:latin typeface="Arial" panose="020B0604020202020204" pitchFamily="34" charset="0"/>
                <a:cs typeface="Arial" panose="020B0604020202020204" pitchFamily="34" charset="0"/>
              </a:defRPr>
            </a:lvl1pPr>
            <a:lvl2pPr marL="432000">
              <a:defRPr sz="1200">
                <a:latin typeface="Arial" panose="020B0604020202020204" pitchFamily="34" charset="0"/>
                <a:cs typeface="Arial" panose="020B0604020202020204" pitchFamily="34" charset="0"/>
              </a:defRPr>
            </a:lvl2pPr>
            <a:lvl3pPr marL="720000">
              <a:defRPr sz="1200">
                <a:latin typeface="Arial" panose="020B0604020202020204" pitchFamily="34" charset="0"/>
                <a:cs typeface="Arial" panose="020B0604020202020204" pitchFamily="34" charset="0"/>
              </a:defRPr>
            </a:lvl3pPr>
            <a:lvl4pPr marL="1008000">
              <a:defRPr sz="1200">
                <a:latin typeface="Arial" panose="020B0604020202020204" pitchFamily="34" charset="0"/>
                <a:cs typeface="Arial" panose="020B0604020202020204" pitchFamily="34" charset="0"/>
              </a:defRPr>
            </a:lvl4pPr>
            <a:lvl5pPr marL="1296000">
              <a:defRPr sz="1400">
                <a:latin typeface="Arial" panose="020B0604020202020204" pitchFamily="34" charset="0"/>
                <a:cs typeface="Arial" panose="020B0604020202020204" pitchFamily="34" charset="0"/>
              </a:defRPr>
            </a:lvl5pPr>
          </a:lstStyle>
          <a:p>
            <a:pPr marL="216000" marR="0" lvl="0"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2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Hier Text, Grafik oder Diagramm einfügen</a:t>
            </a:r>
          </a:p>
          <a:p>
            <a:pPr marL="432000" marR="0" lvl="1"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10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Zweite Ebene</a:t>
            </a:r>
          </a:p>
          <a:p>
            <a:pPr marL="720000" marR="0" lvl="2" indent="-144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de-DE" sz="800" b="0" i="0" u="none" strike="noStrike" kern="1200" cap="none" spc="0" normalizeH="0" baseline="0" noProof="0" dirty="0">
                <a:ln>
                  <a:noFill/>
                </a:ln>
                <a:solidFill>
                  <a:srgbClr val="004D52"/>
                </a:solidFill>
                <a:effectLst/>
                <a:uLnTx/>
                <a:uFillTx/>
                <a:latin typeface="Arial" panose="020B0604020202020204" pitchFamily="34" charset="0"/>
                <a:ea typeface="Gibson Book" pitchFamily="50" charset="0"/>
                <a:cs typeface="Arial" panose="020B0604020202020204" pitchFamily="34" charset="0"/>
              </a:rPr>
              <a:t>Dritte Ebene</a:t>
            </a:r>
          </a:p>
        </p:txBody>
      </p:sp>
      <p:sp>
        <p:nvSpPr>
          <p:cNvPr id="18" name="Fußzeilenplatzhalter 5">
            <a:extLst>
              <a:ext uri="{FF2B5EF4-FFF2-40B4-BE49-F238E27FC236}">
                <a16:creationId xmlns:a16="http://schemas.microsoft.com/office/drawing/2014/main" id="{35E3F6AC-E388-9900-05CA-9BB1B405A5FA}"/>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2" name="Textplatzhalter 9">
            <a:extLst>
              <a:ext uri="{FF2B5EF4-FFF2-40B4-BE49-F238E27FC236}">
                <a16:creationId xmlns:a16="http://schemas.microsoft.com/office/drawing/2014/main" id="{EDE20B53-A2F7-7790-5C8F-0329831B142C}"/>
              </a:ext>
            </a:extLst>
          </p:cNvPr>
          <p:cNvSpPr>
            <a:spLocks noGrp="1"/>
          </p:cNvSpPr>
          <p:nvPr>
            <p:ph type="body" sz="quarter" idx="10" hasCustomPrompt="1"/>
          </p:nvPr>
        </p:nvSpPr>
        <p:spPr>
          <a:xfrm>
            <a:off x="372977" y="549275"/>
            <a:ext cx="5976202"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6" name="Titelplatzhalter 1">
            <a:extLst>
              <a:ext uri="{FF2B5EF4-FFF2-40B4-BE49-F238E27FC236}">
                <a16:creationId xmlns:a16="http://schemas.microsoft.com/office/drawing/2014/main" id="{0BAFAB91-C78B-7A20-B36D-34F3A47691E2}"/>
              </a:ext>
            </a:extLst>
          </p:cNvPr>
          <p:cNvSpPr>
            <a:spLocks noGrp="1"/>
          </p:cNvSpPr>
          <p:nvPr>
            <p:ph type="title" hasCustomPrompt="1"/>
          </p:nvPr>
        </p:nvSpPr>
        <p:spPr>
          <a:xfrm>
            <a:off x="372979" y="901171"/>
            <a:ext cx="5976201" cy="440267"/>
          </a:xfrm>
          <a:prstGeom prst="rect">
            <a:avLst/>
          </a:prstGeom>
        </p:spPr>
        <p:txBody>
          <a:bodyPr vert="horz" lIns="91440" tIns="45720" rIns="91440" bIns="45720" rtlCol="0" anchor="t">
            <a:noAutofit/>
          </a:bodyPr>
          <a:lstStyle>
            <a:lvl1pPr>
              <a:defRPr sz="2600"/>
            </a:lvl1pPr>
          </a:lstStyle>
          <a:p>
            <a:r>
              <a:rPr lang="de-DE" dirty="0"/>
              <a:t>Hier einen Titel eingeben</a:t>
            </a:r>
            <a:endParaRPr lang="de-CH" dirty="0"/>
          </a:p>
        </p:txBody>
      </p:sp>
    </p:spTree>
    <p:extLst>
      <p:ext uri="{BB962C8B-B14F-4D97-AF65-F5344CB8AC3E}">
        <p14:creationId xmlns:p14="http://schemas.microsoft.com/office/powerpoint/2010/main" val="299237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ojektplan">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F2CC74F4-DE3B-8B3F-4FFA-2ACECAAA074B}"/>
              </a:ext>
            </a:extLst>
          </p:cNvPr>
          <p:cNvSpPr>
            <a:spLocks noGrp="1"/>
          </p:cNvSpPr>
          <p:nvPr>
            <p:ph idx="1" hasCustomPrompt="1"/>
          </p:nvPr>
        </p:nvSpPr>
        <p:spPr>
          <a:xfrm>
            <a:off x="385728" y="1557338"/>
            <a:ext cx="10895048" cy="4392612"/>
          </a:xfrm>
          <a:prstGeom prst="rect">
            <a:avLst/>
          </a:prstGeom>
        </p:spPr>
        <p:txBody>
          <a:bodyPr vert="horz" lIns="91440" tIns="45720" rIns="91440" bIns="45720" rtlCol="0">
            <a:normAutofit/>
          </a:bodyPr>
          <a:lstStyle>
            <a:lvl1pPr marL="0" indent="0">
              <a:lnSpc>
                <a:spcPct val="100000"/>
              </a:lnSpc>
              <a:buNone/>
              <a:defRPr sz="12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r>
              <a:rPr lang="de-CH" dirty="0"/>
              <a:t>Hier kann ein möglicher Projektplan aus MS Project oder Excel </a:t>
            </a:r>
            <a:r>
              <a:rPr lang="de-CH"/>
              <a:t>einfügt werden </a:t>
            </a:r>
            <a:endParaRPr lang="de-CH" dirty="0"/>
          </a:p>
        </p:txBody>
      </p:sp>
      <p:sp>
        <p:nvSpPr>
          <p:cNvPr id="4" name="Foliennummernplatzhalter 5">
            <a:extLst>
              <a:ext uri="{FF2B5EF4-FFF2-40B4-BE49-F238E27FC236}">
                <a16:creationId xmlns:a16="http://schemas.microsoft.com/office/drawing/2014/main" id="{CA5D305A-1FE5-9A1B-3D11-007D0E14A88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7" name="Fußzeilenplatzhalter 5">
            <a:extLst>
              <a:ext uri="{FF2B5EF4-FFF2-40B4-BE49-F238E27FC236}">
                <a16:creationId xmlns:a16="http://schemas.microsoft.com/office/drawing/2014/main" id="{7108B897-5612-BF01-904D-553F46CFD89F}"/>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dirty="0"/>
              <a:t>Titel des Dokuments | Version 1.1</a:t>
            </a:r>
            <a:endParaRPr lang="de-CH" dirty="0"/>
          </a:p>
        </p:txBody>
      </p:sp>
      <p:sp>
        <p:nvSpPr>
          <p:cNvPr id="2" name="Textplatzhalter 9">
            <a:extLst>
              <a:ext uri="{FF2B5EF4-FFF2-40B4-BE49-F238E27FC236}">
                <a16:creationId xmlns:a16="http://schemas.microsoft.com/office/drawing/2014/main" id="{A55843C8-380F-CFA4-3BD9-B582DABFFCE9}"/>
              </a:ext>
            </a:extLst>
          </p:cNvPr>
          <p:cNvSpPr>
            <a:spLocks noGrp="1"/>
          </p:cNvSpPr>
          <p:nvPr>
            <p:ph type="body" sz="quarter" idx="10" hasCustomPrompt="1"/>
          </p:nvPr>
        </p:nvSpPr>
        <p:spPr>
          <a:xfrm>
            <a:off x="372976" y="549275"/>
            <a:ext cx="10907799"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3" name="Titelplatzhalter 1">
            <a:extLst>
              <a:ext uri="{FF2B5EF4-FFF2-40B4-BE49-F238E27FC236}">
                <a16:creationId xmlns:a16="http://schemas.microsoft.com/office/drawing/2014/main" id="{FE10B915-57B3-F7D7-A66B-C38EA91FBD23}"/>
              </a:ext>
            </a:extLst>
          </p:cNvPr>
          <p:cNvSpPr>
            <a:spLocks noGrp="1"/>
          </p:cNvSpPr>
          <p:nvPr>
            <p:ph type="title" hasCustomPrompt="1"/>
          </p:nvPr>
        </p:nvSpPr>
        <p:spPr>
          <a:xfrm>
            <a:off x="372979" y="901171"/>
            <a:ext cx="10907797" cy="440267"/>
          </a:xfrm>
          <a:prstGeom prst="rect">
            <a:avLst/>
          </a:prstGeom>
        </p:spPr>
        <p:txBody>
          <a:bodyPr vert="horz" lIns="91440" tIns="45720" rIns="91440" bIns="45720" rtlCol="0" anchor="t">
            <a:noAutofit/>
          </a:bodyPr>
          <a:lstStyle>
            <a:lvl1pPr>
              <a:defRPr sz="2600"/>
            </a:lvl1pPr>
          </a:lstStyle>
          <a:p>
            <a:r>
              <a:rPr lang="de-DE" dirty="0"/>
              <a:t>Hier einen Titel eingeben</a:t>
            </a:r>
            <a:endParaRPr lang="de-CH" dirty="0"/>
          </a:p>
        </p:txBody>
      </p:sp>
    </p:spTree>
    <p:extLst>
      <p:ext uri="{BB962C8B-B14F-4D97-AF65-F5344CB8AC3E}">
        <p14:creationId xmlns:p14="http://schemas.microsoft.com/office/powerpoint/2010/main" val="2854031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A-E+Ampel">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7F51741-D28A-220F-205A-4BEF15D7795C}"/>
              </a:ext>
            </a:extLst>
          </p:cNvPr>
          <p:cNvSpPr/>
          <p:nvPr userDrawn="1"/>
        </p:nvSpPr>
        <p:spPr>
          <a:xfrm>
            <a:off x="11306042" y="193184"/>
            <a:ext cx="368477" cy="10427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 name="Foliennummernplatzhalter 5">
            <a:extLst>
              <a:ext uri="{FF2B5EF4-FFF2-40B4-BE49-F238E27FC236}">
                <a16:creationId xmlns:a16="http://schemas.microsoft.com/office/drawing/2014/main" id="{CA5D305A-1FE5-9A1B-3D11-007D0E14A88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7" name="Fußzeilenplatzhalter 5">
            <a:extLst>
              <a:ext uri="{FF2B5EF4-FFF2-40B4-BE49-F238E27FC236}">
                <a16:creationId xmlns:a16="http://schemas.microsoft.com/office/drawing/2014/main" id="{7108B897-5612-BF01-904D-553F46CFD89F}"/>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dirty="0"/>
              <a:t>Titel des Dokuments | Version 1.1</a:t>
            </a:r>
            <a:endParaRPr lang="de-CH" dirty="0"/>
          </a:p>
        </p:txBody>
      </p:sp>
      <p:sp>
        <p:nvSpPr>
          <p:cNvPr id="3" name="Titelplatzhalter 1">
            <a:extLst>
              <a:ext uri="{FF2B5EF4-FFF2-40B4-BE49-F238E27FC236}">
                <a16:creationId xmlns:a16="http://schemas.microsoft.com/office/drawing/2014/main" id="{FE10B915-57B3-F7D7-A66B-C38EA91FBD23}"/>
              </a:ext>
            </a:extLst>
          </p:cNvPr>
          <p:cNvSpPr>
            <a:spLocks noGrp="1"/>
          </p:cNvSpPr>
          <p:nvPr>
            <p:ph type="title" hasCustomPrompt="1"/>
          </p:nvPr>
        </p:nvSpPr>
        <p:spPr>
          <a:xfrm>
            <a:off x="372979" y="541765"/>
            <a:ext cx="10271575" cy="357859"/>
          </a:xfrm>
          <a:prstGeom prst="rect">
            <a:avLst/>
          </a:prstGeom>
        </p:spPr>
        <p:txBody>
          <a:bodyPr vert="horz" lIns="91440" tIns="45720" rIns="91440" bIns="45720" rtlCol="0" anchor="t">
            <a:noAutofit/>
          </a:bodyPr>
          <a:lstStyle>
            <a:lvl1pPr>
              <a:defRPr sz="2600"/>
            </a:lvl1pPr>
          </a:lstStyle>
          <a:p>
            <a:r>
              <a:rPr lang="de-CH" noProof="0" dirty="0"/>
              <a:t>Hier einen Titel eingeben</a:t>
            </a:r>
          </a:p>
        </p:txBody>
      </p:sp>
      <p:sp>
        <p:nvSpPr>
          <p:cNvPr id="6" name="Rectangle 5">
            <a:extLst>
              <a:ext uri="{FF2B5EF4-FFF2-40B4-BE49-F238E27FC236}">
                <a16:creationId xmlns:a16="http://schemas.microsoft.com/office/drawing/2014/main" id="{AC6B5183-D0BF-F7F8-D6EB-F793AFA70759}"/>
              </a:ext>
            </a:extLst>
          </p:cNvPr>
          <p:cNvSpPr/>
          <p:nvPr userDrawn="1"/>
        </p:nvSpPr>
        <p:spPr>
          <a:xfrm>
            <a:off x="372975" y="1391991"/>
            <a:ext cx="3612752" cy="490620"/>
          </a:xfrm>
          <a:prstGeom prst="rect">
            <a:avLst/>
          </a:prstGeom>
          <a:solidFill>
            <a:srgbClr val="B5DDDA"/>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de-CH" sz="2000" b="1" noProof="0" dirty="0">
                <a:solidFill>
                  <a:schemeClr val="tx2"/>
                </a:solidFill>
              </a:rPr>
              <a:t>Feststellung</a:t>
            </a:r>
          </a:p>
        </p:txBody>
      </p:sp>
      <p:sp>
        <p:nvSpPr>
          <p:cNvPr id="11" name="Rectangle 10">
            <a:extLst>
              <a:ext uri="{FF2B5EF4-FFF2-40B4-BE49-F238E27FC236}">
                <a16:creationId xmlns:a16="http://schemas.microsoft.com/office/drawing/2014/main" id="{95AE01F6-880B-4B7D-8188-F27AFC982A9D}"/>
              </a:ext>
            </a:extLst>
          </p:cNvPr>
          <p:cNvSpPr/>
          <p:nvPr userDrawn="1"/>
        </p:nvSpPr>
        <p:spPr>
          <a:xfrm>
            <a:off x="4246533" y="1391991"/>
            <a:ext cx="3596773" cy="490620"/>
          </a:xfrm>
          <a:prstGeom prst="rect">
            <a:avLst/>
          </a:prstGeom>
          <a:solidFill>
            <a:srgbClr val="B5DDDA"/>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de-CH" sz="2000" b="1" noProof="0" dirty="0">
                <a:solidFill>
                  <a:schemeClr val="tx2"/>
                </a:solidFill>
              </a:rPr>
              <a:t>Auswirkung</a:t>
            </a:r>
          </a:p>
        </p:txBody>
      </p:sp>
      <p:sp>
        <p:nvSpPr>
          <p:cNvPr id="12" name="Rectangle 11">
            <a:extLst>
              <a:ext uri="{FF2B5EF4-FFF2-40B4-BE49-F238E27FC236}">
                <a16:creationId xmlns:a16="http://schemas.microsoft.com/office/drawing/2014/main" id="{A2A4FD36-1034-266B-A58B-6CCE25D34909}"/>
              </a:ext>
            </a:extLst>
          </p:cNvPr>
          <p:cNvSpPr/>
          <p:nvPr userDrawn="1"/>
        </p:nvSpPr>
        <p:spPr>
          <a:xfrm>
            <a:off x="8107339" y="1391991"/>
            <a:ext cx="3600000" cy="490620"/>
          </a:xfrm>
          <a:prstGeom prst="rect">
            <a:avLst/>
          </a:prstGeom>
          <a:solidFill>
            <a:srgbClr val="B5DDDA"/>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de-CH" sz="2000" b="1" noProof="0" dirty="0">
                <a:solidFill>
                  <a:schemeClr val="tx2"/>
                </a:solidFill>
              </a:rPr>
              <a:t>Empfehlung</a:t>
            </a:r>
          </a:p>
        </p:txBody>
      </p:sp>
      <p:sp>
        <p:nvSpPr>
          <p:cNvPr id="40" name="Text Placeholder 39">
            <a:extLst>
              <a:ext uri="{FF2B5EF4-FFF2-40B4-BE49-F238E27FC236}">
                <a16:creationId xmlns:a16="http://schemas.microsoft.com/office/drawing/2014/main" id="{2D40EB0B-2AB1-661E-F144-9F25A1B3408F}"/>
              </a:ext>
            </a:extLst>
          </p:cNvPr>
          <p:cNvSpPr>
            <a:spLocks noGrp="1"/>
          </p:cNvSpPr>
          <p:nvPr>
            <p:ph type="body" sz="quarter" idx="15" hasCustomPrompt="1"/>
          </p:nvPr>
        </p:nvSpPr>
        <p:spPr>
          <a:xfrm>
            <a:off x="366713" y="984251"/>
            <a:ext cx="10271575" cy="251674"/>
          </a:xfrm>
        </p:spPr>
        <p:txBody>
          <a:bodyPr/>
          <a:lstStyle>
            <a:lvl1pPr marL="7200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aseline="0"/>
            </a:lvl1pPr>
          </a:lstStyle>
          <a:p>
            <a:pPr marL="7200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de-CH" sz="1200" b="0" noProof="0" dirty="0"/>
              <a:t>Referenz, Bemerkung</a:t>
            </a:r>
          </a:p>
        </p:txBody>
      </p:sp>
      <p:sp>
        <p:nvSpPr>
          <p:cNvPr id="31" name="Freeform: Shape 30">
            <a:extLst>
              <a:ext uri="{FF2B5EF4-FFF2-40B4-BE49-F238E27FC236}">
                <a16:creationId xmlns:a16="http://schemas.microsoft.com/office/drawing/2014/main" id="{1E0DDC60-A494-4E3B-8201-32F47B5E0515}"/>
              </a:ext>
            </a:extLst>
          </p:cNvPr>
          <p:cNvSpPr>
            <a:spLocks noGrp="1" noRot="1" noMove="1" noResize="1" noEditPoints="1" noAdjustHandles="1" noChangeArrowheads="1" noChangeShapeType="1"/>
          </p:cNvSpPr>
          <p:nvPr userDrawn="1"/>
        </p:nvSpPr>
        <p:spPr>
          <a:xfrm>
            <a:off x="11270543" y="148492"/>
            <a:ext cx="426563" cy="1133187"/>
          </a:xfrm>
          <a:custGeom>
            <a:avLst/>
            <a:gdLst>
              <a:gd name="connsiteX0" fmla="*/ 207690 w 426563"/>
              <a:gd name="connsiteY0" fmla="*/ 742873 h 1133187"/>
              <a:gd name="connsiteX1" fmla="*/ 63690 w 426563"/>
              <a:gd name="connsiteY1" fmla="*/ 886873 h 1133187"/>
              <a:gd name="connsiteX2" fmla="*/ 207690 w 426563"/>
              <a:gd name="connsiteY2" fmla="*/ 1030873 h 1133187"/>
              <a:gd name="connsiteX3" fmla="*/ 351690 w 426563"/>
              <a:gd name="connsiteY3" fmla="*/ 886873 h 1133187"/>
              <a:gd name="connsiteX4" fmla="*/ 207690 w 426563"/>
              <a:gd name="connsiteY4" fmla="*/ 742873 h 1133187"/>
              <a:gd name="connsiteX5" fmla="*/ 207690 w 426563"/>
              <a:gd name="connsiteY5" fmla="*/ 432750 h 1133187"/>
              <a:gd name="connsiteX6" fmla="*/ 63690 w 426563"/>
              <a:gd name="connsiteY6" fmla="*/ 576750 h 1133187"/>
              <a:gd name="connsiteX7" fmla="*/ 207690 w 426563"/>
              <a:gd name="connsiteY7" fmla="*/ 720750 h 1133187"/>
              <a:gd name="connsiteX8" fmla="*/ 351690 w 426563"/>
              <a:gd name="connsiteY8" fmla="*/ 576750 h 1133187"/>
              <a:gd name="connsiteX9" fmla="*/ 207690 w 426563"/>
              <a:gd name="connsiteY9" fmla="*/ 432750 h 1133187"/>
              <a:gd name="connsiteX10" fmla="*/ 207690 w 426563"/>
              <a:gd name="connsiteY10" fmla="*/ 117092 h 1133187"/>
              <a:gd name="connsiteX11" fmla="*/ 63690 w 426563"/>
              <a:gd name="connsiteY11" fmla="*/ 261092 h 1133187"/>
              <a:gd name="connsiteX12" fmla="*/ 207690 w 426563"/>
              <a:gd name="connsiteY12" fmla="*/ 405092 h 1133187"/>
              <a:gd name="connsiteX13" fmla="*/ 351690 w 426563"/>
              <a:gd name="connsiteY13" fmla="*/ 261092 h 1133187"/>
              <a:gd name="connsiteX14" fmla="*/ 207690 w 426563"/>
              <a:gd name="connsiteY14" fmla="*/ 117092 h 1133187"/>
              <a:gd name="connsiteX15" fmla="*/ 0 w 426563"/>
              <a:gd name="connsiteY15" fmla="*/ 0 h 1133187"/>
              <a:gd name="connsiteX16" fmla="*/ 426563 w 426563"/>
              <a:gd name="connsiteY16" fmla="*/ 0 h 1133187"/>
              <a:gd name="connsiteX17" fmla="*/ 426563 w 426563"/>
              <a:gd name="connsiteY17" fmla="*/ 1133187 h 1133187"/>
              <a:gd name="connsiteX18" fmla="*/ 0 w 426563"/>
              <a:gd name="connsiteY18" fmla="*/ 1133187 h 1133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6563" h="1133187">
                <a:moveTo>
                  <a:pt x="207690" y="742873"/>
                </a:moveTo>
                <a:cubicBezTo>
                  <a:pt x="128161" y="742873"/>
                  <a:pt x="63690" y="807344"/>
                  <a:pt x="63690" y="886873"/>
                </a:cubicBezTo>
                <a:cubicBezTo>
                  <a:pt x="63690" y="966402"/>
                  <a:pt x="128161" y="1030873"/>
                  <a:pt x="207690" y="1030873"/>
                </a:cubicBezTo>
                <a:cubicBezTo>
                  <a:pt x="287219" y="1030873"/>
                  <a:pt x="351690" y="966402"/>
                  <a:pt x="351690" y="886873"/>
                </a:cubicBezTo>
                <a:cubicBezTo>
                  <a:pt x="351690" y="807344"/>
                  <a:pt x="287219" y="742873"/>
                  <a:pt x="207690" y="742873"/>
                </a:cubicBezTo>
                <a:close/>
                <a:moveTo>
                  <a:pt x="207690" y="432750"/>
                </a:moveTo>
                <a:cubicBezTo>
                  <a:pt x="128161" y="432750"/>
                  <a:pt x="63690" y="497221"/>
                  <a:pt x="63690" y="576750"/>
                </a:cubicBezTo>
                <a:cubicBezTo>
                  <a:pt x="63690" y="656279"/>
                  <a:pt x="128161" y="720750"/>
                  <a:pt x="207690" y="720750"/>
                </a:cubicBezTo>
                <a:cubicBezTo>
                  <a:pt x="287219" y="720750"/>
                  <a:pt x="351690" y="656279"/>
                  <a:pt x="351690" y="576750"/>
                </a:cubicBezTo>
                <a:cubicBezTo>
                  <a:pt x="351690" y="497221"/>
                  <a:pt x="287219" y="432750"/>
                  <a:pt x="207690" y="432750"/>
                </a:cubicBezTo>
                <a:close/>
                <a:moveTo>
                  <a:pt x="207690" y="117092"/>
                </a:moveTo>
                <a:cubicBezTo>
                  <a:pt x="128161" y="117092"/>
                  <a:pt x="63690" y="181563"/>
                  <a:pt x="63690" y="261092"/>
                </a:cubicBezTo>
                <a:cubicBezTo>
                  <a:pt x="63690" y="340621"/>
                  <a:pt x="128161" y="405092"/>
                  <a:pt x="207690" y="405092"/>
                </a:cubicBezTo>
                <a:cubicBezTo>
                  <a:pt x="287219" y="405092"/>
                  <a:pt x="351690" y="340621"/>
                  <a:pt x="351690" y="261092"/>
                </a:cubicBezTo>
                <a:cubicBezTo>
                  <a:pt x="351690" y="181563"/>
                  <a:pt x="287219" y="117092"/>
                  <a:pt x="207690" y="117092"/>
                </a:cubicBezTo>
                <a:close/>
                <a:moveTo>
                  <a:pt x="0" y="0"/>
                </a:moveTo>
                <a:lnTo>
                  <a:pt x="426563" y="0"/>
                </a:lnTo>
                <a:lnTo>
                  <a:pt x="426563" y="1133187"/>
                </a:lnTo>
                <a:lnTo>
                  <a:pt x="0" y="1133187"/>
                </a:lnTo>
                <a:close/>
              </a:path>
            </a:pathLst>
          </a:cu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Text Placeholder 58">
            <a:extLst>
              <a:ext uri="{FF2B5EF4-FFF2-40B4-BE49-F238E27FC236}">
                <a16:creationId xmlns:a16="http://schemas.microsoft.com/office/drawing/2014/main" id="{91D22028-077E-13B0-95CC-078DC5C49BC4}"/>
              </a:ext>
            </a:extLst>
          </p:cNvPr>
          <p:cNvSpPr>
            <a:spLocks noGrp="1"/>
          </p:cNvSpPr>
          <p:nvPr>
            <p:ph type="body" sz="quarter" idx="16" hasCustomPrompt="1"/>
          </p:nvPr>
        </p:nvSpPr>
        <p:spPr>
          <a:xfrm>
            <a:off x="11335286" y="268943"/>
            <a:ext cx="288000" cy="288000"/>
          </a:xfrm>
          <a:custGeom>
            <a:avLst/>
            <a:gdLst>
              <a:gd name="connsiteX0" fmla="*/ 144000 w 288000"/>
              <a:gd name="connsiteY0" fmla="*/ 0 h 288000"/>
              <a:gd name="connsiteX1" fmla="*/ 288000 w 288000"/>
              <a:gd name="connsiteY1" fmla="*/ 144000 h 288000"/>
              <a:gd name="connsiteX2" fmla="*/ 144000 w 288000"/>
              <a:gd name="connsiteY2" fmla="*/ 288000 h 288000"/>
              <a:gd name="connsiteX3" fmla="*/ 0 w 288000"/>
              <a:gd name="connsiteY3" fmla="*/ 144000 h 288000"/>
              <a:gd name="connsiteX4" fmla="*/ 144000 w 288000"/>
              <a:gd name="connsiteY4" fmla="*/ 0 h 28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288000">
                <a:moveTo>
                  <a:pt x="144000" y="0"/>
                </a:moveTo>
                <a:cubicBezTo>
                  <a:pt x="223529" y="0"/>
                  <a:pt x="288000" y="64471"/>
                  <a:pt x="288000" y="144000"/>
                </a:cubicBezTo>
                <a:cubicBezTo>
                  <a:pt x="288000" y="223529"/>
                  <a:pt x="223529" y="288000"/>
                  <a:pt x="144000" y="288000"/>
                </a:cubicBezTo>
                <a:cubicBezTo>
                  <a:pt x="64471" y="288000"/>
                  <a:pt x="0" y="223529"/>
                  <a:pt x="0" y="144000"/>
                </a:cubicBezTo>
                <a:cubicBezTo>
                  <a:pt x="0" y="64471"/>
                  <a:pt x="64471" y="0"/>
                  <a:pt x="144000" y="0"/>
                </a:cubicBezTo>
                <a:close/>
              </a:path>
            </a:pathLst>
          </a:custGeom>
          <a:solidFill>
            <a:srgbClr val="FF0000"/>
          </a:solidFill>
        </p:spPr>
        <p:txBody>
          <a:bodyPr wrap="square">
            <a:noAutofit/>
          </a:bodyPr>
          <a:lstStyle>
            <a:lvl1pPr marL="72000" indent="0">
              <a:buNone/>
              <a:defRPr/>
            </a:lvl1pPr>
          </a:lstStyle>
          <a:p>
            <a:pPr lvl="0"/>
            <a:r>
              <a:rPr lang="en-US" dirty="0"/>
              <a:t> </a:t>
            </a:r>
          </a:p>
        </p:txBody>
      </p:sp>
      <p:sp>
        <p:nvSpPr>
          <p:cNvPr id="60" name="Text Placeholder 59">
            <a:extLst>
              <a:ext uri="{FF2B5EF4-FFF2-40B4-BE49-F238E27FC236}">
                <a16:creationId xmlns:a16="http://schemas.microsoft.com/office/drawing/2014/main" id="{3928171D-2D31-4EC1-55A7-130BFC985368}"/>
              </a:ext>
            </a:extLst>
          </p:cNvPr>
          <p:cNvSpPr>
            <a:spLocks noGrp="1"/>
          </p:cNvSpPr>
          <p:nvPr>
            <p:ph type="body" sz="quarter" idx="17" hasCustomPrompt="1"/>
          </p:nvPr>
        </p:nvSpPr>
        <p:spPr>
          <a:xfrm>
            <a:off x="11337667" y="581687"/>
            <a:ext cx="288000" cy="288000"/>
          </a:xfrm>
          <a:custGeom>
            <a:avLst/>
            <a:gdLst>
              <a:gd name="connsiteX0" fmla="*/ 144000 w 288000"/>
              <a:gd name="connsiteY0" fmla="*/ 0 h 288000"/>
              <a:gd name="connsiteX1" fmla="*/ 288000 w 288000"/>
              <a:gd name="connsiteY1" fmla="*/ 144000 h 288000"/>
              <a:gd name="connsiteX2" fmla="*/ 144000 w 288000"/>
              <a:gd name="connsiteY2" fmla="*/ 288000 h 288000"/>
              <a:gd name="connsiteX3" fmla="*/ 0 w 288000"/>
              <a:gd name="connsiteY3" fmla="*/ 144000 h 288000"/>
              <a:gd name="connsiteX4" fmla="*/ 144000 w 288000"/>
              <a:gd name="connsiteY4" fmla="*/ 0 h 28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288000">
                <a:moveTo>
                  <a:pt x="144000" y="0"/>
                </a:moveTo>
                <a:cubicBezTo>
                  <a:pt x="223529" y="0"/>
                  <a:pt x="288000" y="64471"/>
                  <a:pt x="288000" y="144000"/>
                </a:cubicBezTo>
                <a:cubicBezTo>
                  <a:pt x="288000" y="223529"/>
                  <a:pt x="223529" y="288000"/>
                  <a:pt x="144000" y="288000"/>
                </a:cubicBezTo>
                <a:cubicBezTo>
                  <a:pt x="64471" y="288000"/>
                  <a:pt x="0" y="223529"/>
                  <a:pt x="0" y="144000"/>
                </a:cubicBezTo>
                <a:cubicBezTo>
                  <a:pt x="0" y="64471"/>
                  <a:pt x="64471" y="0"/>
                  <a:pt x="144000" y="0"/>
                </a:cubicBezTo>
                <a:close/>
              </a:path>
            </a:pathLst>
          </a:custGeom>
          <a:solidFill>
            <a:srgbClr val="FFC000"/>
          </a:solidFill>
        </p:spPr>
        <p:txBody>
          <a:bodyPr wrap="square">
            <a:noAutofit/>
          </a:bodyPr>
          <a:lstStyle>
            <a:lvl1pPr marL="72000" indent="0">
              <a:buNone/>
              <a:defRPr/>
            </a:lvl1pPr>
          </a:lstStyle>
          <a:p>
            <a:pPr lvl="0"/>
            <a:r>
              <a:rPr lang="en-US" dirty="0"/>
              <a:t> </a:t>
            </a:r>
          </a:p>
        </p:txBody>
      </p:sp>
      <p:sp>
        <p:nvSpPr>
          <p:cNvPr id="61" name="Text Placeholder 60">
            <a:extLst>
              <a:ext uri="{FF2B5EF4-FFF2-40B4-BE49-F238E27FC236}">
                <a16:creationId xmlns:a16="http://schemas.microsoft.com/office/drawing/2014/main" id="{5675BBAD-9392-B5FB-A906-33D38D048AA0}"/>
              </a:ext>
            </a:extLst>
          </p:cNvPr>
          <p:cNvSpPr>
            <a:spLocks noGrp="1"/>
          </p:cNvSpPr>
          <p:nvPr>
            <p:ph type="body" sz="quarter" idx="18" hasCustomPrompt="1"/>
          </p:nvPr>
        </p:nvSpPr>
        <p:spPr>
          <a:xfrm>
            <a:off x="11337667" y="892258"/>
            <a:ext cx="288000" cy="288000"/>
          </a:xfrm>
          <a:custGeom>
            <a:avLst/>
            <a:gdLst>
              <a:gd name="connsiteX0" fmla="*/ 144000 w 288000"/>
              <a:gd name="connsiteY0" fmla="*/ 0 h 288000"/>
              <a:gd name="connsiteX1" fmla="*/ 288000 w 288000"/>
              <a:gd name="connsiteY1" fmla="*/ 144000 h 288000"/>
              <a:gd name="connsiteX2" fmla="*/ 144000 w 288000"/>
              <a:gd name="connsiteY2" fmla="*/ 288000 h 288000"/>
              <a:gd name="connsiteX3" fmla="*/ 0 w 288000"/>
              <a:gd name="connsiteY3" fmla="*/ 144000 h 288000"/>
              <a:gd name="connsiteX4" fmla="*/ 144000 w 288000"/>
              <a:gd name="connsiteY4" fmla="*/ 0 h 28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288000">
                <a:moveTo>
                  <a:pt x="144000" y="0"/>
                </a:moveTo>
                <a:cubicBezTo>
                  <a:pt x="223529" y="0"/>
                  <a:pt x="288000" y="64471"/>
                  <a:pt x="288000" y="144000"/>
                </a:cubicBezTo>
                <a:cubicBezTo>
                  <a:pt x="288000" y="223529"/>
                  <a:pt x="223529" y="288000"/>
                  <a:pt x="144000" y="288000"/>
                </a:cubicBezTo>
                <a:cubicBezTo>
                  <a:pt x="64471" y="288000"/>
                  <a:pt x="0" y="223529"/>
                  <a:pt x="0" y="144000"/>
                </a:cubicBezTo>
                <a:cubicBezTo>
                  <a:pt x="0" y="64471"/>
                  <a:pt x="64471" y="0"/>
                  <a:pt x="144000" y="0"/>
                </a:cubicBezTo>
                <a:close/>
              </a:path>
            </a:pathLst>
          </a:custGeom>
          <a:solidFill>
            <a:srgbClr val="00B050"/>
          </a:solidFill>
        </p:spPr>
        <p:txBody>
          <a:bodyPr wrap="square">
            <a:noAutofit/>
          </a:bodyPr>
          <a:lstStyle>
            <a:lvl1pPr marL="72000" indent="0">
              <a:buNone/>
              <a:defRPr/>
            </a:lvl1pPr>
          </a:lstStyle>
          <a:p>
            <a:pPr lvl="0"/>
            <a:r>
              <a:rPr lang="en-US" dirty="0"/>
              <a:t> </a:t>
            </a:r>
          </a:p>
        </p:txBody>
      </p:sp>
      <p:sp>
        <p:nvSpPr>
          <p:cNvPr id="63" name="Text Placeholder 62">
            <a:extLst>
              <a:ext uri="{FF2B5EF4-FFF2-40B4-BE49-F238E27FC236}">
                <a16:creationId xmlns:a16="http://schemas.microsoft.com/office/drawing/2014/main" id="{605E6AC5-917C-B57A-1952-8E4FAE8F3DF9}"/>
              </a:ext>
            </a:extLst>
          </p:cNvPr>
          <p:cNvSpPr>
            <a:spLocks noGrp="1"/>
          </p:cNvSpPr>
          <p:nvPr>
            <p:ph type="body" sz="quarter" idx="19"/>
          </p:nvPr>
        </p:nvSpPr>
        <p:spPr>
          <a:xfrm>
            <a:off x="379376" y="1980221"/>
            <a:ext cx="3599949" cy="4248000"/>
          </a:xfrm>
          <a:solidFill>
            <a:srgbClr val="F0F8F8"/>
          </a:solidFill>
          <a:effectLst/>
        </p:spPr>
        <p:txBody>
          <a:bodyPr/>
          <a:lstStyle>
            <a:lvl1pPr marL="0" indent="-180000">
              <a:spcBef>
                <a:spcPts val="0"/>
              </a:spcBef>
              <a:buFont typeface="Wingdings" panose="05000000000000000000" pitchFamily="2" charset="2"/>
              <a:buChar char="§"/>
              <a:tabLst>
                <a:tab pos="180000" algn="l"/>
              </a:tabLst>
              <a:defRPr sz="1200">
                <a:solidFill>
                  <a:schemeClr val="tx2"/>
                </a:solidFill>
              </a:defRPr>
            </a:lvl1pPr>
          </a:lstStyle>
          <a:p>
            <a:pPr lvl="0"/>
            <a:r>
              <a:rPr lang="en-US"/>
              <a:t>Click to edit Master text styles</a:t>
            </a:r>
          </a:p>
        </p:txBody>
      </p:sp>
      <p:sp>
        <p:nvSpPr>
          <p:cNvPr id="64" name="Text Placeholder 62">
            <a:extLst>
              <a:ext uri="{FF2B5EF4-FFF2-40B4-BE49-F238E27FC236}">
                <a16:creationId xmlns:a16="http://schemas.microsoft.com/office/drawing/2014/main" id="{6BE069F3-A196-954D-3269-3039E151EF75}"/>
              </a:ext>
            </a:extLst>
          </p:cNvPr>
          <p:cNvSpPr>
            <a:spLocks noGrp="1"/>
          </p:cNvSpPr>
          <p:nvPr>
            <p:ph type="body" sz="quarter" idx="20"/>
          </p:nvPr>
        </p:nvSpPr>
        <p:spPr>
          <a:xfrm>
            <a:off x="4243357" y="1980221"/>
            <a:ext cx="3599949" cy="4248000"/>
          </a:xfrm>
          <a:solidFill>
            <a:srgbClr val="F0F8F8"/>
          </a:solidFill>
          <a:effectLst/>
        </p:spPr>
        <p:txBody>
          <a:bodyPr/>
          <a:lstStyle>
            <a:lvl1pPr marL="0" indent="-180000">
              <a:spcBef>
                <a:spcPts val="0"/>
              </a:spcBef>
              <a:buFont typeface="Wingdings" panose="05000000000000000000" pitchFamily="2" charset="2"/>
              <a:buChar char="§"/>
              <a:tabLst>
                <a:tab pos="180000" algn="l"/>
              </a:tabLst>
              <a:defRPr sz="1200">
                <a:solidFill>
                  <a:schemeClr val="tx2"/>
                </a:solidFill>
              </a:defRPr>
            </a:lvl1pPr>
          </a:lstStyle>
          <a:p>
            <a:pPr lvl="0"/>
            <a:r>
              <a:rPr lang="en-US"/>
              <a:t>Click to edit Master text styles</a:t>
            </a:r>
          </a:p>
        </p:txBody>
      </p:sp>
      <p:sp>
        <p:nvSpPr>
          <p:cNvPr id="65" name="Text Placeholder 62">
            <a:extLst>
              <a:ext uri="{FF2B5EF4-FFF2-40B4-BE49-F238E27FC236}">
                <a16:creationId xmlns:a16="http://schemas.microsoft.com/office/drawing/2014/main" id="{D276E635-9850-B3CF-BB02-BEB451EA3F28}"/>
              </a:ext>
            </a:extLst>
          </p:cNvPr>
          <p:cNvSpPr>
            <a:spLocks noGrp="1"/>
          </p:cNvSpPr>
          <p:nvPr>
            <p:ph type="body" sz="quarter" idx="21"/>
          </p:nvPr>
        </p:nvSpPr>
        <p:spPr>
          <a:xfrm>
            <a:off x="8107390" y="1980221"/>
            <a:ext cx="3599949" cy="4248000"/>
          </a:xfrm>
          <a:solidFill>
            <a:srgbClr val="F0F8F8"/>
          </a:solidFill>
          <a:effectLst/>
        </p:spPr>
        <p:txBody>
          <a:bodyPr/>
          <a:lstStyle>
            <a:lvl1pPr marL="0" indent="-180000">
              <a:spcBef>
                <a:spcPts val="0"/>
              </a:spcBef>
              <a:buFont typeface="Wingdings" panose="05000000000000000000" pitchFamily="2" charset="2"/>
              <a:buChar char="§"/>
              <a:tabLst>
                <a:tab pos="180000" algn="l"/>
              </a:tabLst>
              <a:defRPr sz="12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974920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A-E">
    <p:spTree>
      <p:nvGrpSpPr>
        <p:cNvPr id="1" name=""/>
        <p:cNvGrpSpPr/>
        <p:nvPr/>
      </p:nvGrpSpPr>
      <p:grpSpPr>
        <a:xfrm>
          <a:off x="0" y="0"/>
          <a:ext cx="0" cy="0"/>
          <a:chOff x="0" y="0"/>
          <a:chExt cx="0" cy="0"/>
        </a:xfrm>
      </p:grpSpPr>
      <p:sp>
        <p:nvSpPr>
          <p:cNvPr id="4" name="Foliennummernplatzhalter 5">
            <a:extLst>
              <a:ext uri="{FF2B5EF4-FFF2-40B4-BE49-F238E27FC236}">
                <a16:creationId xmlns:a16="http://schemas.microsoft.com/office/drawing/2014/main" id="{CA5D305A-1FE5-9A1B-3D11-007D0E14A88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7" name="Fußzeilenplatzhalter 5">
            <a:extLst>
              <a:ext uri="{FF2B5EF4-FFF2-40B4-BE49-F238E27FC236}">
                <a16:creationId xmlns:a16="http://schemas.microsoft.com/office/drawing/2014/main" id="{7108B897-5612-BF01-904D-553F46CFD89F}"/>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dirty="0"/>
              <a:t>Titel des Dokuments | Version 1.1</a:t>
            </a:r>
            <a:endParaRPr lang="de-CH" dirty="0"/>
          </a:p>
        </p:txBody>
      </p:sp>
      <p:sp>
        <p:nvSpPr>
          <p:cNvPr id="3" name="Titelplatzhalter 1">
            <a:extLst>
              <a:ext uri="{FF2B5EF4-FFF2-40B4-BE49-F238E27FC236}">
                <a16:creationId xmlns:a16="http://schemas.microsoft.com/office/drawing/2014/main" id="{FE10B915-57B3-F7D7-A66B-C38EA91FBD23}"/>
              </a:ext>
            </a:extLst>
          </p:cNvPr>
          <p:cNvSpPr>
            <a:spLocks noGrp="1"/>
          </p:cNvSpPr>
          <p:nvPr>
            <p:ph type="title" hasCustomPrompt="1"/>
          </p:nvPr>
        </p:nvSpPr>
        <p:spPr>
          <a:xfrm>
            <a:off x="372979" y="541765"/>
            <a:ext cx="10271575" cy="357859"/>
          </a:xfrm>
          <a:prstGeom prst="rect">
            <a:avLst/>
          </a:prstGeom>
        </p:spPr>
        <p:txBody>
          <a:bodyPr vert="horz" lIns="91440" tIns="45720" rIns="91440" bIns="45720" rtlCol="0" anchor="t">
            <a:noAutofit/>
          </a:bodyPr>
          <a:lstStyle>
            <a:lvl1pPr>
              <a:defRPr sz="2600"/>
            </a:lvl1pPr>
          </a:lstStyle>
          <a:p>
            <a:r>
              <a:rPr lang="de-CH" noProof="0" dirty="0"/>
              <a:t>Hier einen Titel eingeben</a:t>
            </a:r>
          </a:p>
        </p:txBody>
      </p:sp>
      <p:sp>
        <p:nvSpPr>
          <p:cNvPr id="6" name="Rectangle 5">
            <a:extLst>
              <a:ext uri="{FF2B5EF4-FFF2-40B4-BE49-F238E27FC236}">
                <a16:creationId xmlns:a16="http://schemas.microsoft.com/office/drawing/2014/main" id="{AC6B5183-D0BF-F7F8-D6EB-F793AFA70759}"/>
              </a:ext>
            </a:extLst>
          </p:cNvPr>
          <p:cNvSpPr/>
          <p:nvPr userDrawn="1"/>
        </p:nvSpPr>
        <p:spPr>
          <a:xfrm>
            <a:off x="372975" y="1391991"/>
            <a:ext cx="3600000" cy="490620"/>
          </a:xfrm>
          <a:prstGeom prst="rect">
            <a:avLst/>
          </a:prstGeom>
          <a:solidFill>
            <a:srgbClr val="B5DDDA"/>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de-CH" sz="2000" b="1" noProof="0" dirty="0">
                <a:solidFill>
                  <a:schemeClr val="tx2"/>
                </a:solidFill>
                <a:latin typeface="Arial" panose="020B0604020202020204" pitchFamily="34" charset="0"/>
                <a:cs typeface="Arial" panose="020B0604020202020204" pitchFamily="34" charset="0"/>
              </a:rPr>
              <a:t>Feststellung</a:t>
            </a:r>
          </a:p>
        </p:txBody>
      </p:sp>
      <p:sp>
        <p:nvSpPr>
          <p:cNvPr id="11" name="Rectangle 10">
            <a:extLst>
              <a:ext uri="{FF2B5EF4-FFF2-40B4-BE49-F238E27FC236}">
                <a16:creationId xmlns:a16="http://schemas.microsoft.com/office/drawing/2014/main" id="{95AE01F6-880B-4B7D-8188-F27AFC982A9D}"/>
              </a:ext>
            </a:extLst>
          </p:cNvPr>
          <p:cNvSpPr/>
          <p:nvPr userDrawn="1"/>
        </p:nvSpPr>
        <p:spPr>
          <a:xfrm>
            <a:off x="4246533" y="1391991"/>
            <a:ext cx="3600000" cy="490620"/>
          </a:xfrm>
          <a:prstGeom prst="rect">
            <a:avLst/>
          </a:prstGeom>
          <a:solidFill>
            <a:srgbClr val="B5DDDA"/>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de-CH" sz="2000" b="1" noProof="0" dirty="0">
                <a:solidFill>
                  <a:schemeClr val="tx2"/>
                </a:solidFill>
              </a:rPr>
              <a:t>Auswirkung</a:t>
            </a:r>
          </a:p>
        </p:txBody>
      </p:sp>
      <p:sp>
        <p:nvSpPr>
          <p:cNvPr id="12" name="Rectangle 11">
            <a:extLst>
              <a:ext uri="{FF2B5EF4-FFF2-40B4-BE49-F238E27FC236}">
                <a16:creationId xmlns:a16="http://schemas.microsoft.com/office/drawing/2014/main" id="{A2A4FD36-1034-266B-A58B-6CCE25D34909}"/>
              </a:ext>
            </a:extLst>
          </p:cNvPr>
          <p:cNvSpPr/>
          <p:nvPr userDrawn="1"/>
        </p:nvSpPr>
        <p:spPr>
          <a:xfrm>
            <a:off x="8107339" y="1391991"/>
            <a:ext cx="3600000" cy="490620"/>
          </a:xfrm>
          <a:prstGeom prst="rect">
            <a:avLst/>
          </a:prstGeom>
          <a:solidFill>
            <a:srgbClr val="B5DDDA"/>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de-CH" sz="2000" b="1" noProof="0" dirty="0">
                <a:solidFill>
                  <a:schemeClr val="tx2"/>
                </a:solidFill>
              </a:rPr>
              <a:t>Empfehlung</a:t>
            </a:r>
          </a:p>
        </p:txBody>
      </p:sp>
      <p:sp>
        <p:nvSpPr>
          <p:cNvPr id="40" name="Text Placeholder 39">
            <a:extLst>
              <a:ext uri="{FF2B5EF4-FFF2-40B4-BE49-F238E27FC236}">
                <a16:creationId xmlns:a16="http://schemas.microsoft.com/office/drawing/2014/main" id="{2D40EB0B-2AB1-661E-F144-9F25A1B3408F}"/>
              </a:ext>
            </a:extLst>
          </p:cNvPr>
          <p:cNvSpPr>
            <a:spLocks noGrp="1"/>
          </p:cNvSpPr>
          <p:nvPr>
            <p:ph type="body" sz="quarter" idx="15" hasCustomPrompt="1"/>
          </p:nvPr>
        </p:nvSpPr>
        <p:spPr>
          <a:xfrm>
            <a:off x="366713" y="984251"/>
            <a:ext cx="10271575" cy="251674"/>
          </a:xfrm>
        </p:spPr>
        <p:txBody>
          <a:bodyPr/>
          <a:lstStyle>
            <a:lvl1pPr marL="7200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aseline="0"/>
            </a:lvl1pPr>
          </a:lstStyle>
          <a:p>
            <a:pPr marL="7200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de-CH" sz="1200" b="0" noProof="0" dirty="0"/>
              <a:t>Referenz, Bemerkung</a:t>
            </a:r>
          </a:p>
        </p:txBody>
      </p:sp>
      <p:sp>
        <p:nvSpPr>
          <p:cNvPr id="63" name="Text Placeholder 62">
            <a:extLst>
              <a:ext uri="{FF2B5EF4-FFF2-40B4-BE49-F238E27FC236}">
                <a16:creationId xmlns:a16="http://schemas.microsoft.com/office/drawing/2014/main" id="{605E6AC5-917C-B57A-1952-8E4FAE8F3DF9}"/>
              </a:ext>
            </a:extLst>
          </p:cNvPr>
          <p:cNvSpPr>
            <a:spLocks noGrp="1"/>
          </p:cNvSpPr>
          <p:nvPr>
            <p:ph type="body" sz="quarter" idx="19"/>
          </p:nvPr>
        </p:nvSpPr>
        <p:spPr>
          <a:xfrm>
            <a:off x="379376" y="1980221"/>
            <a:ext cx="3599949" cy="4248000"/>
          </a:xfrm>
          <a:solidFill>
            <a:srgbClr val="F0F8F8"/>
          </a:solidFill>
          <a:effectLst/>
        </p:spPr>
        <p:txBody>
          <a:bodyPr/>
          <a:lstStyle>
            <a:lvl1pPr marL="0" indent="-180000">
              <a:spcBef>
                <a:spcPts val="0"/>
              </a:spcBef>
              <a:buFont typeface="Wingdings" panose="05000000000000000000" pitchFamily="2" charset="2"/>
              <a:buChar char="§"/>
              <a:tabLst>
                <a:tab pos="180000" algn="l"/>
              </a:tabLst>
              <a:defRPr sz="1200">
                <a:solidFill>
                  <a:schemeClr val="tx2"/>
                </a:solidFill>
              </a:defRPr>
            </a:lvl1pPr>
          </a:lstStyle>
          <a:p>
            <a:pPr lvl="0"/>
            <a:r>
              <a:rPr lang="en-US"/>
              <a:t>Click to edit Master text styles</a:t>
            </a:r>
          </a:p>
        </p:txBody>
      </p:sp>
      <p:sp>
        <p:nvSpPr>
          <p:cNvPr id="64" name="Text Placeholder 62">
            <a:extLst>
              <a:ext uri="{FF2B5EF4-FFF2-40B4-BE49-F238E27FC236}">
                <a16:creationId xmlns:a16="http://schemas.microsoft.com/office/drawing/2014/main" id="{6BE069F3-A196-954D-3269-3039E151EF75}"/>
              </a:ext>
            </a:extLst>
          </p:cNvPr>
          <p:cNvSpPr>
            <a:spLocks noGrp="1"/>
          </p:cNvSpPr>
          <p:nvPr>
            <p:ph type="body" sz="quarter" idx="20"/>
          </p:nvPr>
        </p:nvSpPr>
        <p:spPr>
          <a:xfrm>
            <a:off x="4243357" y="1980221"/>
            <a:ext cx="3599949" cy="4248000"/>
          </a:xfrm>
          <a:solidFill>
            <a:srgbClr val="F0F8F8"/>
          </a:solidFill>
          <a:effectLst/>
        </p:spPr>
        <p:txBody>
          <a:bodyPr/>
          <a:lstStyle>
            <a:lvl1pPr marL="0" indent="-180000">
              <a:spcBef>
                <a:spcPts val="0"/>
              </a:spcBef>
              <a:buFont typeface="Wingdings" panose="05000000000000000000" pitchFamily="2" charset="2"/>
              <a:buChar char="§"/>
              <a:tabLst>
                <a:tab pos="180000" algn="l"/>
              </a:tabLst>
              <a:defRPr sz="1200">
                <a:solidFill>
                  <a:schemeClr val="tx2"/>
                </a:solidFill>
              </a:defRPr>
            </a:lvl1pPr>
          </a:lstStyle>
          <a:p>
            <a:pPr lvl="0"/>
            <a:r>
              <a:rPr lang="en-US"/>
              <a:t>Click to edit Master text styles</a:t>
            </a:r>
          </a:p>
        </p:txBody>
      </p:sp>
      <p:sp>
        <p:nvSpPr>
          <p:cNvPr id="65" name="Text Placeholder 62">
            <a:extLst>
              <a:ext uri="{FF2B5EF4-FFF2-40B4-BE49-F238E27FC236}">
                <a16:creationId xmlns:a16="http://schemas.microsoft.com/office/drawing/2014/main" id="{D276E635-9850-B3CF-BB02-BEB451EA3F28}"/>
              </a:ext>
            </a:extLst>
          </p:cNvPr>
          <p:cNvSpPr>
            <a:spLocks noGrp="1"/>
          </p:cNvSpPr>
          <p:nvPr>
            <p:ph type="body" sz="quarter" idx="21"/>
          </p:nvPr>
        </p:nvSpPr>
        <p:spPr>
          <a:xfrm>
            <a:off x="8107390" y="1980221"/>
            <a:ext cx="3599949" cy="4248000"/>
          </a:xfrm>
          <a:solidFill>
            <a:srgbClr val="F0F8F8"/>
          </a:solidFill>
          <a:effectLst/>
        </p:spPr>
        <p:txBody>
          <a:bodyPr/>
          <a:lstStyle>
            <a:lvl1pPr marL="0" indent="-180000">
              <a:spcBef>
                <a:spcPts val="0"/>
              </a:spcBef>
              <a:buFont typeface="Wingdings" panose="05000000000000000000" pitchFamily="2" charset="2"/>
              <a:buChar char="§"/>
              <a:tabLst>
                <a:tab pos="180000" algn="l"/>
              </a:tabLst>
              <a:defRPr sz="12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493497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jekttimeline">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F2CC74F4-DE3B-8B3F-4FFA-2ACECAAA074B}"/>
              </a:ext>
            </a:extLst>
          </p:cNvPr>
          <p:cNvSpPr>
            <a:spLocks noGrp="1"/>
          </p:cNvSpPr>
          <p:nvPr>
            <p:ph idx="1" hasCustomPrompt="1"/>
          </p:nvPr>
        </p:nvSpPr>
        <p:spPr>
          <a:xfrm>
            <a:off x="385727" y="1557338"/>
            <a:ext cx="10907795" cy="4392611"/>
          </a:xfrm>
          <a:prstGeom prst="rect">
            <a:avLst/>
          </a:prstGeom>
        </p:spPr>
        <p:txBody>
          <a:bodyPr vert="horz" lIns="91440" tIns="45720" rIns="91440" bIns="45720" rtlCol="0">
            <a:normAutofit/>
          </a:bodyPr>
          <a:lstStyle>
            <a:lvl1pPr marL="0" indent="0">
              <a:lnSpc>
                <a:spcPct val="100000"/>
              </a:lnSpc>
              <a:buNone/>
              <a:defRPr sz="1200"/>
            </a:lvl1pPr>
          </a:lstStyle>
          <a:p>
            <a:pPr marL="0" marR="0" lvl="0"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r>
              <a:rPr lang="de-CH" dirty="0"/>
              <a:t>Hier Excel-Tabelle mit </a:t>
            </a:r>
            <a:r>
              <a:rPr lang="de-CH" dirty="0" err="1"/>
              <a:t>Projekttimeline</a:t>
            </a:r>
            <a:r>
              <a:rPr lang="de-CH" dirty="0"/>
              <a:t> einfügen</a:t>
            </a:r>
          </a:p>
        </p:txBody>
      </p:sp>
      <p:sp>
        <p:nvSpPr>
          <p:cNvPr id="4" name="Foliennummernplatzhalter 5">
            <a:extLst>
              <a:ext uri="{FF2B5EF4-FFF2-40B4-BE49-F238E27FC236}">
                <a16:creationId xmlns:a16="http://schemas.microsoft.com/office/drawing/2014/main" id="{CA5D305A-1FE5-9A1B-3D11-007D0E14A88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7" name="Fußzeilenplatzhalter 5">
            <a:extLst>
              <a:ext uri="{FF2B5EF4-FFF2-40B4-BE49-F238E27FC236}">
                <a16:creationId xmlns:a16="http://schemas.microsoft.com/office/drawing/2014/main" id="{AFADD1AB-284E-12E0-FC04-60DCB186863A}"/>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defRPr>
            </a:lvl1pPr>
          </a:lstStyle>
          <a:p>
            <a:r>
              <a:rPr lang="de-DE"/>
              <a:t>Titel des Dokuments | Version 1.1</a:t>
            </a:r>
            <a:endParaRPr lang="de-CH" dirty="0"/>
          </a:p>
        </p:txBody>
      </p:sp>
      <p:sp>
        <p:nvSpPr>
          <p:cNvPr id="3" name="Textplatzhalter 9">
            <a:extLst>
              <a:ext uri="{FF2B5EF4-FFF2-40B4-BE49-F238E27FC236}">
                <a16:creationId xmlns:a16="http://schemas.microsoft.com/office/drawing/2014/main" id="{BA57E5F0-F5FD-D919-4D63-3484D470F6F3}"/>
              </a:ext>
            </a:extLst>
          </p:cNvPr>
          <p:cNvSpPr>
            <a:spLocks noGrp="1"/>
          </p:cNvSpPr>
          <p:nvPr>
            <p:ph type="body" sz="quarter" idx="10" hasCustomPrompt="1"/>
          </p:nvPr>
        </p:nvSpPr>
        <p:spPr>
          <a:xfrm>
            <a:off x="372976" y="549275"/>
            <a:ext cx="10920545"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8" name="Titelplatzhalter 1">
            <a:extLst>
              <a:ext uri="{FF2B5EF4-FFF2-40B4-BE49-F238E27FC236}">
                <a16:creationId xmlns:a16="http://schemas.microsoft.com/office/drawing/2014/main" id="{4F3394D9-2BEC-48EE-83AB-52C2A4BF6296}"/>
              </a:ext>
            </a:extLst>
          </p:cNvPr>
          <p:cNvSpPr>
            <a:spLocks noGrp="1"/>
          </p:cNvSpPr>
          <p:nvPr>
            <p:ph type="title" hasCustomPrompt="1"/>
          </p:nvPr>
        </p:nvSpPr>
        <p:spPr>
          <a:xfrm>
            <a:off x="372979" y="901171"/>
            <a:ext cx="10920543" cy="440267"/>
          </a:xfrm>
          <a:prstGeom prst="rect">
            <a:avLst/>
          </a:prstGeom>
        </p:spPr>
        <p:txBody>
          <a:bodyPr vert="horz" lIns="91440" tIns="45720" rIns="91440" bIns="45720" rtlCol="0" anchor="t">
            <a:noAutofit/>
          </a:bodyPr>
          <a:lstStyle>
            <a:lvl1pPr>
              <a:defRPr sz="2600"/>
            </a:lvl1pPr>
          </a:lstStyle>
          <a:p>
            <a:r>
              <a:rPr lang="de-DE" dirty="0"/>
              <a:t>Hier einen Titel eingeben</a:t>
            </a:r>
            <a:endParaRPr lang="de-CH" dirty="0"/>
          </a:p>
        </p:txBody>
      </p:sp>
    </p:spTree>
    <p:extLst>
      <p:ext uri="{BB962C8B-B14F-4D97-AF65-F5344CB8AC3E}">
        <p14:creationId xmlns:p14="http://schemas.microsoft.com/office/powerpoint/2010/main" val="2995500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Prozessablauf">
    <p:spTree>
      <p:nvGrpSpPr>
        <p:cNvPr id="1" name=""/>
        <p:cNvGrpSpPr/>
        <p:nvPr/>
      </p:nvGrpSpPr>
      <p:grpSpPr>
        <a:xfrm>
          <a:off x="0" y="0"/>
          <a:ext cx="0" cy="0"/>
          <a:chOff x="0" y="0"/>
          <a:chExt cx="0" cy="0"/>
        </a:xfrm>
      </p:grpSpPr>
      <p:sp>
        <p:nvSpPr>
          <p:cNvPr id="6" name="Text Placeholder 15">
            <a:extLst>
              <a:ext uri="{FF2B5EF4-FFF2-40B4-BE49-F238E27FC236}">
                <a16:creationId xmlns:a16="http://schemas.microsoft.com/office/drawing/2014/main" id="{F899C9F4-DA4B-376B-B130-C6341C6C43B2}"/>
              </a:ext>
            </a:extLst>
          </p:cNvPr>
          <p:cNvSpPr>
            <a:spLocks noGrp="1"/>
          </p:cNvSpPr>
          <p:nvPr>
            <p:ph type="body" idx="33" hasCustomPrompt="1"/>
          </p:nvPr>
        </p:nvSpPr>
        <p:spPr>
          <a:xfrm>
            <a:off x="750887" y="2312709"/>
            <a:ext cx="1472400" cy="1314000"/>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15" name="Text Placeholder 15">
            <a:extLst>
              <a:ext uri="{FF2B5EF4-FFF2-40B4-BE49-F238E27FC236}">
                <a16:creationId xmlns:a16="http://schemas.microsoft.com/office/drawing/2014/main" id="{887E709D-BD39-0938-96FC-D9AF0163F083}"/>
              </a:ext>
            </a:extLst>
          </p:cNvPr>
          <p:cNvSpPr>
            <a:spLocks noGrp="1"/>
          </p:cNvSpPr>
          <p:nvPr>
            <p:ph type="body" idx="63" hasCustomPrompt="1"/>
          </p:nvPr>
        </p:nvSpPr>
        <p:spPr>
          <a:xfrm>
            <a:off x="2933558" y="2312709"/>
            <a:ext cx="1472400" cy="1296000"/>
          </a:xfrm>
          <a:blipFill>
            <a:blip r:embed="rId4">
              <a:extLst>
                <a:ext uri="{96DAC541-7B7A-43D3-8B79-37D633B846F1}">
                  <asvg:svgBlip xmlns:asvg="http://schemas.microsoft.com/office/drawing/2016/SVG/main" r:embed="rId5"/>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17" name="Text Placeholder 15">
            <a:extLst>
              <a:ext uri="{FF2B5EF4-FFF2-40B4-BE49-F238E27FC236}">
                <a16:creationId xmlns:a16="http://schemas.microsoft.com/office/drawing/2014/main" id="{399BAECE-D590-4B61-3BB5-69BCBC043EF5}"/>
              </a:ext>
            </a:extLst>
          </p:cNvPr>
          <p:cNvSpPr>
            <a:spLocks noGrp="1"/>
          </p:cNvSpPr>
          <p:nvPr>
            <p:ph type="body" idx="64" hasCustomPrompt="1"/>
          </p:nvPr>
        </p:nvSpPr>
        <p:spPr>
          <a:xfrm>
            <a:off x="5116639" y="2312709"/>
            <a:ext cx="1472400" cy="1314000"/>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19" name="Text Placeholder 15">
            <a:extLst>
              <a:ext uri="{FF2B5EF4-FFF2-40B4-BE49-F238E27FC236}">
                <a16:creationId xmlns:a16="http://schemas.microsoft.com/office/drawing/2014/main" id="{2E2093DE-B92D-938B-38E2-0333FCB96D19}"/>
              </a:ext>
            </a:extLst>
          </p:cNvPr>
          <p:cNvSpPr>
            <a:spLocks noGrp="1"/>
          </p:cNvSpPr>
          <p:nvPr>
            <p:ph type="body" idx="65" hasCustomPrompt="1"/>
          </p:nvPr>
        </p:nvSpPr>
        <p:spPr>
          <a:xfrm>
            <a:off x="7290212" y="2312709"/>
            <a:ext cx="1472400" cy="1296000"/>
          </a:xfrm>
          <a:blipFill>
            <a:blip r:embed="rId6">
              <a:extLst>
                <a:ext uri="{96DAC541-7B7A-43D3-8B79-37D633B846F1}">
                  <asvg:svgBlip xmlns:asvg="http://schemas.microsoft.com/office/drawing/2016/SVG/main" r:embed="rId7"/>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21" name="Text Placeholder 15">
            <a:extLst>
              <a:ext uri="{FF2B5EF4-FFF2-40B4-BE49-F238E27FC236}">
                <a16:creationId xmlns:a16="http://schemas.microsoft.com/office/drawing/2014/main" id="{F20BD2B1-5A06-8727-F85B-174D5559D61E}"/>
              </a:ext>
            </a:extLst>
          </p:cNvPr>
          <p:cNvSpPr>
            <a:spLocks noGrp="1"/>
          </p:cNvSpPr>
          <p:nvPr>
            <p:ph type="body" idx="66" hasCustomPrompt="1"/>
          </p:nvPr>
        </p:nvSpPr>
        <p:spPr>
          <a:xfrm>
            <a:off x="9476537" y="2312709"/>
            <a:ext cx="1483200" cy="1278000"/>
          </a:xfrm>
          <a:blipFill>
            <a:blip r:embed="rId8">
              <a:extLst>
                <a:ext uri="{96DAC541-7B7A-43D3-8B79-37D633B846F1}">
                  <asvg:svgBlip xmlns:asvg="http://schemas.microsoft.com/office/drawing/2016/SVG/main" r:embed="rId9"/>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26" name="AutoShape 3">
            <a:extLst>
              <a:ext uri="{FF2B5EF4-FFF2-40B4-BE49-F238E27FC236}">
                <a16:creationId xmlns:a16="http://schemas.microsoft.com/office/drawing/2014/main" id="{6F66AA92-71BD-C322-584A-B3D830036C1F}"/>
              </a:ext>
            </a:extLst>
          </p:cNvPr>
          <p:cNvSpPr>
            <a:spLocks noChangeAspect="1" noChangeArrowheads="1" noTextEdit="1"/>
          </p:cNvSpPr>
          <p:nvPr userDrawn="1"/>
        </p:nvSpPr>
        <p:spPr bwMode="auto">
          <a:xfrm>
            <a:off x="641350" y="2385311"/>
            <a:ext cx="10645775"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CH"/>
          </a:p>
        </p:txBody>
      </p:sp>
      <p:sp>
        <p:nvSpPr>
          <p:cNvPr id="27" name="Line 5">
            <a:extLst>
              <a:ext uri="{FF2B5EF4-FFF2-40B4-BE49-F238E27FC236}">
                <a16:creationId xmlns:a16="http://schemas.microsoft.com/office/drawing/2014/main" id="{88F6812D-D65D-0D1B-6E36-E267D050232A}"/>
              </a:ext>
            </a:extLst>
          </p:cNvPr>
          <p:cNvSpPr>
            <a:spLocks noChangeShapeType="1"/>
          </p:cNvSpPr>
          <p:nvPr userDrawn="1"/>
        </p:nvSpPr>
        <p:spPr bwMode="auto">
          <a:xfrm>
            <a:off x="3233738" y="4179186"/>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31" name="Line 9">
            <a:extLst>
              <a:ext uri="{FF2B5EF4-FFF2-40B4-BE49-F238E27FC236}">
                <a16:creationId xmlns:a16="http://schemas.microsoft.com/office/drawing/2014/main" id="{43E28895-8AA7-DAB5-2A4B-328B19A1E387}"/>
              </a:ext>
            </a:extLst>
          </p:cNvPr>
          <p:cNvSpPr>
            <a:spLocks noChangeShapeType="1"/>
          </p:cNvSpPr>
          <p:nvPr userDrawn="1"/>
        </p:nvSpPr>
        <p:spPr bwMode="auto">
          <a:xfrm>
            <a:off x="5054600" y="4179186"/>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35" name="Line 13">
            <a:extLst>
              <a:ext uri="{FF2B5EF4-FFF2-40B4-BE49-F238E27FC236}">
                <a16:creationId xmlns:a16="http://schemas.microsoft.com/office/drawing/2014/main" id="{7DCC97B5-13EC-E4FF-E895-BBA1DA96C964}"/>
              </a:ext>
            </a:extLst>
          </p:cNvPr>
          <p:cNvSpPr>
            <a:spLocks noChangeShapeType="1"/>
          </p:cNvSpPr>
          <p:nvPr userDrawn="1"/>
        </p:nvSpPr>
        <p:spPr bwMode="auto">
          <a:xfrm>
            <a:off x="1416050" y="4179186"/>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39" name="Line 17">
            <a:extLst>
              <a:ext uri="{FF2B5EF4-FFF2-40B4-BE49-F238E27FC236}">
                <a16:creationId xmlns:a16="http://schemas.microsoft.com/office/drawing/2014/main" id="{6FD3F007-1E5A-F2DA-1976-701D4EE05EC8}"/>
              </a:ext>
            </a:extLst>
          </p:cNvPr>
          <p:cNvSpPr>
            <a:spLocks noChangeShapeType="1"/>
          </p:cNvSpPr>
          <p:nvPr userDrawn="1"/>
        </p:nvSpPr>
        <p:spPr bwMode="auto">
          <a:xfrm>
            <a:off x="8691563" y="4179186"/>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43" name="Line 21">
            <a:extLst>
              <a:ext uri="{FF2B5EF4-FFF2-40B4-BE49-F238E27FC236}">
                <a16:creationId xmlns:a16="http://schemas.microsoft.com/office/drawing/2014/main" id="{B2C0B4F2-633B-6FE1-3414-37B2197F3FAE}"/>
              </a:ext>
            </a:extLst>
          </p:cNvPr>
          <p:cNvSpPr>
            <a:spLocks noChangeShapeType="1"/>
          </p:cNvSpPr>
          <p:nvPr userDrawn="1"/>
        </p:nvSpPr>
        <p:spPr bwMode="auto">
          <a:xfrm>
            <a:off x="10512425" y="4179186"/>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47" name="Line 25">
            <a:extLst>
              <a:ext uri="{FF2B5EF4-FFF2-40B4-BE49-F238E27FC236}">
                <a16:creationId xmlns:a16="http://schemas.microsoft.com/office/drawing/2014/main" id="{8C5FA2E0-7D90-90E3-DA62-7EFD08DFEC13}"/>
              </a:ext>
            </a:extLst>
          </p:cNvPr>
          <p:cNvSpPr>
            <a:spLocks noChangeShapeType="1"/>
          </p:cNvSpPr>
          <p:nvPr userDrawn="1"/>
        </p:nvSpPr>
        <p:spPr bwMode="auto">
          <a:xfrm>
            <a:off x="6873875" y="4179186"/>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123" name="Bildplatzhalter 122">
            <a:extLst>
              <a:ext uri="{FF2B5EF4-FFF2-40B4-BE49-F238E27FC236}">
                <a16:creationId xmlns:a16="http://schemas.microsoft.com/office/drawing/2014/main" id="{C56679FC-7C98-9C7E-80DA-BF6A8D7FA907}"/>
              </a:ext>
            </a:extLst>
          </p:cNvPr>
          <p:cNvSpPr>
            <a:spLocks noGrp="1"/>
          </p:cNvSpPr>
          <p:nvPr>
            <p:ph type="pic" sz="quarter" idx="22" hasCustomPrompt="1"/>
          </p:nvPr>
        </p:nvSpPr>
        <p:spPr>
          <a:xfrm>
            <a:off x="9543238" y="2375782"/>
            <a:ext cx="1320802" cy="1146175"/>
          </a:xfrm>
          <a:custGeom>
            <a:avLst/>
            <a:gdLst>
              <a:gd name="connsiteX0" fmla="*/ 330200 w 1320802"/>
              <a:gd name="connsiteY0" fmla="*/ 0 h 1146175"/>
              <a:gd name="connsiteX1" fmla="*/ 992189 w 1320802"/>
              <a:gd name="connsiteY1" fmla="*/ 0 h 1146175"/>
              <a:gd name="connsiteX2" fmla="*/ 1320802 w 1320802"/>
              <a:gd name="connsiteY2" fmla="*/ 571500 h 1146175"/>
              <a:gd name="connsiteX3" fmla="*/ 992189 w 1320802"/>
              <a:gd name="connsiteY3" fmla="*/ 1146175 h 1146175"/>
              <a:gd name="connsiteX4" fmla="*/ 330200 w 1320802"/>
              <a:gd name="connsiteY4" fmla="*/ 1146175 h 1146175"/>
              <a:gd name="connsiteX5" fmla="*/ 0 w 1320802"/>
              <a:gd name="connsiteY5" fmla="*/ 571500 h 114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802" h="1146175">
                <a:moveTo>
                  <a:pt x="330200" y="0"/>
                </a:moveTo>
                <a:lnTo>
                  <a:pt x="992189" y="0"/>
                </a:lnTo>
                <a:lnTo>
                  <a:pt x="1320802" y="571500"/>
                </a:lnTo>
                <a:lnTo>
                  <a:pt x="992189" y="1146175"/>
                </a:lnTo>
                <a:lnTo>
                  <a:pt x="330200" y="1146175"/>
                </a:lnTo>
                <a:lnTo>
                  <a:pt x="0" y="57150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50" name="Textplatzhalter 17">
            <a:extLst>
              <a:ext uri="{FF2B5EF4-FFF2-40B4-BE49-F238E27FC236}">
                <a16:creationId xmlns:a16="http://schemas.microsoft.com/office/drawing/2014/main" id="{4B58C0D4-E3A5-3749-5B8D-0E8F4EC807EA}"/>
              </a:ext>
            </a:extLst>
          </p:cNvPr>
          <p:cNvSpPr>
            <a:spLocks noGrp="1"/>
          </p:cNvSpPr>
          <p:nvPr>
            <p:ph type="body" sz="quarter" idx="50" hasCustomPrompt="1"/>
          </p:nvPr>
        </p:nvSpPr>
        <p:spPr>
          <a:xfrm>
            <a:off x="479425" y="4220461"/>
            <a:ext cx="1944000" cy="1586642"/>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Text</a:t>
            </a:r>
          </a:p>
        </p:txBody>
      </p:sp>
      <p:sp>
        <p:nvSpPr>
          <p:cNvPr id="7" name="Textplatzhalter 17">
            <a:extLst>
              <a:ext uri="{FF2B5EF4-FFF2-40B4-BE49-F238E27FC236}">
                <a16:creationId xmlns:a16="http://schemas.microsoft.com/office/drawing/2014/main" id="{FC88C946-5DE2-4FFB-ABC5-A9757D68D254}"/>
              </a:ext>
            </a:extLst>
          </p:cNvPr>
          <p:cNvSpPr>
            <a:spLocks noGrp="1"/>
          </p:cNvSpPr>
          <p:nvPr>
            <p:ph type="body" sz="quarter" idx="52" hasCustomPrompt="1"/>
          </p:nvPr>
        </p:nvSpPr>
        <p:spPr>
          <a:xfrm>
            <a:off x="2693762" y="4220461"/>
            <a:ext cx="1944000" cy="1586642"/>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Text</a:t>
            </a:r>
          </a:p>
        </p:txBody>
      </p:sp>
      <p:sp>
        <p:nvSpPr>
          <p:cNvPr id="11" name="Textplatzhalter 17">
            <a:extLst>
              <a:ext uri="{FF2B5EF4-FFF2-40B4-BE49-F238E27FC236}">
                <a16:creationId xmlns:a16="http://schemas.microsoft.com/office/drawing/2014/main" id="{71DCAB29-1381-7511-AA15-3B61CFC39321}"/>
              </a:ext>
            </a:extLst>
          </p:cNvPr>
          <p:cNvSpPr>
            <a:spLocks noGrp="1"/>
          </p:cNvSpPr>
          <p:nvPr>
            <p:ph type="body" sz="quarter" idx="54" hasCustomPrompt="1"/>
          </p:nvPr>
        </p:nvSpPr>
        <p:spPr>
          <a:xfrm>
            <a:off x="4908099" y="4220461"/>
            <a:ext cx="1944000" cy="1586642"/>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Text</a:t>
            </a:r>
          </a:p>
        </p:txBody>
      </p:sp>
      <p:sp>
        <p:nvSpPr>
          <p:cNvPr id="15" name="Textplatzhalter 17">
            <a:extLst>
              <a:ext uri="{FF2B5EF4-FFF2-40B4-BE49-F238E27FC236}">
                <a16:creationId xmlns:a16="http://schemas.microsoft.com/office/drawing/2014/main" id="{3F93C17E-BCE7-839F-BDD5-C57F0E2718CA}"/>
              </a:ext>
            </a:extLst>
          </p:cNvPr>
          <p:cNvSpPr>
            <a:spLocks noGrp="1"/>
          </p:cNvSpPr>
          <p:nvPr>
            <p:ph type="body" sz="quarter" idx="56" hasCustomPrompt="1"/>
          </p:nvPr>
        </p:nvSpPr>
        <p:spPr>
          <a:xfrm>
            <a:off x="7122436" y="4231461"/>
            <a:ext cx="1944000" cy="1586642"/>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Text</a:t>
            </a:r>
          </a:p>
        </p:txBody>
      </p:sp>
      <p:sp>
        <p:nvSpPr>
          <p:cNvPr id="28" name="Textplatzhalter 17">
            <a:extLst>
              <a:ext uri="{FF2B5EF4-FFF2-40B4-BE49-F238E27FC236}">
                <a16:creationId xmlns:a16="http://schemas.microsoft.com/office/drawing/2014/main" id="{99338BBF-B995-75DB-44E8-82BD1A21F418}"/>
              </a:ext>
            </a:extLst>
          </p:cNvPr>
          <p:cNvSpPr>
            <a:spLocks noGrp="1"/>
          </p:cNvSpPr>
          <p:nvPr>
            <p:ph type="body" sz="quarter" idx="58" hasCustomPrompt="1"/>
          </p:nvPr>
        </p:nvSpPr>
        <p:spPr>
          <a:xfrm>
            <a:off x="9336775" y="4231461"/>
            <a:ext cx="1944000" cy="1586642"/>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Text</a:t>
            </a:r>
          </a:p>
        </p:txBody>
      </p:sp>
      <p:sp>
        <p:nvSpPr>
          <p:cNvPr id="48" name="Line 5">
            <a:extLst>
              <a:ext uri="{FF2B5EF4-FFF2-40B4-BE49-F238E27FC236}">
                <a16:creationId xmlns:a16="http://schemas.microsoft.com/office/drawing/2014/main" id="{ABEFA290-23CB-47F1-1AAD-47E00F1406C6}"/>
              </a:ext>
            </a:extLst>
          </p:cNvPr>
          <p:cNvSpPr>
            <a:spLocks noChangeShapeType="1"/>
          </p:cNvSpPr>
          <p:nvPr userDrawn="1"/>
        </p:nvSpPr>
        <p:spPr bwMode="auto">
          <a:xfrm>
            <a:off x="4419605" y="1672520"/>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60" name="Line 9">
            <a:extLst>
              <a:ext uri="{FF2B5EF4-FFF2-40B4-BE49-F238E27FC236}">
                <a16:creationId xmlns:a16="http://schemas.microsoft.com/office/drawing/2014/main" id="{8BB51F2A-C0C3-8D1A-3954-1DDA50F4A7BC}"/>
              </a:ext>
            </a:extLst>
          </p:cNvPr>
          <p:cNvSpPr>
            <a:spLocks noChangeShapeType="1"/>
          </p:cNvSpPr>
          <p:nvPr userDrawn="1"/>
        </p:nvSpPr>
        <p:spPr bwMode="auto">
          <a:xfrm>
            <a:off x="6254758" y="358545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64" name="Line 13">
            <a:extLst>
              <a:ext uri="{FF2B5EF4-FFF2-40B4-BE49-F238E27FC236}">
                <a16:creationId xmlns:a16="http://schemas.microsoft.com/office/drawing/2014/main" id="{7C4B07F3-BE98-EC8C-5354-35D57CA535E5}"/>
              </a:ext>
            </a:extLst>
          </p:cNvPr>
          <p:cNvSpPr>
            <a:spLocks noChangeShapeType="1"/>
          </p:cNvSpPr>
          <p:nvPr userDrawn="1"/>
        </p:nvSpPr>
        <p:spPr bwMode="auto">
          <a:xfrm>
            <a:off x="11015678" y="295680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68" name="Line 17">
            <a:extLst>
              <a:ext uri="{FF2B5EF4-FFF2-40B4-BE49-F238E27FC236}">
                <a16:creationId xmlns:a16="http://schemas.microsoft.com/office/drawing/2014/main" id="{E14C35CA-C045-3E88-2DEA-347A009C58AC}"/>
              </a:ext>
            </a:extLst>
          </p:cNvPr>
          <p:cNvSpPr>
            <a:spLocks noChangeShapeType="1"/>
          </p:cNvSpPr>
          <p:nvPr userDrawn="1"/>
        </p:nvSpPr>
        <p:spPr bwMode="auto">
          <a:xfrm>
            <a:off x="3319466" y="358545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72" name="Line 21">
            <a:extLst>
              <a:ext uri="{FF2B5EF4-FFF2-40B4-BE49-F238E27FC236}">
                <a16:creationId xmlns:a16="http://schemas.microsoft.com/office/drawing/2014/main" id="{571387EE-F8F3-8A27-B2F3-6A185C5F9A81}"/>
              </a:ext>
            </a:extLst>
          </p:cNvPr>
          <p:cNvSpPr>
            <a:spLocks noChangeShapeType="1"/>
          </p:cNvSpPr>
          <p:nvPr userDrawn="1"/>
        </p:nvSpPr>
        <p:spPr bwMode="auto">
          <a:xfrm>
            <a:off x="8455036" y="358545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76" name="Line 25">
            <a:extLst>
              <a:ext uri="{FF2B5EF4-FFF2-40B4-BE49-F238E27FC236}">
                <a16:creationId xmlns:a16="http://schemas.microsoft.com/office/drawing/2014/main" id="{CFDDB392-377A-ACAD-EE7C-A87BC5609866}"/>
              </a:ext>
            </a:extLst>
          </p:cNvPr>
          <p:cNvSpPr>
            <a:spLocks noChangeShapeType="1"/>
          </p:cNvSpPr>
          <p:nvPr userDrawn="1"/>
        </p:nvSpPr>
        <p:spPr bwMode="auto">
          <a:xfrm>
            <a:off x="7351722" y="1672520"/>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80" name="Line 29">
            <a:extLst>
              <a:ext uri="{FF2B5EF4-FFF2-40B4-BE49-F238E27FC236}">
                <a16:creationId xmlns:a16="http://schemas.microsoft.com/office/drawing/2014/main" id="{B2EF961F-F37C-3820-8F24-5307CDAC5861}"/>
              </a:ext>
            </a:extLst>
          </p:cNvPr>
          <p:cNvSpPr>
            <a:spLocks noChangeShapeType="1"/>
          </p:cNvSpPr>
          <p:nvPr userDrawn="1"/>
        </p:nvSpPr>
        <p:spPr bwMode="auto">
          <a:xfrm>
            <a:off x="1851026" y="358545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84" name="Line 33">
            <a:extLst>
              <a:ext uri="{FF2B5EF4-FFF2-40B4-BE49-F238E27FC236}">
                <a16:creationId xmlns:a16="http://schemas.microsoft.com/office/drawing/2014/main" id="{94875C5A-94CE-CE30-F3BD-4197CD025452}"/>
              </a:ext>
            </a:extLst>
          </p:cNvPr>
          <p:cNvSpPr>
            <a:spLocks noChangeShapeType="1"/>
          </p:cNvSpPr>
          <p:nvPr userDrawn="1"/>
        </p:nvSpPr>
        <p:spPr bwMode="auto">
          <a:xfrm>
            <a:off x="2952753" y="1672520"/>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88" name="Line 37">
            <a:extLst>
              <a:ext uri="{FF2B5EF4-FFF2-40B4-BE49-F238E27FC236}">
                <a16:creationId xmlns:a16="http://schemas.microsoft.com/office/drawing/2014/main" id="{A30E2A17-8946-94CC-87B1-FD4E98941813}"/>
              </a:ext>
            </a:extLst>
          </p:cNvPr>
          <p:cNvSpPr>
            <a:spLocks noChangeShapeType="1"/>
          </p:cNvSpPr>
          <p:nvPr userDrawn="1"/>
        </p:nvSpPr>
        <p:spPr bwMode="auto">
          <a:xfrm>
            <a:off x="8821749" y="1672520"/>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00" name="Text Placeholder 15">
            <a:extLst>
              <a:ext uri="{FF2B5EF4-FFF2-40B4-BE49-F238E27FC236}">
                <a16:creationId xmlns:a16="http://schemas.microsoft.com/office/drawing/2014/main" id="{B9A271BE-5A63-A10D-6132-49ADCFAB3761}"/>
              </a:ext>
            </a:extLst>
          </p:cNvPr>
          <p:cNvSpPr>
            <a:spLocks noGrp="1"/>
          </p:cNvSpPr>
          <p:nvPr>
            <p:ph type="body" idx="59" hasCustomPrompt="1"/>
          </p:nvPr>
        </p:nvSpPr>
        <p:spPr>
          <a:xfrm>
            <a:off x="1842517" y="1657165"/>
            <a:ext cx="1472400" cy="1296000"/>
          </a:xfrm>
          <a:blipFill>
            <a:blip r:embed="rId10">
              <a:extLst>
                <a:ext uri="{96DAC541-7B7A-43D3-8B79-37D633B846F1}">
                  <asvg:svgBlip xmlns:asvg="http://schemas.microsoft.com/office/drawing/2016/SVG/main" r:embed="rId11"/>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05" name="Text Placeholder 15">
            <a:extLst>
              <a:ext uri="{FF2B5EF4-FFF2-40B4-BE49-F238E27FC236}">
                <a16:creationId xmlns:a16="http://schemas.microsoft.com/office/drawing/2014/main" id="{B200594D-AD46-7C6F-CFFC-0BEEEC62F595}"/>
              </a:ext>
            </a:extLst>
          </p:cNvPr>
          <p:cNvSpPr>
            <a:spLocks noGrp="1"/>
          </p:cNvSpPr>
          <p:nvPr>
            <p:ph type="body" idx="60" hasCustomPrompt="1"/>
          </p:nvPr>
        </p:nvSpPr>
        <p:spPr>
          <a:xfrm>
            <a:off x="4025598" y="1657165"/>
            <a:ext cx="1472400" cy="1296000"/>
          </a:xfrm>
          <a:blipFill>
            <a:blip r:embed="rId12">
              <a:extLst>
                <a:ext uri="{96DAC541-7B7A-43D3-8B79-37D633B846F1}">
                  <asvg:svgBlip xmlns:asvg="http://schemas.microsoft.com/office/drawing/2016/SVG/main" r:embed="rId13"/>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07" name="Text Placeholder 15">
            <a:extLst>
              <a:ext uri="{FF2B5EF4-FFF2-40B4-BE49-F238E27FC236}">
                <a16:creationId xmlns:a16="http://schemas.microsoft.com/office/drawing/2014/main" id="{FFEE9368-F23C-8F54-7E90-F9C92631D704}"/>
              </a:ext>
            </a:extLst>
          </p:cNvPr>
          <p:cNvSpPr>
            <a:spLocks noGrp="1"/>
          </p:cNvSpPr>
          <p:nvPr>
            <p:ph type="body" idx="62" hasCustomPrompt="1"/>
          </p:nvPr>
        </p:nvSpPr>
        <p:spPr>
          <a:xfrm>
            <a:off x="6206093" y="1657165"/>
            <a:ext cx="1472400" cy="1296000"/>
          </a:xfrm>
          <a:blipFill>
            <a:blip r:embed="rId10">
              <a:extLst>
                <a:ext uri="{96DAC541-7B7A-43D3-8B79-37D633B846F1}">
                  <asvg:svgBlip xmlns:asvg="http://schemas.microsoft.com/office/drawing/2016/SVG/main" r:embed="rId11"/>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08" name="Text Placeholder 15">
            <a:extLst>
              <a:ext uri="{FF2B5EF4-FFF2-40B4-BE49-F238E27FC236}">
                <a16:creationId xmlns:a16="http://schemas.microsoft.com/office/drawing/2014/main" id="{290D9861-ABE0-A5D9-1C3E-9D1392503801}"/>
              </a:ext>
            </a:extLst>
          </p:cNvPr>
          <p:cNvSpPr>
            <a:spLocks noGrp="1"/>
          </p:cNvSpPr>
          <p:nvPr>
            <p:ph type="body" idx="61" hasCustomPrompt="1"/>
          </p:nvPr>
        </p:nvSpPr>
        <p:spPr>
          <a:xfrm>
            <a:off x="8379666" y="1657165"/>
            <a:ext cx="1472400" cy="1296000"/>
          </a:xfrm>
          <a:blipFill>
            <a:blip r:embed="rId12">
              <a:extLst>
                <a:ext uri="{96DAC541-7B7A-43D3-8B79-37D633B846F1}">
                  <asvg:svgBlip xmlns:asvg="http://schemas.microsoft.com/office/drawing/2016/SVG/main" r:embed="rId13"/>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25" name="Bildplatzhalter 124">
            <a:extLst>
              <a:ext uri="{FF2B5EF4-FFF2-40B4-BE49-F238E27FC236}">
                <a16:creationId xmlns:a16="http://schemas.microsoft.com/office/drawing/2014/main" id="{A20B567D-5728-E5D8-6C1B-BF1A623E5384}"/>
              </a:ext>
            </a:extLst>
          </p:cNvPr>
          <p:cNvSpPr>
            <a:spLocks noGrp="1"/>
          </p:cNvSpPr>
          <p:nvPr>
            <p:ph type="pic" sz="quarter" idx="67" hasCustomPrompt="1"/>
          </p:nvPr>
        </p:nvSpPr>
        <p:spPr>
          <a:xfrm>
            <a:off x="7366011" y="2372607"/>
            <a:ext cx="1320802" cy="1146175"/>
          </a:xfrm>
          <a:custGeom>
            <a:avLst/>
            <a:gdLst>
              <a:gd name="connsiteX0" fmla="*/ 330200 w 1320802"/>
              <a:gd name="connsiteY0" fmla="*/ 0 h 1146175"/>
              <a:gd name="connsiteX1" fmla="*/ 992189 w 1320802"/>
              <a:gd name="connsiteY1" fmla="*/ 0 h 1146175"/>
              <a:gd name="connsiteX2" fmla="*/ 1320802 w 1320802"/>
              <a:gd name="connsiteY2" fmla="*/ 571500 h 1146175"/>
              <a:gd name="connsiteX3" fmla="*/ 992189 w 1320802"/>
              <a:gd name="connsiteY3" fmla="*/ 1146175 h 1146175"/>
              <a:gd name="connsiteX4" fmla="*/ 330200 w 1320802"/>
              <a:gd name="connsiteY4" fmla="*/ 1146175 h 1146175"/>
              <a:gd name="connsiteX5" fmla="*/ 0 w 1320802"/>
              <a:gd name="connsiteY5" fmla="*/ 571500 h 114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802" h="1146175">
                <a:moveTo>
                  <a:pt x="330200" y="0"/>
                </a:moveTo>
                <a:lnTo>
                  <a:pt x="992189" y="0"/>
                </a:lnTo>
                <a:lnTo>
                  <a:pt x="1320802" y="571500"/>
                </a:lnTo>
                <a:lnTo>
                  <a:pt x="992189" y="1146175"/>
                </a:lnTo>
                <a:lnTo>
                  <a:pt x="330200" y="1146175"/>
                </a:lnTo>
                <a:lnTo>
                  <a:pt x="0" y="57150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127" name="Bildplatzhalter 126">
            <a:extLst>
              <a:ext uri="{FF2B5EF4-FFF2-40B4-BE49-F238E27FC236}">
                <a16:creationId xmlns:a16="http://schemas.microsoft.com/office/drawing/2014/main" id="{9D14701C-26A1-91A7-11B4-0EAC74385794}"/>
              </a:ext>
            </a:extLst>
          </p:cNvPr>
          <p:cNvSpPr>
            <a:spLocks noGrp="1"/>
          </p:cNvSpPr>
          <p:nvPr>
            <p:ph type="pic" sz="quarter" idx="68" hasCustomPrompt="1"/>
          </p:nvPr>
        </p:nvSpPr>
        <p:spPr>
          <a:xfrm>
            <a:off x="5191252" y="2372607"/>
            <a:ext cx="1320802" cy="1146175"/>
          </a:xfrm>
          <a:custGeom>
            <a:avLst/>
            <a:gdLst>
              <a:gd name="connsiteX0" fmla="*/ 330200 w 1320802"/>
              <a:gd name="connsiteY0" fmla="*/ 0 h 1146175"/>
              <a:gd name="connsiteX1" fmla="*/ 992189 w 1320802"/>
              <a:gd name="connsiteY1" fmla="*/ 0 h 1146175"/>
              <a:gd name="connsiteX2" fmla="*/ 1320802 w 1320802"/>
              <a:gd name="connsiteY2" fmla="*/ 571500 h 1146175"/>
              <a:gd name="connsiteX3" fmla="*/ 992189 w 1320802"/>
              <a:gd name="connsiteY3" fmla="*/ 1146175 h 1146175"/>
              <a:gd name="connsiteX4" fmla="*/ 330200 w 1320802"/>
              <a:gd name="connsiteY4" fmla="*/ 1146175 h 1146175"/>
              <a:gd name="connsiteX5" fmla="*/ 0 w 1320802"/>
              <a:gd name="connsiteY5" fmla="*/ 571500 h 114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802" h="1146175">
                <a:moveTo>
                  <a:pt x="330200" y="0"/>
                </a:moveTo>
                <a:lnTo>
                  <a:pt x="992189" y="0"/>
                </a:lnTo>
                <a:lnTo>
                  <a:pt x="1320802" y="571500"/>
                </a:lnTo>
                <a:lnTo>
                  <a:pt x="992189" y="1146175"/>
                </a:lnTo>
                <a:lnTo>
                  <a:pt x="330200" y="1146175"/>
                </a:lnTo>
                <a:lnTo>
                  <a:pt x="0" y="57150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129" name="Bildplatzhalter 128">
            <a:extLst>
              <a:ext uri="{FF2B5EF4-FFF2-40B4-BE49-F238E27FC236}">
                <a16:creationId xmlns:a16="http://schemas.microsoft.com/office/drawing/2014/main" id="{8962AF9B-E095-AC30-57FC-698C92235053}"/>
              </a:ext>
            </a:extLst>
          </p:cNvPr>
          <p:cNvSpPr>
            <a:spLocks noGrp="1"/>
          </p:cNvSpPr>
          <p:nvPr>
            <p:ph type="pic" sz="quarter" idx="69" hasCustomPrompt="1"/>
          </p:nvPr>
        </p:nvSpPr>
        <p:spPr>
          <a:xfrm>
            <a:off x="3010543" y="2372607"/>
            <a:ext cx="1320802" cy="1146175"/>
          </a:xfrm>
          <a:custGeom>
            <a:avLst/>
            <a:gdLst>
              <a:gd name="connsiteX0" fmla="*/ 330200 w 1320802"/>
              <a:gd name="connsiteY0" fmla="*/ 0 h 1146175"/>
              <a:gd name="connsiteX1" fmla="*/ 992189 w 1320802"/>
              <a:gd name="connsiteY1" fmla="*/ 0 h 1146175"/>
              <a:gd name="connsiteX2" fmla="*/ 1320802 w 1320802"/>
              <a:gd name="connsiteY2" fmla="*/ 571500 h 1146175"/>
              <a:gd name="connsiteX3" fmla="*/ 992189 w 1320802"/>
              <a:gd name="connsiteY3" fmla="*/ 1146175 h 1146175"/>
              <a:gd name="connsiteX4" fmla="*/ 330200 w 1320802"/>
              <a:gd name="connsiteY4" fmla="*/ 1146175 h 1146175"/>
              <a:gd name="connsiteX5" fmla="*/ 0 w 1320802"/>
              <a:gd name="connsiteY5" fmla="*/ 571500 h 114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802" h="1146175">
                <a:moveTo>
                  <a:pt x="330200" y="0"/>
                </a:moveTo>
                <a:lnTo>
                  <a:pt x="992189" y="0"/>
                </a:lnTo>
                <a:lnTo>
                  <a:pt x="1320802" y="571500"/>
                </a:lnTo>
                <a:lnTo>
                  <a:pt x="992189" y="1146175"/>
                </a:lnTo>
                <a:lnTo>
                  <a:pt x="330200" y="1146175"/>
                </a:lnTo>
                <a:lnTo>
                  <a:pt x="0" y="57150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131" name="Bildplatzhalter 130">
            <a:extLst>
              <a:ext uri="{FF2B5EF4-FFF2-40B4-BE49-F238E27FC236}">
                <a16:creationId xmlns:a16="http://schemas.microsoft.com/office/drawing/2014/main" id="{BC6CFDA9-2A88-1EA9-32E2-DB37368E0A91}"/>
              </a:ext>
            </a:extLst>
          </p:cNvPr>
          <p:cNvSpPr>
            <a:spLocks noGrp="1"/>
          </p:cNvSpPr>
          <p:nvPr>
            <p:ph type="pic" sz="quarter" idx="70" hasCustomPrompt="1"/>
          </p:nvPr>
        </p:nvSpPr>
        <p:spPr>
          <a:xfrm>
            <a:off x="825499" y="2372607"/>
            <a:ext cx="1320802" cy="1146175"/>
          </a:xfrm>
          <a:custGeom>
            <a:avLst/>
            <a:gdLst>
              <a:gd name="connsiteX0" fmla="*/ 330200 w 1320802"/>
              <a:gd name="connsiteY0" fmla="*/ 0 h 1146175"/>
              <a:gd name="connsiteX1" fmla="*/ 992189 w 1320802"/>
              <a:gd name="connsiteY1" fmla="*/ 0 h 1146175"/>
              <a:gd name="connsiteX2" fmla="*/ 1320802 w 1320802"/>
              <a:gd name="connsiteY2" fmla="*/ 571500 h 1146175"/>
              <a:gd name="connsiteX3" fmla="*/ 992189 w 1320802"/>
              <a:gd name="connsiteY3" fmla="*/ 1146175 h 1146175"/>
              <a:gd name="connsiteX4" fmla="*/ 330200 w 1320802"/>
              <a:gd name="connsiteY4" fmla="*/ 1146175 h 1146175"/>
              <a:gd name="connsiteX5" fmla="*/ 0 w 1320802"/>
              <a:gd name="connsiteY5" fmla="*/ 571500 h 114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802" h="1146175">
                <a:moveTo>
                  <a:pt x="330200" y="0"/>
                </a:moveTo>
                <a:lnTo>
                  <a:pt x="992189" y="0"/>
                </a:lnTo>
                <a:lnTo>
                  <a:pt x="1320802" y="571500"/>
                </a:lnTo>
                <a:lnTo>
                  <a:pt x="992189" y="1146175"/>
                </a:lnTo>
                <a:lnTo>
                  <a:pt x="330200" y="1146175"/>
                </a:lnTo>
                <a:lnTo>
                  <a:pt x="0" y="57150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132" name="Textplatzhalter 17">
            <a:extLst>
              <a:ext uri="{FF2B5EF4-FFF2-40B4-BE49-F238E27FC236}">
                <a16:creationId xmlns:a16="http://schemas.microsoft.com/office/drawing/2014/main" id="{C686131B-5B6C-5030-1B21-BAEBE665EDD9}"/>
              </a:ext>
            </a:extLst>
          </p:cNvPr>
          <p:cNvSpPr>
            <a:spLocks noGrp="1"/>
          </p:cNvSpPr>
          <p:nvPr>
            <p:ph type="body" sz="quarter" idx="53" hasCustomPrompt="1"/>
          </p:nvPr>
        </p:nvSpPr>
        <p:spPr>
          <a:xfrm>
            <a:off x="4908099" y="3710024"/>
            <a:ext cx="1944000"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Text</a:t>
            </a:r>
          </a:p>
        </p:txBody>
      </p:sp>
      <p:sp>
        <p:nvSpPr>
          <p:cNvPr id="133" name="Textplatzhalter 17">
            <a:extLst>
              <a:ext uri="{FF2B5EF4-FFF2-40B4-BE49-F238E27FC236}">
                <a16:creationId xmlns:a16="http://schemas.microsoft.com/office/drawing/2014/main" id="{0936E616-B628-3025-4953-71B58D144511}"/>
              </a:ext>
            </a:extLst>
          </p:cNvPr>
          <p:cNvSpPr>
            <a:spLocks noGrp="1"/>
          </p:cNvSpPr>
          <p:nvPr>
            <p:ph type="body" sz="quarter" idx="51" hasCustomPrompt="1"/>
          </p:nvPr>
        </p:nvSpPr>
        <p:spPr>
          <a:xfrm>
            <a:off x="2693762" y="3710024"/>
            <a:ext cx="1944000"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Text</a:t>
            </a:r>
          </a:p>
        </p:txBody>
      </p:sp>
      <p:sp>
        <p:nvSpPr>
          <p:cNvPr id="134" name="Textplatzhalter 17">
            <a:extLst>
              <a:ext uri="{FF2B5EF4-FFF2-40B4-BE49-F238E27FC236}">
                <a16:creationId xmlns:a16="http://schemas.microsoft.com/office/drawing/2014/main" id="{5FBFA1B5-32B0-2D66-B739-92A8C0FE5A9B}"/>
              </a:ext>
            </a:extLst>
          </p:cNvPr>
          <p:cNvSpPr>
            <a:spLocks noGrp="1"/>
          </p:cNvSpPr>
          <p:nvPr>
            <p:ph type="body" sz="quarter" idx="49" hasCustomPrompt="1"/>
          </p:nvPr>
        </p:nvSpPr>
        <p:spPr>
          <a:xfrm>
            <a:off x="479425" y="3710024"/>
            <a:ext cx="1944000"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Text</a:t>
            </a:r>
          </a:p>
        </p:txBody>
      </p:sp>
      <p:sp>
        <p:nvSpPr>
          <p:cNvPr id="135" name="Textplatzhalter 17">
            <a:extLst>
              <a:ext uri="{FF2B5EF4-FFF2-40B4-BE49-F238E27FC236}">
                <a16:creationId xmlns:a16="http://schemas.microsoft.com/office/drawing/2014/main" id="{0D7E7635-1E7D-7B66-5080-C574297E9F60}"/>
              </a:ext>
            </a:extLst>
          </p:cNvPr>
          <p:cNvSpPr>
            <a:spLocks noGrp="1"/>
          </p:cNvSpPr>
          <p:nvPr>
            <p:ph type="body" sz="quarter" idx="57" hasCustomPrompt="1"/>
          </p:nvPr>
        </p:nvSpPr>
        <p:spPr>
          <a:xfrm>
            <a:off x="9336775" y="3721024"/>
            <a:ext cx="1944000"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Text</a:t>
            </a:r>
          </a:p>
        </p:txBody>
      </p:sp>
      <p:sp>
        <p:nvSpPr>
          <p:cNvPr id="136" name="Textplatzhalter 17">
            <a:extLst>
              <a:ext uri="{FF2B5EF4-FFF2-40B4-BE49-F238E27FC236}">
                <a16:creationId xmlns:a16="http://schemas.microsoft.com/office/drawing/2014/main" id="{865A73B6-B97F-95E8-0667-7263BE5C8B7E}"/>
              </a:ext>
            </a:extLst>
          </p:cNvPr>
          <p:cNvSpPr>
            <a:spLocks noGrp="1"/>
          </p:cNvSpPr>
          <p:nvPr>
            <p:ph type="body" sz="quarter" idx="55" hasCustomPrompt="1"/>
          </p:nvPr>
        </p:nvSpPr>
        <p:spPr>
          <a:xfrm>
            <a:off x="7122436" y="3721024"/>
            <a:ext cx="1944000"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Text</a:t>
            </a:r>
          </a:p>
        </p:txBody>
      </p:sp>
      <p:sp>
        <p:nvSpPr>
          <p:cNvPr id="2" name="Foliennummernplatzhalter 5">
            <a:extLst>
              <a:ext uri="{FF2B5EF4-FFF2-40B4-BE49-F238E27FC236}">
                <a16:creationId xmlns:a16="http://schemas.microsoft.com/office/drawing/2014/main" id="{23DBF96B-E187-7B60-345A-29A30FDAF33E}"/>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8" name="Fußzeilenplatzhalter 5">
            <a:extLst>
              <a:ext uri="{FF2B5EF4-FFF2-40B4-BE49-F238E27FC236}">
                <a16:creationId xmlns:a16="http://schemas.microsoft.com/office/drawing/2014/main" id="{F3B73D68-96DC-AF19-FF20-467D572F092B}"/>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5" name="Textplatzhalter 9">
            <a:extLst>
              <a:ext uri="{FF2B5EF4-FFF2-40B4-BE49-F238E27FC236}">
                <a16:creationId xmlns:a16="http://schemas.microsoft.com/office/drawing/2014/main" id="{A2BBCC3C-366C-B4EE-2878-EA6CA450E02C}"/>
              </a:ext>
            </a:extLst>
          </p:cNvPr>
          <p:cNvSpPr>
            <a:spLocks noGrp="1"/>
          </p:cNvSpPr>
          <p:nvPr>
            <p:ph type="body" sz="quarter" idx="10" hasCustomPrompt="1"/>
          </p:nvPr>
        </p:nvSpPr>
        <p:spPr>
          <a:xfrm>
            <a:off x="372977" y="549275"/>
            <a:ext cx="10914148"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9" name="Titelplatzhalter 1">
            <a:extLst>
              <a:ext uri="{FF2B5EF4-FFF2-40B4-BE49-F238E27FC236}">
                <a16:creationId xmlns:a16="http://schemas.microsoft.com/office/drawing/2014/main" id="{57E9E32A-DE39-0EC1-CB5E-B789A265E7C2}"/>
              </a:ext>
            </a:extLst>
          </p:cNvPr>
          <p:cNvSpPr>
            <a:spLocks noGrp="1"/>
          </p:cNvSpPr>
          <p:nvPr>
            <p:ph type="title" hasCustomPrompt="1"/>
          </p:nvPr>
        </p:nvSpPr>
        <p:spPr>
          <a:xfrm>
            <a:off x="372979" y="901171"/>
            <a:ext cx="10914146" cy="440267"/>
          </a:xfrm>
          <a:prstGeom prst="rect">
            <a:avLst/>
          </a:prstGeom>
        </p:spPr>
        <p:txBody>
          <a:bodyPr vert="horz" lIns="91440" tIns="45720" rIns="91440" bIns="45720" rtlCol="0" anchor="t">
            <a:noAutofit/>
          </a:bodyPr>
          <a:lstStyle>
            <a:lvl1pPr>
              <a:defRPr sz="2600"/>
            </a:lvl1pPr>
          </a:lstStyle>
          <a:p>
            <a:r>
              <a:rPr lang="de-DE" dirty="0" err="1"/>
              <a:t>Prozessablauf</a:t>
            </a:r>
            <a:endParaRPr lang="de-CH" dirty="0"/>
          </a:p>
        </p:txBody>
      </p:sp>
    </p:spTree>
    <p:extLst>
      <p:ext uri="{BB962C8B-B14F-4D97-AF65-F5344CB8AC3E}">
        <p14:creationId xmlns:p14="http://schemas.microsoft.com/office/powerpoint/2010/main" val="2073916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Konzeptsteckbrief">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F2CC74F4-DE3B-8B3F-4FFA-2ACECAAA074B}"/>
              </a:ext>
            </a:extLst>
          </p:cNvPr>
          <p:cNvSpPr>
            <a:spLocks noGrp="1"/>
          </p:cNvSpPr>
          <p:nvPr>
            <p:ph idx="1" hasCustomPrompt="1"/>
          </p:nvPr>
        </p:nvSpPr>
        <p:spPr>
          <a:xfrm>
            <a:off x="8476130" y="4178379"/>
            <a:ext cx="2817392" cy="2086690"/>
          </a:xfrm>
          <a:prstGeom prst="rect">
            <a:avLst/>
          </a:prstGeom>
        </p:spPr>
        <p:txBody>
          <a:bodyPr vert="horz" lIns="91440" tIns="45720" rIns="91440" bIns="45720" rtlCol="0">
            <a:normAutofit/>
          </a:bodyPr>
          <a:lstStyle>
            <a:lvl1pPr marL="0" indent="0">
              <a:buNone/>
              <a:defRPr sz="12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r>
              <a:rPr lang="de-CH" dirty="0"/>
              <a:t>Hier Diagramm einfügen</a:t>
            </a:r>
          </a:p>
        </p:txBody>
      </p:sp>
      <p:sp>
        <p:nvSpPr>
          <p:cNvPr id="4" name="Foliennummernplatzhalter 5">
            <a:extLst>
              <a:ext uri="{FF2B5EF4-FFF2-40B4-BE49-F238E27FC236}">
                <a16:creationId xmlns:a16="http://schemas.microsoft.com/office/drawing/2014/main" id="{CA5D305A-1FE5-9A1B-3D11-007D0E14A88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6" name="Bildplatzhalter 5">
            <a:extLst>
              <a:ext uri="{FF2B5EF4-FFF2-40B4-BE49-F238E27FC236}">
                <a16:creationId xmlns:a16="http://schemas.microsoft.com/office/drawing/2014/main" id="{4512DA0B-4930-1309-752F-30035188961D}"/>
              </a:ext>
            </a:extLst>
          </p:cNvPr>
          <p:cNvSpPr>
            <a:spLocks noGrp="1"/>
          </p:cNvSpPr>
          <p:nvPr>
            <p:ph type="pic" sz="quarter" idx="10" hasCustomPrompt="1"/>
          </p:nvPr>
        </p:nvSpPr>
        <p:spPr>
          <a:xfrm>
            <a:off x="479425" y="1408353"/>
            <a:ext cx="7705351" cy="2294968"/>
          </a:xfrm>
          <a:solidFill>
            <a:schemeClr val="bg1">
              <a:lumMod val="95000"/>
            </a:schemeClr>
          </a:solidFill>
        </p:spPr>
        <p:txBody>
          <a:bodyPr anchor="ctr"/>
          <a:lstStyle>
            <a:lvl1pPr marL="36000" indent="0" algn="ctr">
              <a:buNone/>
              <a:defRPr sz="1800">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8" name="Textplatzhalter 7">
            <a:extLst>
              <a:ext uri="{FF2B5EF4-FFF2-40B4-BE49-F238E27FC236}">
                <a16:creationId xmlns:a16="http://schemas.microsoft.com/office/drawing/2014/main" id="{E25B5421-CE54-CCAB-B73B-8FE1B0CD1EBC}"/>
              </a:ext>
            </a:extLst>
          </p:cNvPr>
          <p:cNvSpPr>
            <a:spLocks noGrp="1"/>
          </p:cNvSpPr>
          <p:nvPr>
            <p:ph type="body" sz="quarter" idx="11" hasCustomPrompt="1"/>
          </p:nvPr>
        </p:nvSpPr>
        <p:spPr>
          <a:xfrm>
            <a:off x="479424" y="4182447"/>
            <a:ext cx="7705351" cy="2082622"/>
          </a:xfrm>
        </p:spPr>
        <p:txBody>
          <a:bodyPr lIns="0" numCol="2" spcCol="144000"/>
          <a:lstStyle>
            <a:lvl1pPr marL="36000" indent="0">
              <a:spcBef>
                <a:spcPts val="500"/>
              </a:spcBef>
              <a:buNone/>
              <a:defRPr sz="1200">
                <a:latin typeface="Arial" panose="020B0604020202020204" pitchFamily="34" charset="0"/>
                <a:cs typeface="Arial" panose="020B0604020202020204" pitchFamily="34" charset="0"/>
              </a:defRPr>
            </a:lvl1pPr>
          </a:lstStyle>
          <a:p>
            <a:pPr lvl="0"/>
            <a:r>
              <a:rPr lang="de-CH" dirty="0" err="1"/>
              <a:t>Officaboris</a:t>
            </a:r>
            <a:r>
              <a:rPr lang="de-CH" dirty="0"/>
              <a:t> </a:t>
            </a:r>
            <a:r>
              <a:rPr lang="de-CH" dirty="0" err="1"/>
              <a:t>maio</a:t>
            </a:r>
            <a:r>
              <a:rPr lang="de-CH" dirty="0"/>
              <a:t> </a:t>
            </a:r>
            <a:r>
              <a:rPr lang="de-CH" dirty="0" err="1"/>
              <a:t>mos</a:t>
            </a:r>
            <a:r>
              <a:rPr lang="de-CH" dirty="0"/>
              <a:t> et </a:t>
            </a:r>
            <a:r>
              <a:rPr lang="de-CH" dirty="0" err="1"/>
              <a:t>peleseque</a:t>
            </a:r>
            <a:r>
              <a:rPr lang="de-CH" dirty="0"/>
              <a:t> </a:t>
            </a:r>
            <a:r>
              <a:rPr lang="de-CH" dirty="0" err="1"/>
              <a:t>qui</a:t>
            </a:r>
            <a:r>
              <a:rPr lang="de-CH" dirty="0"/>
              <a:t> </a:t>
            </a:r>
            <a:r>
              <a:rPr lang="de-CH" dirty="0" err="1"/>
              <a:t>nit</a:t>
            </a:r>
            <a:r>
              <a:rPr lang="de-CH" dirty="0"/>
              <a:t> </a:t>
            </a:r>
            <a:r>
              <a:rPr lang="de-CH" dirty="0" err="1"/>
              <a:t>lam</a:t>
            </a:r>
            <a:r>
              <a:rPr lang="de-CH" dirty="0"/>
              <a:t>, </a:t>
            </a:r>
            <a:r>
              <a:rPr lang="de-CH" dirty="0" err="1"/>
              <a:t>cusam</a:t>
            </a:r>
            <a:r>
              <a:rPr lang="de-CH" dirty="0"/>
              <a:t> am </a:t>
            </a:r>
            <a:r>
              <a:rPr lang="de-CH" dirty="0" err="1"/>
              <a:t>rerferspit</a:t>
            </a:r>
            <a:r>
              <a:rPr lang="de-CH" dirty="0"/>
              <a:t> </a:t>
            </a:r>
            <a:r>
              <a:rPr lang="de-CH" dirty="0" err="1"/>
              <a:t>doluptae</a:t>
            </a:r>
            <a:r>
              <a:rPr lang="de-CH" dirty="0"/>
              <a:t> </a:t>
            </a:r>
            <a:r>
              <a:rPr lang="de-CH" dirty="0" err="1"/>
              <a:t>pe</a:t>
            </a:r>
            <a:r>
              <a:rPr lang="de-CH" dirty="0"/>
              <a:t> </a:t>
            </a:r>
            <a:r>
              <a:rPr lang="de-CH" dirty="0" err="1"/>
              <a:t>voluptatqui</a:t>
            </a:r>
            <a:r>
              <a:rPr lang="de-CH" dirty="0"/>
              <a:t> </a:t>
            </a:r>
            <a:r>
              <a:rPr lang="de-CH" dirty="0" err="1"/>
              <a:t>dis</a:t>
            </a:r>
            <a:r>
              <a:rPr lang="de-CH" dirty="0"/>
              <a:t> </a:t>
            </a:r>
            <a:r>
              <a:rPr lang="de-CH" dirty="0" err="1"/>
              <a:t>preni</a:t>
            </a:r>
            <a:r>
              <a:rPr lang="de-CH" dirty="0"/>
              <a:t> </a:t>
            </a:r>
            <a:r>
              <a:rPr lang="de-CH" dirty="0" err="1"/>
              <a:t>utemporitium</a:t>
            </a:r>
            <a:r>
              <a:rPr lang="de-CH" dirty="0"/>
              <a:t> </a:t>
            </a:r>
            <a:r>
              <a:rPr lang="de-CH" dirty="0" err="1"/>
              <a:t>re</a:t>
            </a:r>
            <a:r>
              <a:rPr lang="de-CH" dirty="0"/>
              <a:t> </a:t>
            </a:r>
            <a:r>
              <a:rPr lang="de-CH" dirty="0" err="1"/>
              <a:t>nusci</a:t>
            </a:r>
            <a:r>
              <a:rPr lang="de-CH" dirty="0"/>
              <a:t> </a:t>
            </a:r>
            <a:r>
              <a:rPr lang="de-CH" dirty="0" err="1"/>
              <a:t>dolorae</a:t>
            </a:r>
            <a:r>
              <a:rPr lang="de-CH" dirty="0"/>
              <a:t> </a:t>
            </a:r>
            <a:r>
              <a:rPr lang="de-CH" dirty="0" err="1"/>
              <a:t>estiaeptat</a:t>
            </a:r>
            <a:r>
              <a:rPr lang="de-CH" dirty="0"/>
              <a:t> </a:t>
            </a:r>
            <a:r>
              <a:rPr lang="de-CH" dirty="0" err="1"/>
              <a:t>ut</a:t>
            </a:r>
            <a:r>
              <a:rPr lang="de-CH" dirty="0"/>
              <a:t> </a:t>
            </a:r>
            <a:r>
              <a:rPr lang="de-CH" dirty="0" err="1"/>
              <a:t>ipienis</a:t>
            </a:r>
            <a:r>
              <a:rPr lang="de-CH" dirty="0"/>
              <a:t> </a:t>
            </a:r>
            <a:r>
              <a:rPr lang="de-CH" dirty="0" err="1"/>
              <a:t>erferem</a:t>
            </a:r>
            <a:r>
              <a:rPr lang="de-CH" dirty="0"/>
              <a:t> </a:t>
            </a:r>
            <a:r>
              <a:rPr lang="de-CH" dirty="0" err="1"/>
              <a:t>fugiatis</a:t>
            </a:r>
            <a:r>
              <a:rPr lang="de-CH" dirty="0"/>
              <a:t> </a:t>
            </a:r>
            <a:r>
              <a:rPr lang="de-CH" dirty="0" err="1"/>
              <a:t>con</a:t>
            </a:r>
            <a:r>
              <a:rPr lang="de-CH" dirty="0"/>
              <a:t> </a:t>
            </a:r>
            <a:r>
              <a:rPr lang="de-CH" dirty="0" err="1"/>
              <a:t>re</a:t>
            </a:r>
            <a:r>
              <a:rPr lang="de-CH" dirty="0"/>
              <a:t> </a:t>
            </a:r>
            <a:r>
              <a:rPr lang="de-CH" dirty="0" err="1"/>
              <a:t>voloriant</a:t>
            </a:r>
            <a:r>
              <a:rPr lang="de-CH" dirty="0"/>
              <a:t> </a:t>
            </a:r>
            <a:r>
              <a:rPr lang="de-CH" dirty="0" err="1"/>
              <a:t>hicid</a:t>
            </a:r>
            <a:r>
              <a:rPr lang="de-CH" dirty="0"/>
              <a:t> </a:t>
            </a:r>
            <a:r>
              <a:rPr lang="de-CH" dirty="0" err="1"/>
              <a:t>quati</a:t>
            </a:r>
            <a:r>
              <a:rPr lang="de-CH" dirty="0"/>
              <a:t> </a:t>
            </a:r>
            <a:r>
              <a:rPr lang="de-CH" dirty="0" err="1"/>
              <a:t>alibereicid</a:t>
            </a:r>
            <a:r>
              <a:rPr lang="de-CH" dirty="0"/>
              <a:t> </a:t>
            </a:r>
            <a:r>
              <a:rPr lang="de-CH" dirty="0" err="1"/>
              <a:t>moluptatem</a:t>
            </a:r>
            <a:r>
              <a:rPr lang="de-CH" dirty="0"/>
              <a:t> </a:t>
            </a:r>
            <a:r>
              <a:rPr lang="de-CH" dirty="0" err="1"/>
              <a:t>eos</a:t>
            </a:r>
            <a:r>
              <a:rPr lang="de-CH" dirty="0"/>
              <a:t> </a:t>
            </a:r>
            <a:r>
              <a:rPr lang="de-CH" dirty="0" err="1"/>
              <a:t>sit</a:t>
            </a:r>
            <a:r>
              <a:rPr lang="de-CH" dirty="0"/>
              <a:t> es </a:t>
            </a:r>
            <a:r>
              <a:rPr lang="de-CH" dirty="0" err="1"/>
              <a:t>restiscia</a:t>
            </a:r>
            <a:r>
              <a:rPr lang="de-CH" dirty="0"/>
              <a:t> </a:t>
            </a:r>
            <a:r>
              <a:rPr lang="de-CH" dirty="0" err="1"/>
              <a:t>exero</a:t>
            </a:r>
            <a:r>
              <a:rPr lang="de-CH" dirty="0"/>
              <a:t> </a:t>
            </a:r>
            <a:r>
              <a:rPr lang="de-CH" dirty="0" err="1"/>
              <a:t>blam</a:t>
            </a:r>
            <a:r>
              <a:rPr lang="de-CH" dirty="0"/>
              <a:t> </a:t>
            </a:r>
            <a:r>
              <a:rPr lang="de-CH" dirty="0" err="1"/>
              <a:t>verit</a:t>
            </a:r>
            <a:r>
              <a:rPr lang="de-CH" dirty="0"/>
              <a:t> </a:t>
            </a:r>
            <a:r>
              <a:rPr lang="de-CH" dirty="0" err="1"/>
              <a:t>aut</a:t>
            </a:r>
            <a:r>
              <a:rPr lang="de-CH" dirty="0"/>
              <a:t> </a:t>
            </a:r>
            <a:r>
              <a:rPr lang="de-CH" dirty="0" err="1"/>
              <a:t>demporporem</a:t>
            </a:r>
            <a:r>
              <a:rPr lang="de-CH" dirty="0"/>
              <a:t> quam </a:t>
            </a:r>
            <a:r>
              <a:rPr lang="de-CH" dirty="0" err="1"/>
              <a:t>dita</a:t>
            </a:r>
            <a:r>
              <a:rPr lang="de-CH" dirty="0"/>
              <a:t> </a:t>
            </a:r>
            <a:r>
              <a:rPr lang="de-CH" dirty="0" err="1"/>
              <a:t>eicatis</a:t>
            </a:r>
            <a:r>
              <a:rPr lang="de-CH" dirty="0"/>
              <a:t> </a:t>
            </a:r>
            <a:r>
              <a:rPr lang="de-CH" dirty="0" err="1"/>
              <a:t>molecab</a:t>
            </a:r>
            <a:r>
              <a:rPr lang="de-CH" dirty="0"/>
              <a:t> </a:t>
            </a:r>
            <a:r>
              <a:rPr lang="de-CH" dirty="0" err="1"/>
              <a:t>oreicit</a:t>
            </a:r>
            <a:r>
              <a:rPr lang="de-CH" dirty="0"/>
              <a:t> </a:t>
            </a:r>
            <a:r>
              <a:rPr lang="de-CH" dirty="0" err="1"/>
              <a:t>doluptis</a:t>
            </a:r>
            <a:r>
              <a:rPr lang="de-CH" dirty="0"/>
              <a:t> </a:t>
            </a:r>
            <a:r>
              <a:rPr lang="de-CH" dirty="0" err="1"/>
              <a:t>sum</a:t>
            </a:r>
            <a:r>
              <a:rPr lang="de-CH" dirty="0"/>
              <a:t>, </a:t>
            </a:r>
            <a:r>
              <a:rPr lang="de-CH" dirty="0" err="1"/>
              <a:t>que</a:t>
            </a:r>
            <a:r>
              <a:rPr lang="de-CH" dirty="0"/>
              <a:t> </a:t>
            </a:r>
            <a:r>
              <a:rPr lang="de-CH" dirty="0" err="1"/>
              <a:t>quatque</a:t>
            </a:r>
            <a:r>
              <a:rPr lang="de-CH" dirty="0"/>
              <a:t> non </a:t>
            </a:r>
            <a:r>
              <a:rPr lang="de-CH" dirty="0" err="1"/>
              <a:t>core</a:t>
            </a:r>
            <a:r>
              <a:rPr lang="de-CH" dirty="0"/>
              <a:t> </a:t>
            </a:r>
            <a:r>
              <a:rPr lang="de-CH" dirty="0" err="1"/>
              <a:t>nest</a:t>
            </a:r>
            <a:r>
              <a:rPr lang="de-CH" dirty="0"/>
              <a:t> quos </a:t>
            </a:r>
            <a:r>
              <a:rPr lang="de-CH" dirty="0" err="1"/>
              <a:t>eserehent</a:t>
            </a:r>
            <a:r>
              <a:rPr lang="de-CH" dirty="0"/>
              <a:t>. </a:t>
            </a:r>
            <a:r>
              <a:rPr lang="de-CH" dirty="0" err="1"/>
              <a:t>Agnis</a:t>
            </a:r>
            <a:r>
              <a:rPr lang="de-CH" dirty="0"/>
              <a:t> et </a:t>
            </a:r>
            <a:r>
              <a:rPr lang="de-CH" dirty="0" err="1"/>
              <a:t>quis</a:t>
            </a:r>
            <a:r>
              <a:rPr lang="de-CH" dirty="0"/>
              <a:t> quo </a:t>
            </a:r>
            <a:r>
              <a:rPr lang="de-CH" dirty="0" err="1"/>
              <a:t>ma</a:t>
            </a:r>
            <a:r>
              <a:rPr lang="de-CH" dirty="0"/>
              <a:t> non et </a:t>
            </a:r>
            <a:r>
              <a:rPr lang="de-CH" dirty="0" err="1"/>
              <a:t>harum</a:t>
            </a:r>
            <a:r>
              <a:rPr lang="de-CH" dirty="0"/>
              <a:t> laut lab </a:t>
            </a:r>
            <a:r>
              <a:rPr lang="de-CH" dirty="0" err="1"/>
              <a:t>iducit</a:t>
            </a:r>
            <a:r>
              <a:rPr lang="de-CH" dirty="0"/>
              <a:t> </a:t>
            </a:r>
            <a:r>
              <a:rPr lang="de-CH" dirty="0" err="1"/>
              <a:t>volupti</a:t>
            </a:r>
            <a:r>
              <a:rPr lang="de-CH" dirty="0"/>
              <a:t> </a:t>
            </a:r>
            <a:r>
              <a:rPr lang="de-CH" dirty="0" err="1"/>
              <a:t>atestius</a:t>
            </a:r>
            <a:r>
              <a:rPr lang="de-CH" dirty="0"/>
              <a:t> </a:t>
            </a:r>
            <a:r>
              <a:rPr lang="de-CH" dirty="0" err="1"/>
              <a:t>sequi</a:t>
            </a:r>
            <a:r>
              <a:rPr lang="de-CH" dirty="0"/>
              <a:t> </a:t>
            </a:r>
            <a:r>
              <a:rPr lang="de-CH" dirty="0" err="1"/>
              <a:t>cor</a:t>
            </a:r>
            <a:r>
              <a:rPr lang="de-CH" dirty="0"/>
              <a:t> </a:t>
            </a:r>
            <a:r>
              <a:rPr lang="de-CH" dirty="0" err="1"/>
              <a:t>adit</a:t>
            </a:r>
            <a:r>
              <a:rPr lang="de-CH" dirty="0"/>
              <a:t> </a:t>
            </a:r>
            <a:r>
              <a:rPr lang="de-CH" dirty="0" err="1"/>
              <a:t>eos</a:t>
            </a:r>
            <a:r>
              <a:rPr lang="de-CH" dirty="0"/>
              <a:t> </a:t>
            </a:r>
            <a:r>
              <a:rPr lang="de-CH" dirty="0" err="1"/>
              <a:t>rendes</a:t>
            </a:r>
            <a:r>
              <a:rPr lang="de-CH" dirty="0"/>
              <a:t> a </a:t>
            </a:r>
            <a:r>
              <a:rPr lang="de-CH" dirty="0" err="1"/>
              <a:t>nonsed</a:t>
            </a:r>
            <a:r>
              <a:rPr lang="de-CH" dirty="0"/>
              <a:t> </a:t>
            </a:r>
            <a:r>
              <a:rPr lang="de-CH" dirty="0" err="1"/>
              <a:t>maximusda</a:t>
            </a:r>
            <a:r>
              <a:rPr lang="de-CH" dirty="0"/>
              <a:t> </a:t>
            </a:r>
            <a:r>
              <a:rPr lang="de-CH" dirty="0" err="1"/>
              <a:t>dolendae</a:t>
            </a:r>
            <a:r>
              <a:rPr lang="de-CH" dirty="0"/>
              <a:t> nos am, </a:t>
            </a:r>
            <a:r>
              <a:rPr lang="de-CH" dirty="0" err="1"/>
              <a:t>que</a:t>
            </a:r>
            <a:r>
              <a:rPr lang="de-CH" dirty="0"/>
              <a:t> </a:t>
            </a:r>
            <a:r>
              <a:rPr lang="de-CH" dirty="0" err="1"/>
              <a:t>simolore</a:t>
            </a:r>
            <a:r>
              <a:rPr lang="de-CH" dirty="0"/>
              <a:t> </a:t>
            </a:r>
            <a:r>
              <a:rPr lang="de-CH" dirty="0" err="1"/>
              <a:t>ipis</a:t>
            </a:r>
            <a:r>
              <a:rPr lang="de-CH" dirty="0"/>
              <a:t> </a:t>
            </a:r>
            <a:r>
              <a:rPr lang="de-CH" dirty="0" err="1"/>
              <a:t>sa</a:t>
            </a:r>
            <a:r>
              <a:rPr lang="de-CH" dirty="0"/>
              <a:t> </a:t>
            </a:r>
            <a:r>
              <a:rPr lang="de-CH" dirty="0" err="1"/>
              <a:t>dolore</a:t>
            </a:r>
            <a:r>
              <a:rPr lang="de-CH" dirty="0"/>
              <a:t> </a:t>
            </a:r>
            <a:r>
              <a:rPr lang="de-CH" dirty="0" err="1"/>
              <a:t>repuditatur</a:t>
            </a:r>
            <a:r>
              <a:rPr lang="de-CH" dirty="0"/>
              <a:t> ad </a:t>
            </a:r>
            <a:r>
              <a:rPr lang="de-CH" dirty="0" err="1"/>
              <a:t>esto</a:t>
            </a:r>
            <a:r>
              <a:rPr lang="de-CH" dirty="0"/>
              <a:t> et </a:t>
            </a:r>
            <a:r>
              <a:rPr lang="de-CH" dirty="0" err="1"/>
              <a:t>inverit</a:t>
            </a:r>
            <a:r>
              <a:rPr lang="de-CH" dirty="0"/>
              <a:t> </a:t>
            </a:r>
            <a:r>
              <a:rPr lang="de-CH" dirty="0" err="1"/>
              <a:t>atectibusa</a:t>
            </a:r>
            <a:r>
              <a:rPr lang="de-CH" dirty="0"/>
              <a:t> </a:t>
            </a:r>
            <a:r>
              <a:rPr lang="de-CH" dirty="0" err="1"/>
              <a:t>cusdant</a:t>
            </a:r>
            <a:r>
              <a:rPr lang="de-CH" dirty="0"/>
              <a:t> </a:t>
            </a:r>
            <a:r>
              <a:rPr lang="de-CH" dirty="0" err="1"/>
              <a:t>utatem</a:t>
            </a:r>
            <a:r>
              <a:rPr lang="de-CH" dirty="0"/>
              <a:t> </a:t>
            </a:r>
            <a:r>
              <a:rPr lang="de-CH" dirty="0" err="1"/>
              <a:t>as</a:t>
            </a:r>
            <a:r>
              <a:rPr lang="de-CH" dirty="0"/>
              <a:t> </a:t>
            </a:r>
            <a:r>
              <a:rPr lang="de-CH" dirty="0" err="1"/>
              <a:t>cullorrovit</a:t>
            </a:r>
            <a:r>
              <a:rPr lang="de-CH" dirty="0"/>
              <a:t> </a:t>
            </a:r>
            <a:r>
              <a:rPr lang="de-CH" dirty="0" err="1"/>
              <a:t>aliciun</a:t>
            </a:r>
            <a:r>
              <a:rPr lang="de-CH" dirty="0"/>
              <a:t> </a:t>
            </a:r>
            <a:r>
              <a:rPr lang="de-CH" dirty="0" err="1"/>
              <a:t>tibusdae</a:t>
            </a:r>
            <a:r>
              <a:rPr lang="de-CH" dirty="0"/>
              <a:t>. </a:t>
            </a:r>
            <a:r>
              <a:rPr lang="de-CH" dirty="0" err="1"/>
              <a:t>Officaboris</a:t>
            </a:r>
            <a:r>
              <a:rPr lang="de-CH" dirty="0"/>
              <a:t> </a:t>
            </a:r>
            <a:r>
              <a:rPr lang="de-CH" dirty="0" err="1"/>
              <a:t>maio</a:t>
            </a:r>
            <a:r>
              <a:rPr lang="de-CH" dirty="0"/>
              <a:t> </a:t>
            </a:r>
            <a:r>
              <a:rPr lang="de-CH" dirty="0" err="1"/>
              <a:t>mos</a:t>
            </a:r>
            <a:r>
              <a:rPr lang="de-CH" dirty="0"/>
              <a:t> et </a:t>
            </a:r>
            <a:r>
              <a:rPr lang="de-CH" dirty="0" err="1"/>
              <a:t>peleseque</a:t>
            </a:r>
            <a:r>
              <a:rPr lang="de-CH" dirty="0"/>
              <a:t> </a:t>
            </a:r>
            <a:r>
              <a:rPr lang="de-CH" dirty="0" err="1"/>
              <a:t>qui</a:t>
            </a:r>
            <a:r>
              <a:rPr lang="de-CH" dirty="0"/>
              <a:t> </a:t>
            </a:r>
            <a:r>
              <a:rPr lang="de-CH" dirty="0" err="1"/>
              <a:t>nit</a:t>
            </a:r>
            <a:r>
              <a:rPr lang="de-CH" dirty="0"/>
              <a:t> </a:t>
            </a:r>
            <a:r>
              <a:rPr lang="de-CH" dirty="0" err="1"/>
              <a:t>lam</a:t>
            </a:r>
            <a:r>
              <a:rPr lang="de-CH" dirty="0"/>
              <a:t>, </a:t>
            </a:r>
            <a:r>
              <a:rPr lang="de-CH" dirty="0" err="1"/>
              <a:t>cusam</a:t>
            </a:r>
            <a:r>
              <a:rPr lang="de-CH" dirty="0"/>
              <a:t> am </a:t>
            </a:r>
            <a:r>
              <a:rPr lang="de-CH" dirty="0" err="1"/>
              <a:t>rerferspit</a:t>
            </a:r>
            <a:r>
              <a:rPr lang="de-CH" dirty="0"/>
              <a:t> </a:t>
            </a:r>
            <a:r>
              <a:rPr lang="de-CH" dirty="0" err="1"/>
              <a:t>doluptae</a:t>
            </a:r>
            <a:r>
              <a:rPr lang="de-CH" dirty="0"/>
              <a:t> </a:t>
            </a:r>
            <a:r>
              <a:rPr lang="de-CH" dirty="0" err="1"/>
              <a:t>pe</a:t>
            </a:r>
            <a:r>
              <a:rPr lang="de-CH" dirty="0"/>
              <a:t> </a:t>
            </a:r>
            <a:r>
              <a:rPr lang="de-CH" dirty="0" err="1"/>
              <a:t>voluptatqui</a:t>
            </a:r>
            <a:r>
              <a:rPr lang="de-CH" dirty="0"/>
              <a:t> </a:t>
            </a:r>
            <a:r>
              <a:rPr lang="de-CH" dirty="0" err="1"/>
              <a:t>dis</a:t>
            </a:r>
            <a:r>
              <a:rPr lang="de-CH" dirty="0"/>
              <a:t> </a:t>
            </a:r>
            <a:r>
              <a:rPr lang="de-CH" dirty="0" err="1"/>
              <a:t>preni</a:t>
            </a:r>
            <a:r>
              <a:rPr lang="de-CH" dirty="0"/>
              <a:t> </a:t>
            </a:r>
            <a:r>
              <a:rPr lang="de-CH" dirty="0" err="1"/>
              <a:t>utemporitium</a:t>
            </a:r>
            <a:r>
              <a:rPr lang="de-CH" dirty="0"/>
              <a:t> </a:t>
            </a:r>
            <a:r>
              <a:rPr lang="de-CH" dirty="0" err="1"/>
              <a:t>re</a:t>
            </a:r>
            <a:r>
              <a:rPr lang="de-CH" dirty="0"/>
              <a:t> </a:t>
            </a:r>
            <a:r>
              <a:rPr lang="de-CH" dirty="0" err="1"/>
              <a:t>nusci</a:t>
            </a:r>
            <a:r>
              <a:rPr lang="de-CH" dirty="0"/>
              <a:t> </a:t>
            </a:r>
            <a:r>
              <a:rPr lang="de-CH" dirty="0" err="1"/>
              <a:t>dolorae</a:t>
            </a:r>
            <a:r>
              <a:rPr lang="de-CH" dirty="0"/>
              <a:t> </a:t>
            </a:r>
            <a:r>
              <a:rPr lang="de-CH" dirty="0" err="1"/>
              <a:t>estiaeptat</a:t>
            </a:r>
            <a:r>
              <a:rPr lang="de-CH" dirty="0"/>
              <a:t> </a:t>
            </a:r>
            <a:r>
              <a:rPr lang="de-CH" dirty="0" err="1"/>
              <a:t>ut</a:t>
            </a:r>
            <a:r>
              <a:rPr lang="de-CH" dirty="0"/>
              <a:t> </a:t>
            </a:r>
            <a:r>
              <a:rPr lang="de-CH" dirty="0" err="1"/>
              <a:t>ipienis</a:t>
            </a:r>
            <a:r>
              <a:rPr lang="de-CH" dirty="0"/>
              <a:t> </a:t>
            </a:r>
            <a:r>
              <a:rPr lang="de-CH" dirty="0" err="1"/>
              <a:t>erferem</a:t>
            </a:r>
            <a:r>
              <a:rPr lang="de-CH" dirty="0"/>
              <a:t> </a:t>
            </a:r>
            <a:r>
              <a:rPr lang="de-CH" dirty="0" err="1"/>
              <a:t>fugiatis</a:t>
            </a:r>
            <a:r>
              <a:rPr lang="de-CH" dirty="0"/>
              <a:t> </a:t>
            </a:r>
            <a:r>
              <a:rPr lang="de-CH" dirty="0" err="1"/>
              <a:t>con</a:t>
            </a:r>
            <a:r>
              <a:rPr lang="de-CH" dirty="0"/>
              <a:t> </a:t>
            </a:r>
            <a:r>
              <a:rPr lang="de-CH" dirty="0" err="1"/>
              <a:t>re</a:t>
            </a:r>
            <a:r>
              <a:rPr lang="de-CH" dirty="0"/>
              <a:t> </a:t>
            </a:r>
            <a:r>
              <a:rPr lang="de-CH" dirty="0" err="1"/>
              <a:t>voloriant</a:t>
            </a:r>
            <a:r>
              <a:rPr lang="de-CH" dirty="0"/>
              <a:t> </a:t>
            </a:r>
            <a:r>
              <a:rPr lang="de-CH" dirty="0" err="1"/>
              <a:t>hicid</a:t>
            </a:r>
            <a:r>
              <a:rPr lang="de-CH" dirty="0"/>
              <a:t> </a:t>
            </a:r>
            <a:r>
              <a:rPr lang="de-CH" dirty="0" err="1"/>
              <a:t>quati</a:t>
            </a:r>
            <a:r>
              <a:rPr lang="de-CH" dirty="0"/>
              <a:t> </a:t>
            </a:r>
            <a:r>
              <a:rPr lang="de-CH" dirty="0" err="1"/>
              <a:t>alibereicid</a:t>
            </a:r>
            <a:r>
              <a:rPr lang="de-CH" dirty="0"/>
              <a:t> </a:t>
            </a:r>
            <a:r>
              <a:rPr lang="de-CH" dirty="0" err="1"/>
              <a:t>moluptatem</a:t>
            </a:r>
            <a:r>
              <a:rPr lang="de-CH" dirty="0"/>
              <a:t> </a:t>
            </a:r>
            <a:r>
              <a:rPr lang="de-CH" dirty="0" err="1"/>
              <a:t>eos</a:t>
            </a:r>
            <a:r>
              <a:rPr lang="de-CH" dirty="0"/>
              <a:t> </a:t>
            </a:r>
            <a:r>
              <a:rPr lang="de-CH" dirty="0" err="1"/>
              <a:t>sit</a:t>
            </a:r>
            <a:r>
              <a:rPr lang="de-CH" dirty="0"/>
              <a:t> es </a:t>
            </a:r>
            <a:r>
              <a:rPr lang="de-CH" dirty="0" err="1"/>
              <a:t>restiscia</a:t>
            </a:r>
            <a:r>
              <a:rPr lang="de-CH" dirty="0"/>
              <a:t> </a:t>
            </a:r>
            <a:r>
              <a:rPr lang="de-CH" dirty="0" err="1"/>
              <a:t>exero</a:t>
            </a:r>
            <a:r>
              <a:rPr lang="de-CH" dirty="0"/>
              <a:t> </a:t>
            </a:r>
            <a:r>
              <a:rPr lang="de-CH" dirty="0" err="1"/>
              <a:t>blam</a:t>
            </a:r>
            <a:r>
              <a:rPr lang="de-CH" dirty="0"/>
              <a:t> </a:t>
            </a:r>
            <a:r>
              <a:rPr lang="de-CH" dirty="0" err="1"/>
              <a:t>verit</a:t>
            </a:r>
            <a:r>
              <a:rPr lang="de-CH" dirty="0"/>
              <a:t> </a:t>
            </a:r>
            <a:r>
              <a:rPr lang="de-CH" dirty="0" err="1"/>
              <a:t>aut</a:t>
            </a:r>
            <a:endParaRPr lang="de-CH" dirty="0"/>
          </a:p>
        </p:txBody>
      </p:sp>
      <p:sp>
        <p:nvSpPr>
          <p:cNvPr id="10" name="Textplatzhalter 17">
            <a:extLst>
              <a:ext uri="{FF2B5EF4-FFF2-40B4-BE49-F238E27FC236}">
                <a16:creationId xmlns:a16="http://schemas.microsoft.com/office/drawing/2014/main" id="{B463B866-43E4-27A1-128B-1E0B7FE3455F}"/>
              </a:ext>
            </a:extLst>
          </p:cNvPr>
          <p:cNvSpPr>
            <a:spLocks noGrp="1"/>
          </p:cNvSpPr>
          <p:nvPr>
            <p:ph type="body" sz="quarter" idx="53" hasCustomPrompt="1"/>
          </p:nvPr>
        </p:nvSpPr>
        <p:spPr>
          <a:xfrm>
            <a:off x="8476129" y="3828588"/>
            <a:ext cx="2817392" cy="286944"/>
          </a:xfrm>
        </p:spPr>
        <p:txBody>
          <a:bodyPr lIns="0" anchor="b">
            <a:noAutofit/>
          </a:bodyPr>
          <a:lstStyle>
            <a:lvl1pPr marL="0" indent="0" algn="l">
              <a:buNone/>
              <a:defRPr sz="1200" b="1">
                <a:latin typeface="Arial" panose="020B0604020202020204" pitchFamily="34" charset="0"/>
                <a:ea typeface="Gibson Book" pitchFamily="50" charset="0"/>
                <a:cs typeface="Arial" panose="020B0604020202020204" pitchFamily="34" charset="0"/>
              </a:defRPr>
            </a:lvl1pPr>
          </a:lstStyle>
          <a:p>
            <a:pPr>
              <a:spcAft>
                <a:spcPts val="300"/>
              </a:spcAft>
            </a:pPr>
            <a:r>
              <a:rPr lang="de-DE" dirty="0"/>
              <a:t>Bewertung</a:t>
            </a:r>
          </a:p>
        </p:txBody>
      </p:sp>
      <p:sp>
        <p:nvSpPr>
          <p:cNvPr id="3" name="Textplatzhalter 17">
            <a:extLst>
              <a:ext uri="{FF2B5EF4-FFF2-40B4-BE49-F238E27FC236}">
                <a16:creationId xmlns:a16="http://schemas.microsoft.com/office/drawing/2014/main" id="{24BE8641-2A42-1895-B2D2-2048DC496FBC}"/>
              </a:ext>
            </a:extLst>
          </p:cNvPr>
          <p:cNvSpPr>
            <a:spLocks noGrp="1"/>
          </p:cNvSpPr>
          <p:nvPr>
            <p:ph type="body" sz="quarter" idx="54" hasCustomPrompt="1"/>
          </p:nvPr>
        </p:nvSpPr>
        <p:spPr>
          <a:xfrm>
            <a:off x="479424" y="3828588"/>
            <a:ext cx="7705352" cy="286944"/>
          </a:xfrm>
        </p:spPr>
        <p:txBody>
          <a:bodyPr lIns="0" anchor="b">
            <a:noAutofit/>
          </a:bodyPr>
          <a:lstStyle>
            <a:lvl1pPr marL="0" indent="0" algn="l">
              <a:buNone/>
              <a:defRPr sz="1200" b="1">
                <a:latin typeface="Arial" panose="020B0604020202020204" pitchFamily="34" charset="0"/>
                <a:ea typeface="Gibson Book" pitchFamily="50" charset="0"/>
                <a:cs typeface="Arial" panose="020B0604020202020204" pitchFamily="34" charset="0"/>
              </a:defRPr>
            </a:lvl1p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lang="de-DE" dirty="0"/>
              <a:t>Titel / Projektsteckbrief</a:t>
            </a:r>
          </a:p>
        </p:txBody>
      </p:sp>
      <p:grpSp>
        <p:nvGrpSpPr>
          <p:cNvPr id="7" name="Group 4">
            <a:extLst>
              <a:ext uri="{FF2B5EF4-FFF2-40B4-BE49-F238E27FC236}">
                <a16:creationId xmlns:a16="http://schemas.microsoft.com/office/drawing/2014/main" id="{1B682BD6-565D-4D9F-C92F-B9954DF7601B}"/>
              </a:ext>
            </a:extLst>
          </p:cNvPr>
          <p:cNvGrpSpPr>
            <a:grpSpLocks noChangeAspect="1"/>
          </p:cNvGrpSpPr>
          <p:nvPr userDrawn="1"/>
        </p:nvGrpSpPr>
        <p:grpSpPr bwMode="auto">
          <a:xfrm flipH="1">
            <a:off x="9025731" y="-513384"/>
            <a:ext cx="6332538" cy="4443414"/>
            <a:chOff x="-2070" y="2038"/>
            <a:chExt cx="3989" cy="2799"/>
          </a:xfrm>
        </p:grpSpPr>
        <p:sp>
          <p:nvSpPr>
            <p:cNvPr id="9" name="Freeform 5">
              <a:extLst>
                <a:ext uri="{FF2B5EF4-FFF2-40B4-BE49-F238E27FC236}">
                  <a16:creationId xmlns:a16="http://schemas.microsoft.com/office/drawing/2014/main" id="{8BF9E055-B315-C259-7055-06B5CE7BA26D}"/>
                </a:ext>
              </a:extLst>
            </p:cNvPr>
            <p:cNvSpPr>
              <a:spLocks/>
            </p:cNvSpPr>
            <p:nvPr userDrawn="1"/>
          </p:nvSpPr>
          <p:spPr bwMode="auto">
            <a:xfrm>
              <a:off x="-2070" y="2728"/>
              <a:ext cx="1595" cy="1382"/>
            </a:xfrm>
            <a:custGeom>
              <a:avLst/>
              <a:gdLst>
                <a:gd name="T0" fmla="*/ 399 w 1595"/>
                <a:gd name="T1" fmla="*/ 0 h 1382"/>
                <a:gd name="T2" fmla="*/ 0 w 1595"/>
                <a:gd name="T3" fmla="*/ 690 h 1382"/>
                <a:gd name="T4" fmla="*/ 399 w 1595"/>
                <a:gd name="T5" fmla="*/ 1382 h 1382"/>
                <a:gd name="T6" fmla="*/ 1197 w 1595"/>
                <a:gd name="T7" fmla="*/ 1382 h 1382"/>
                <a:gd name="T8" fmla="*/ 1595 w 1595"/>
                <a:gd name="T9" fmla="*/ 690 h 1382"/>
                <a:gd name="T10" fmla="*/ 1197 w 1595"/>
                <a:gd name="T11" fmla="*/ 0 h 1382"/>
                <a:gd name="T12" fmla="*/ 399 w 1595"/>
                <a:gd name="T13" fmla="*/ 0 h 1382"/>
              </a:gdLst>
              <a:ahLst/>
              <a:cxnLst>
                <a:cxn ang="0">
                  <a:pos x="T0" y="T1"/>
                </a:cxn>
                <a:cxn ang="0">
                  <a:pos x="T2" y="T3"/>
                </a:cxn>
                <a:cxn ang="0">
                  <a:pos x="T4" y="T5"/>
                </a:cxn>
                <a:cxn ang="0">
                  <a:pos x="T6" y="T7"/>
                </a:cxn>
                <a:cxn ang="0">
                  <a:pos x="T8" y="T9"/>
                </a:cxn>
                <a:cxn ang="0">
                  <a:pos x="T10" y="T11"/>
                </a:cxn>
                <a:cxn ang="0">
                  <a:pos x="T12" y="T13"/>
                </a:cxn>
              </a:cxnLst>
              <a:rect l="0" t="0" r="r" b="b"/>
              <a:pathLst>
                <a:path w="1595" h="1382">
                  <a:moveTo>
                    <a:pt x="399" y="0"/>
                  </a:moveTo>
                  <a:lnTo>
                    <a:pt x="0" y="690"/>
                  </a:lnTo>
                  <a:lnTo>
                    <a:pt x="399" y="1382"/>
                  </a:lnTo>
                  <a:lnTo>
                    <a:pt x="1197" y="1382"/>
                  </a:lnTo>
                  <a:lnTo>
                    <a:pt x="1595" y="690"/>
                  </a:lnTo>
                  <a:lnTo>
                    <a:pt x="1197" y="0"/>
                  </a:lnTo>
                  <a:lnTo>
                    <a:pt x="399" y="0"/>
                  </a:lnTo>
                  <a:close/>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1" name="Freeform 6">
              <a:extLst>
                <a:ext uri="{FF2B5EF4-FFF2-40B4-BE49-F238E27FC236}">
                  <a16:creationId xmlns:a16="http://schemas.microsoft.com/office/drawing/2014/main" id="{70E806D4-7666-276C-8559-01B6A9C28177}"/>
                </a:ext>
              </a:extLst>
            </p:cNvPr>
            <p:cNvSpPr>
              <a:spLocks/>
            </p:cNvSpPr>
            <p:nvPr userDrawn="1"/>
          </p:nvSpPr>
          <p:spPr bwMode="auto">
            <a:xfrm>
              <a:off x="402" y="2797"/>
              <a:ext cx="1437" cy="1245"/>
            </a:xfrm>
            <a:custGeom>
              <a:avLst/>
              <a:gdLst>
                <a:gd name="T0" fmla="*/ 360 w 1437"/>
                <a:gd name="T1" fmla="*/ 0 h 1245"/>
                <a:gd name="T2" fmla="*/ 0 w 1437"/>
                <a:gd name="T3" fmla="*/ 623 h 1245"/>
                <a:gd name="T4" fmla="*/ 360 w 1437"/>
                <a:gd name="T5" fmla="*/ 1245 h 1245"/>
                <a:gd name="T6" fmla="*/ 1077 w 1437"/>
                <a:gd name="T7" fmla="*/ 1245 h 1245"/>
                <a:gd name="T8" fmla="*/ 1437 w 1437"/>
                <a:gd name="T9" fmla="*/ 623 h 1245"/>
                <a:gd name="T10" fmla="*/ 1077 w 1437"/>
                <a:gd name="T11" fmla="*/ 0 h 1245"/>
                <a:gd name="T12" fmla="*/ 360 w 1437"/>
                <a:gd name="T13" fmla="*/ 0 h 1245"/>
              </a:gdLst>
              <a:ahLst/>
              <a:cxnLst>
                <a:cxn ang="0">
                  <a:pos x="T0" y="T1"/>
                </a:cxn>
                <a:cxn ang="0">
                  <a:pos x="T2" y="T3"/>
                </a:cxn>
                <a:cxn ang="0">
                  <a:pos x="T4" y="T5"/>
                </a:cxn>
                <a:cxn ang="0">
                  <a:pos x="T6" y="T7"/>
                </a:cxn>
                <a:cxn ang="0">
                  <a:pos x="T8" y="T9"/>
                </a:cxn>
                <a:cxn ang="0">
                  <a:pos x="T10" y="T11"/>
                </a:cxn>
                <a:cxn ang="0">
                  <a:pos x="T12" y="T13"/>
                </a:cxn>
              </a:cxnLst>
              <a:rect l="0" t="0" r="r" b="b"/>
              <a:pathLst>
                <a:path w="1437" h="1245">
                  <a:moveTo>
                    <a:pt x="360" y="0"/>
                  </a:moveTo>
                  <a:lnTo>
                    <a:pt x="0" y="623"/>
                  </a:lnTo>
                  <a:lnTo>
                    <a:pt x="360" y="1245"/>
                  </a:lnTo>
                  <a:lnTo>
                    <a:pt x="1077" y="1245"/>
                  </a:lnTo>
                  <a:lnTo>
                    <a:pt x="1437" y="623"/>
                  </a:lnTo>
                  <a:lnTo>
                    <a:pt x="1077" y="0"/>
                  </a:lnTo>
                  <a:lnTo>
                    <a:pt x="360" y="0"/>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2" name="Line 7">
              <a:extLst>
                <a:ext uri="{FF2B5EF4-FFF2-40B4-BE49-F238E27FC236}">
                  <a16:creationId xmlns:a16="http://schemas.microsoft.com/office/drawing/2014/main" id="{B44DE37D-932B-8BD9-F01B-612A550C214E}"/>
                </a:ext>
              </a:extLst>
            </p:cNvPr>
            <p:cNvSpPr>
              <a:spLocks noChangeShapeType="1"/>
            </p:cNvSpPr>
            <p:nvPr userDrawn="1"/>
          </p:nvSpPr>
          <p:spPr bwMode="auto">
            <a:xfrm>
              <a:off x="-475" y="4801"/>
              <a:ext cx="0" cy="0"/>
            </a:xfrm>
            <a:prstGeom prst="line">
              <a:avLst/>
            </a:prstGeom>
            <a:noFill/>
            <a:ln w="26988"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3" name="Line 8">
              <a:extLst>
                <a:ext uri="{FF2B5EF4-FFF2-40B4-BE49-F238E27FC236}">
                  <a16:creationId xmlns:a16="http://schemas.microsoft.com/office/drawing/2014/main" id="{5A23F73A-E96C-DD61-C337-DD01BC1FC4C4}"/>
                </a:ext>
              </a:extLst>
            </p:cNvPr>
            <p:cNvSpPr>
              <a:spLocks noChangeShapeType="1"/>
            </p:cNvSpPr>
            <p:nvPr userDrawn="1"/>
          </p:nvSpPr>
          <p:spPr bwMode="auto">
            <a:xfrm>
              <a:off x="-873" y="4110"/>
              <a:ext cx="0" cy="0"/>
            </a:xfrm>
            <a:prstGeom prst="line">
              <a:avLst/>
            </a:prstGeom>
            <a:noFill/>
            <a:ln w="26988"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9">
              <a:extLst>
                <a:ext uri="{FF2B5EF4-FFF2-40B4-BE49-F238E27FC236}">
                  <a16:creationId xmlns:a16="http://schemas.microsoft.com/office/drawing/2014/main" id="{00CE90D8-51AC-D1CD-3BCA-EA57EB4438FA}"/>
                </a:ext>
              </a:extLst>
            </p:cNvPr>
            <p:cNvSpPr>
              <a:spLocks/>
            </p:cNvSpPr>
            <p:nvPr userDrawn="1"/>
          </p:nvSpPr>
          <p:spPr bwMode="auto">
            <a:xfrm>
              <a:off x="-873" y="3418"/>
              <a:ext cx="1596" cy="1383"/>
            </a:xfrm>
            <a:custGeom>
              <a:avLst/>
              <a:gdLst>
                <a:gd name="T0" fmla="*/ 435 w 1596"/>
                <a:gd name="T1" fmla="*/ 1383 h 1383"/>
                <a:gd name="T2" fmla="*/ 1196 w 1596"/>
                <a:gd name="T3" fmla="*/ 1383 h 1383"/>
                <a:gd name="T4" fmla="*/ 1596 w 1596"/>
                <a:gd name="T5" fmla="*/ 692 h 1383"/>
                <a:gd name="T6" fmla="*/ 1196 w 1596"/>
                <a:gd name="T7" fmla="*/ 0 h 1383"/>
                <a:gd name="T8" fmla="*/ 398 w 1596"/>
                <a:gd name="T9" fmla="*/ 0 h 1383"/>
                <a:gd name="T10" fmla="*/ 0 w 1596"/>
                <a:gd name="T11" fmla="*/ 692 h 1383"/>
              </a:gdLst>
              <a:ahLst/>
              <a:cxnLst>
                <a:cxn ang="0">
                  <a:pos x="T0" y="T1"/>
                </a:cxn>
                <a:cxn ang="0">
                  <a:pos x="T2" y="T3"/>
                </a:cxn>
                <a:cxn ang="0">
                  <a:pos x="T4" y="T5"/>
                </a:cxn>
                <a:cxn ang="0">
                  <a:pos x="T6" y="T7"/>
                </a:cxn>
                <a:cxn ang="0">
                  <a:pos x="T8" y="T9"/>
                </a:cxn>
                <a:cxn ang="0">
                  <a:pos x="T10" y="T11"/>
                </a:cxn>
              </a:cxnLst>
              <a:rect l="0" t="0" r="r" b="b"/>
              <a:pathLst>
                <a:path w="1596" h="1383">
                  <a:moveTo>
                    <a:pt x="435" y="1383"/>
                  </a:moveTo>
                  <a:lnTo>
                    <a:pt x="1196" y="1383"/>
                  </a:lnTo>
                  <a:lnTo>
                    <a:pt x="1596" y="692"/>
                  </a:lnTo>
                  <a:lnTo>
                    <a:pt x="1196" y="0"/>
                  </a:lnTo>
                  <a:lnTo>
                    <a:pt x="398" y="0"/>
                  </a:lnTo>
                  <a:lnTo>
                    <a:pt x="0" y="692"/>
                  </a:lnTo>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10">
              <a:extLst>
                <a:ext uri="{FF2B5EF4-FFF2-40B4-BE49-F238E27FC236}">
                  <a16:creationId xmlns:a16="http://schemas.microsoft.com/office/drawing/2014/main" id="{2FC74D4E-F263-D506-ADBF-7611EA3AFD8D}"/>
                </a:ext>
              </a:extLst>
            </p:cNvPr>
            <p:cNvSpPr>
              <a:spLocks/>
            </p:cNvSpPr>
            <p:nvPr userDrawn="1"/>
          </p:nvSpPr>
          <p:spPr bwMode="auto">
            <a:xfrm>
              <a:off x="-873" y="2038"/>
              <a:ext cx="1594" cy="1382"/>
            </a:xfrm>
            <a:custGeom>
              <a:avLst/>
              <a:gdLst>
                <a:gd name="T0" fmla="*/ 398 w 1594"/>
                <a:gd name="T1" fmla="*/ 0 h 1382"/>
                <a:gd name="T2" fmla="*/ 0 w 1594"/>
                <a:gd name="T3" fmla="*/ 690 h 1382"/>
                <a:gd name="T4" fmla="*/ 398 w 1594"/>
                <a:gd name="T5" fmla="*/ 1382 h 1382"/>
                <a:gd name="T6" fmla="*/ 1196 w 1594"/>
                <a:gd name="T7" fmla="*/ 1382 h 1382"/>
                <a:gd name="T8" fmla="*/ 1594 w 1594"/>
                <a:gd name="T9" fmla="*/ 690 h 1382"/>
                <a:gd name="T10" fmla="*/ 1196 w 1594"/>
                <a:gd name="T11" fmla="*/ 0 h 1382"/>
                <a:gd name="T12" fmla="*/ 398 w 1594"/>
                <a:gd name="T13" fmla="*/ 0 h 1382"/>
              </a:gdLst>
              <a:ahLst/>
              <a:cxnLst>
                <a:cxn ang="0">
                  <a:pos x="T0" y="T1"/>
                </a:cxn>
                <a:cxn ang="0">
                  <a:pos x="T2" y="T3"/>
                </a:cxn>
                <a:cxn ang="0">
                  <a:pos x="T4" y="T5"/>
                </a:cxn>
                <a:cxn ang="0">
                  <a:pos x="T6" y="T7"/>
                </a:cxn>
                <a:cxn ang="0">
                  <a:pos x="T8" y="T9"/>
                </a:cxn>
                <a:cxn ang="0">
                  <a:pos x="T10" y="T11"/>
                </a:cxn>
                <a:cxn ang="0">
                  <a:pos x="T12" y="T13"/>
                </a:cxn>
              </a:cxnLst>
              <a:rect l="0" t="0" r="r" b="b"/>
              <a:pathLst>
                <a:path w="1594" h="1382">
                  <a:moveTo>
                    <a:pt x="398" y="0"/>
                  </a:moveTo>
                  <a:lnTo>
                    <a:pt x="0" y="690"/>
                  </a:lnTo>
                  <a:lnTo>
                    <a:pt x="398" y="1382"/>
                  </a:lnTo>
                  <a:lnTo>
                    <a:pt x="1196" y="1382"/>
                  </a:lnTo>
                  <a:lnTo>
                    <a:pt x="1594" y="690"/>
                  </a:lnTo>
                  <a:lnTo>
                    <a:pt x="1196" y="0"/>
                  </a:lnTo>
                  <a:lnTo>
                    <a:pt x="398" y="0"/>
                  </a:lnTo>
                  <a:close/>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1">
              <a:extLst>
                <a:ext uri="{FF2B5EF4-FFF2-40B4-BE49-F238E27FC236}">
                  <a16:creationId xmlns:a16="http://schemas.microsoft.com/office/drawing/2014/main" id="{DBB76B2C-FE9D-9852-C0BB-7C18A6EFB4F0}"/>
                </a:ext>
              </a:extLst>
            </p:cNvPr>
            <p:cNvSpPr>
              <a:spLocks/>
            </p:cNvSpPr>
            <p:nvPr userDrawn="1"/>
          </p:nvSpPr>
          <p:spPr bwMode="auto">
            <a:xfrm>
              <a:off x="323" y="2728"/>
              <a:ext cx="1596" cy="1382"/>
            </a:xfrm>
            <a:custGeom>
              <a:avLst/>
              <a:gdLst>
                <a:gd name="T0" fmla="*/ 1161 w 1596"/>
                <a:gd name="T1" fmla="*/ 1382 h 1382"/>
                <a:gd name="T2" fmla="*/ 398 w 1596"/>
                <a:gd name="T3" fmla="*/ 1382 h 1382"/>
                <a:gd name="T4" fmla="*/ 0 w 1596"/>
                <a:gd name="T5" fmla="*/ 692 h 1382"/>
                <a:gd name="T6" fmla="*/ 398 w 1596"/>
                <a:gd name="T7" fmla="*/ 0 h 1382"/>
                <a:gd name="T8" fmla="*/ 1197 w 1596"/>
                <a:gd name="T9" fmla="*/ 0 h 1382"/>
                <a:gd name="T10" fmla="*/ 1596 w 1596"/>
                <a:gd name="T11" fmla="*/ 690 h 1382"/>
              </a:gdLst>
              <a:ahLst/>
              <a:cxnLst>
                <a:cxn ang="0">
                  <a:pos x="T0" y="T1"/>
                </a:cxn>
                <a:cxn ang="0">
                  <a:pos x="T2" y="T3"/>
                </a:cxn>
                <a:cxn ang="0">
                  <a:pos x="T4" y="T5"/>
                </a:cxn>
                <a:cxn ang="0">
                  <a:pos x="T6" y="T7"/>
                </a:cxn>
                <a:cxn ang="0">
                  <a:pos x="T8" y="T9"/>
                </a:cxn>
                <a:cxn ang="0">
                  <a:pos x="T10" y="T11"/>
                </a:cxn>
              </a:cxnLst>
              <a:rect l="0" t="0" r="r" b="b"/>
              <a:pathLst>
                <a:path w="1596" h="1382">
                  <a:moveTo>
                    <a:pt x="1161" y="1382"/>
                  </a:moveTo>
                  <a:lnTo>
                    <a:pt x="398" y="1382"/>
                  </a:lnTo>
                  <a:lnTo>
                    <a:pt x="0" y="692"/>
                  </a:lnTo>
                  <a:lnTo>
                    <a:pt x="398" y="0"/>
                  </a:lnTo>
                  <a:lnTo>
                    <a:pt x="1197" y="0"/>
                  </a:lnTo>
                  <a:lnTo>
                    <a:pt x="1596" y="690"/>
                  </a:lnTo>
                </a:path>
              </a:pathLst>
            </a:custGeom>
            <a:noFill/>
            <a:ln w="26988"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7" name="Freeform 12">
              <a:extLst>
                <a:ext uri="{FF2B5EF4-FFF2-40B4-BE49-F238E27FC236}">
                  <a16:creationId xmlns:a16="http://schemas.microsoft.com/office/drawing/2014/main" id="{A64C6EFD-1352-A368-A36C-AEA6385976FE}"/>
                </a:ext>
              </a:extLst>
            </p:cNvPr>
            <p:cNvSpPr>
              <a:spLocks/>
            </p:cNvSpPr>
            <p:nvPr userDrawn="1"/>
          </p:nvSpPr>
          <p:spPr bwMode="auto">
            <a:xfrm>
              <a:off x="-500" y="4769"/>
              <a:ext cx="68" cy="68"/>
            </a:xfrm>
            <a:custGeom>
              <a:avLst/>
              <a:gdLst>
                <a:gd name="T0" fmla="*/ 45 w 51"/>
                <a:gd name="T1" fmla="*/ 37 h 51"/>
                <a:gd name="T2" fmla="*/ 14 w 51"/>
                <a:gd name="T3" fmla="*/ 45 h 51"/>
                <a:gd name="T4" fmla="*/ 6 w 51"/>
                <a:gd name="T5" fmla="*/ 14 h 51"/>
                <a:gd name="T6" fmla="*/ 37 w 51"/>
                <a:gd name="T7" fmla="*/ 6 h 51"/>
                <a:gd name="T8" fmla="*/ 45 w 51"/>
                <a:gd name="T9" fmla="*/ 37 h 51"/>
              </a:gdLst>
              <a:ahLst/>
              <a:cxnLst>
                <a:cxn ang="0">
                  <a:pos x="T0" y="T1"/>
                </a:cxn>
                <a:cxn ang="0">
                  <a:pos x="T2" y="T3"/>
                </a:cxn>
                <a:cxn ang="0">
                  <a:pos x="T4" y="T5"/>
                </a:cxn>
                <a:cxn ang="0">
                  <a:pos x="T6" y="T7"/>
                </a:cxn>
                <a:cxn ang="0">
                  <a:pos x="T8" y="T9"/>
                </a:cxn>
              </a:cxnLst>
              <a:rect l="0" t="0" r="r" b="b"/>
              <a:pathLst>
                <a:path w="51" h="51">
                  <a:moveTo>
                    <a:pt x="45" y="37"/>
                  </a:moveTo>
                  <a:cubicBezTo>
                    <a:pt x="39" y="47"/>
                    <a:pt x="25" y="51"/>
                    <a:pt x="14" y="45"/>
                  </a:cubicBezTo>
                  <a:cubicBezTo>
                    <a:pt x="3" y="39"/>
                    <a:pt x="0" y="25"/>
                    <a:pt x="6" y="14"/>
                  </a:cubicBezTo>
                  <a:cubicBezTo>
                    <a:pt x="12" y="3"/>
                    <a:pt x="26" y="0"/>
                    <a:pt x="37" y="6"/>
                  </a:cubicBezTo>
                  <a:cubicBezTo>
                    <a:pt x="47" y="12"/>
                    <a:pt x="51" y="26"/>
                    <a:pt x="45" y="37"/>
                  </a:cubicBezTo>
                  <a:close/>
                </a:path>
              </a:pathLst>
            </a:custGeom>
            <a:solidFill>
              <a:schemeClr val="tx2"/>
            </a:solidFill>
            <a:ln w="269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sp>
          <p:nvSpPr>
            <p:cNvPr id="18" name="Freeform 13">
              <a:extLst>
                <a:ext uri="{FF2B5EF4-FFF2-40B4-BE49-F238E27FC236}">
                  <a16:creationId xmlns:a16="http://schemas.microsoft.com/office/drawing/2014/main" id="{4F899F0F-BB0A-2D1F-9559-6ED7EC004D8C}"/>
                </a:ext>
              </a:extLst>
            </p:cNvPr>
            <p:cNvSpPr>
              <a:spLocks/>
            </p:cNvSpPr>
            <p:nvPr userDrawn="1"/>
          </p:nvSpPr>
          <p:spPr bwMode="auto">
            <a:xfrm>
              <a:off x="1479" y="4077"/>
              <a:ext cx="68" cy="68"/>
            </a:xfrm>
            <a:custGeom>
              <a:avLst/>
              <a:gdLst>
                <a:gd name="T0" fmla="*/ 45 w 51"/>
                <a:gd name="T1" fmla="*/ 37 h 52"/>
                <a:gd name="T2" fmla="*/ 14 w 51"/>
                <a:gd name="T3" fmla="*/ 45 h 52"/>
                <a:gd name="T4" fmla="*/ 6 w 51"/>
                <a:gd name="T5" fmla="*/ 15 h 52"/>
                <a:gd name="T6" fmla="*/ 37 w 51"/>
                <a:gd name="T7" fmla="*/ 6 h 52"/>
                <a:gd name="T8" fmla="*/ 45 w 51"/>
                <a:gd name="T9" fmla="*/ 37 h 52"/>
              </a:gdLst>
              <a:ahLst/>
              <a:cxnLst>
                <a:cxn ang="0">
                  <a:pos x="T0" y="T1"/>
                </a:cxn>
                <a:cxn ang="0">
                  <a:pos x="T2" y="T3"/>
                </a:cxn>
                <a:cxn ang="0">
                  <a:pos x="T4" y="T5"/>
                </a:cxn>
                <a:cxn ang="0">
                  <a:pos x="T6" y="T7"/>
                </a:cxn>
                <a:cxn ang="0">
                  <a:pos x="T8" y="T9"/>
                </a:cxn>
              </a:cxnLst>
              <a:rect l="0" t="0" r="r" b="b"/>
              <a:pathLst>
                <a:path w="51" h="52">
                  <a:moveTo>
                    <a:pt x="45" y="37"/>
                  </a:moveTo>
                  <a:cubicBezTo>
                    <a:pt x="39" y="48"/>
                    <a:pt x="25" y="52"/>
                    <a:pt x="14" y="45"/>
                  </a:cubicBezTo>
                  <a:cubicBezTo>
                    <a:pt x="3" y="39"/>
                    <a:pt x="0" y="25"/>
                    <a:pt x="6" y="15"/>
                  </a:cubicBezTo>
                  <a:cubicBezTo>
                    <a:pt x="12" y="4"/>
                    <a:pt x="26" y="0"/>
                    <a:pt x="37" y="6"/>
                  </a:cubicBezTo>
                  <a:cubicBezTo>
                    <a:pt x="47" y="13"/>
                    <a:pt x="51" y="26"/>
                    <a:pt x="45" y="37"/>
                  </a:cubicBezTo>
                  <a:close/>
                </a:path>
              </a:pathLst>
            </a:custGeom>
            <a:solidFill>
              <a:schemeClr val="tx2"/>
            </a:solidFill>
            <a:ln w="269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sp>
          <p:nvSpPr>
            <p:cNvPr id="19" name="Freeform 14">
              <a:extLst>
                <a:ext uri="{FF2B5EF4-FFF2-40B4-BE49-F238E27FC236}">
                  <a16:creationId xmlns:a16="http://schemas.microsoft.com/office/drawing/2014/main" id="{9F50035F-2AC5-0B23-8870-7EB7F59EB649}"/>
                </a:ext>
              </a:extLst>
            </p:cNvPr>
            <p:cNvSpPr>
              <a:spLocks/>
            </p:cNvSpPr>
            <p:nvPr userDrawn="1"/>
          </p:nvSpPr>
          <p:spPr bwMode="auto">
            <a:xfrm>
              <a:off x="-1991" y="2797"/>
              <a:ext cx="1437" cy="1244"/>
            </a:xfrm>
            <a:custGeom>
              <a:avLst/>
              <a:gdLst>
                <a:gd name="T0" fmla="*/ 360 w 1437"/>
                <a:gd name="T1" fmla="*/ 0 h 1244"/>
                <a:gd name="T2" fmla="*/ 0 w 1437"/>
                <a:gd name="T3" fmla="*/ 621 h 1244"/>
                <a:gd name="T4" fmla="*/ 360 w 1437"/>
                <a:gd name="T5" fmla="*/ 1244 h 1244"/>
                <a:gd name="T6" fmla="*/ 1078 w 1437"/>
                <a:gd name="T7" fmla="*/ 1244 h 1244"/>
                <a:gd name="T8" fmla="*/ 1437 w 1437"/>
                <a:gd name="T9" fmla="*/ 621 h 1244"/>
                <a:gd name="T10" fmla="*/ 1078 w 1437"/>
                <a:gd name="T11" fmla="*/ 0 h 1244"/>
                <a:gd name="T12" fmla="*/ 360 w 1437"/>
                <a:gd name="T13" fmla="*/ 0 h 1244"/>
              </a:gdLst>
              <a:ahLst/>
              <a:cxnLst>
                <a:cxn ang="0">
                  <a:pos x="T0" y="T1"/>
                </a:cxn>
                <a:cxn ang="0">
                  <a:pos x="T2" y="T3"/>
                </a:cxn>
                <a:cxn ang="0">
                  <a:pos x="T4" y="T5"/>
                </a:cxn>
                <a:cxn ang="0">
                  <a:pos x="T6" y="T7"/>
                </a:cxn>
                <a:cxn ang="0">
                  <a:pos x="T8" y="T9"/>
                </a:cxn>
                <a:cxn ang="0">
                  <a:pos x="T10" y="T11"/>
                </a:cxn>
                <a:cxn ang="0">
                  <a:pos x="T12" y="T13"/>
                </a:cxn>
              </a:cxnLst>
              <a:rect l="0" t="0" r="r" b="b"/>
              <a:pathLst>
                <a:path w="1437" h="1244">
                  <a:moveTo>
                    <a:pt x="360" y="0"/>
                  </a:moveTo>
                  <a:lnTo>
                    <a:pt x="0" y="621"/>
                  </a:lnTo>
                  <a:lnTo>
                    <a:pt x="360" y="1244"/>
                  </a:lnTo>
                  <a:lnTo>
                    <a:pt x="1078" y="1244"/>
                  </a:lnTo>
                  <a:lnTo>
                    <a:pt x="1437" y="621"/>
                  </a:lnTo>
                  <a:lnTo>
                    <a:pt x="1078" y="0"/>
                  </a:lnTo>
                  <a:lnTo>
                    <a:pt x="360" y="0"/>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grpSp>
      <p:sp>
        <p:nvSpPr>
          <p:cNvPr id="22" name="Fußzeilenplatzhalter 5">
            <a:extLst>
              <a:ext uri="{FF2B5EF4-FFF2-40B4-BE49-F238E27FC236}">
                <a16:creationId xmlns:a16="http://schemas.microsoft.com/office/drawing/2014/main" id="{AE484538-4E51-87F8-D111-1E026F34B3D0}"/>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dirty="0"/>
              <a:t>Titel des Dokuments | Version 1.1</a:t>
            </a:r>
            <a:endParaRPr lang="de-CH" dirty="0"/>
          </a:p>
        </p:txBody>
      </p:sp>
      <p:sp>
        <p:nvSpPr>
          <p:cNvPr id="2" name="Textplatzhalter 9">
            <a:extLst>
              <a:ext uri="{FF2B5EF4-FFF2-40B4-BE49-F238E27FC236}">
                <a16:creationId xmlns:a16="http://schemas.microsoft.com/office/drawing/2014/main" id="{63CF53EA-31AA-C1AF-45A4-455A774B826D}"/>
              </a:ext>
            </a:extLst>
          </p:cNvPr>
          <p:cNvSpPr>
            <a:spLocks noGrp="1"/>
          </p:cNvSpPr>
          <p:nvPr>
            <p:ph type="body" sz="quarter" idx="55" hasCustomPrompt="1"/>
          </p:nvPr>
        </p:nvSpPr>
        <p:spPr>
          <a:xfrm>
            <a:off x="372977" y="549275"/>
            <a:ext cx="7811798"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23" name="Titelplatzhalter 1">
            <a:extLst>
              <a:ext uri="{FF2B5EF4-FFF2-40B4-BE49-F238E27FC236}">
                <a16:creationId xmlns:a16="http://schemas.microsoft.com/office/drawing/2014/main" id="{DA243F23-91AF-4625-D3EF-EC0DBB4F7B0A}"/>
              </a:ext>
            </a:extLst>
          </p:cNvPr>
          <p:cNvSpPr>
            <a:spLocks noGrp="1"/>
          </p:cNvSpPr>
          <p:nvPr>
            <p:ph type="title" hasCustomPrompt="1"/>
          </p:nvPr>
        </p:nvSpPr>
        <p:spPr>
          <a:xfrm>
            <a:off x="372979" y="901171"/>
            <a:ext cx="7811797" cy="440267"/>
          </a:xfrm>
          <a:prstGeom prst="rect">
            <a:avLst/>
          </a:prstGeom>
        </p:spPr>
        <p:txBody>
          <a:bodyPr vert="horz" lIns="91440" tIns="45720" rIns="91440" bIns="45720" rtlCol="0" anchor="t">
            <a:noAutofit/>
          </a:bodyPr>
          <a:lstStyle>
            <a:lvl1pPr>
              <a:defRPr sz="2600"/>
            </a:lvl1pPr>
          </a:lstStyle>
          <a:p>
            <a:r>
              <a:rPr lang="de-DE" dirty="0"/>
              <a:t>Grobkonzept: Konzepttitel XY</a:t>
            </a:r>
            <a:endParaRPr lang="de-CH" dirty="0"/>
          </a:p>
        </p:txBody>
      </p:sp>
    </p:spTree>
    <p:extLst>
      <p:ext uri="{BB962C8B-B14F-4D97-AF65-F5344CB8AC3E}">
        <p14:creationId xmlns:p14="http://schemas.microsoft.com/office/powerpoint/2010/main" val="2848211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33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Projektteam extern">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47C0E8BF-EDEE-F066-C901-58AEDC168BEC}"/>
              </a:ext>
            </a:extLst>
          </p:cNvPr>
          <p:cNvSpPr>
            <a:spLocks noGrp="1"/>
          </p:cNvSpPr>
          <p:nvPr>
            <p:ph type="body" idx="36" hasCustomPrompt="1"/>
          </p:nvPr>
        </p:nvSpPr>
        <p:spPr>
          <a:xfrm>
            <a:off x="3423170" y="1802746"/>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4" name="Text Placeholder 15">
            <a:extLst>
              <a:ext uri="{FF2B5EF4-FFF2-40B4-BE49-F238E27FC236}">
                <a16:creationId xmlns:a16="http://schemas.microsoft.com/office/drawing/2014/main" id="{D42243ED-1751-DA4C-428D-3071FA244B9F}"/>
              </a:ext>
            </a:extLst>
          </p:cNvPr>
          <p:cNvSpPr>
            <a:spLocks noGrp="1"/>
          </p:cNvSpPr>
          <p:nvPr>
            <p:ph type="body" idx="37" hasCustomPrompt="1"/>
          </p:nvPr>
        </p:nvSpPr>
        <p:spPr>
          <a:xfrm>
            <a:off x="1981229" y="1802746"/>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6" name="Text Placeholder 15">
            <a:extLst>
              <a:ext uri="{FF2B5EF4-FFF2-40B4-BE49-F238E27FC236}">
                <a16:creationId xmlns:a16="http://schemas.microsoft.com/office/drawing/2014/main" id="{EC16D64E-AEC2-3D25-2819-47AB70E85A2D}"/>
              </a:ext>
            </a:extLst>
          </p:cNvPr>
          <p:cNvSpPr>
            <a:spLocks noGrp="1"/>
          </p:cNvSpPr>
          <p:nvPr>
            <p:ph type="body" idx="38" hasCustomPrompt="1"/>
          </p:nvPr>
        </p:nvSpPr>
        <p:spPr>
          <a:xfrm>
            <a:off x="533509" y="1802746"/>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26" name="AutoShape 3">
            <a:extLst>
              <a:ext uri="{FF2B5EF4-FFF2-40B4-BE49-F238E27FC236}">
                <a16:creationId xmlns:a16="http://schemas.microsoft.com/office/drawing/2014/main" id="{6F66AA92-71BD-C322-584A-B3D830036C1F}"/>
              </a:ext>
            </a:extLst>
          </p:cNvPr>
          <p:cNvSpPr>
            <a:spLocks noChangeAspect="1" noChangeArrowheads="1" noTextEdit="1"/>
          </p:cNvSpPr>
          <p:nvPr userDrawn="1"/>
        </p:nvSpPr>
        <p:spPr bwMode="auto">
          <a:xfrm>
            <a:off x="2797681" y="2788269"/>
            <a:ext cx="6009262" cy="1038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CH"/>
          </a:p>
        </p:txBody>
      </p:sp>
      <p:sp>
        <p:nvSpPr>
          <p:cNvPr id="27" name="Line 5">
            <a:extLst>
              <a:ext uri="{FF2B5EF4-FFF2-40B4-BE49-F238E27FC236}">
                <a16:creationId xmlns:a16="http://schemas.microsoft.com/office/drawing/2014/main" id="{88F6812D-D65D-0D1B-6E36-E267D050232A}"/>
              </a:ext>
            </a:extLst>
          </p:cNvPr>
          <p:cNvSpPr>
            <a:spLocks noChangeShapeType="1"/>
          </p:cNvSpPr>
          <p:nvPr userDrawn="1"/>
        </p:nvSpPr>
        <p:spPr bwMode="auto">
          <a:xfrm>
            <a:off x="2507422" y="311448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000">
              <a:latin typeface="Arial" panose="020B0604020202020204" pitchFamily="34" charset="0"/>
              <a:cs typeface="Arial" panose="020B0604020202020204" pitchFamily="34" charset="0"/>
            </a:endParaRPr>
          </a:p>
        </p:txBody>
      </p:sp>
      <p:sp>
        <p:nvSpPr>
          <p:cNvPr id="31" name="Line 9">
            <a:extLst>
              <a:ext uri="{FF2B5EF4-FFF2-40B4-BE49-F238E27FC236}">
                <a16:creationId xmlns:a16="http://schemas.microsoft.com/office/drawing/2014/main" id="{43E28895-8AA7-DAB5-2A4B-328B19A1E387}"/>
              </a:ext>
            </a:extLst>
          </p:cNvPr>
          <p:cNvSpPr>
            <a:spLocks noChangeShapeType="1"/>
          </p:cNvSpPr>
          <p:nvPr userDrawn="1"/>
        </p:nvSpPr>
        <p:spPr bwMode="auto">
          <a:xfrm>
            <a:off x="3949363" y="311448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000">
              <a:latin typeface="Arial" panose="020B0604020202020204" pitchFamily="34" charset="0"/>
              <a:cs typeface="Arial" panose="020B0604020202020204" pitchFamily="34" charset="0"/>
            </a:endParaRPr>
          </a:p>
        </p:txBody>
      </p:sp>
      <p:sp>
        <p:nvSpPr>
          <p:cNvPr id="35" name="Line 13">
            <a:extLst>
              <a:ext uri="{FF2B5EF4-FFF2-40B4-BE49-F238E27FC236}">
                <a16:creationId xmlns:a16="http://schemas.microsoft.com/office/drawing/2014/main" id="{7DCC97B5-13EC-E4FF-E895-BBA1DA96C964}"/>
              </a:ext>
            </a:extLst>
          </p:cNvPr>
          <p:cNvSpPr>
            <a:spLocks noChangeShapeType="1"/>
          </p:cNvSpPr>
          <p:nvPr userDrawn="1"/>
        </p:nvSpPr>
        <p:spPr bwMode="auto">
          <a:xfrm>
            <a:off x="1059702" y="311448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000">
              <a:latin typeface="Arial" panose="020B0604020202020204" pitchFamily="34" charset="0"/>
              <a:cs typeface="Arial" panose="020B0604020202020204" pitchFamily="34" charset="0"/>
            </a:endParaRPr>
          </a:p>
        </p:txBody>
      </p:sp>
      <p:sp>
        <p:nvSpPr>
          <p:cNvPr id="51" name="Bildplatzhalter 11">
            <a:extLst>
              <a:ext uri="{FF2B5EF4-FFF2-40B4-BE49-F238E27FC236}">
                <a16:creationId xmlns:a16="http://schemas.microsoft.com/office/drawing/2014/main" id="{5F38653D-C384-4F5C-F210-F05300F356DF}"/>
              </a:ext>
            </a:extLst>
          </p:cNvPr>
          <p:cNvSpPr>
            <a:spLocks noGrp="1"/>
          </p:cNvSpPr>
          <p:nvPr>
            <p:ph type="pic" sz="quarter" idx="18" hasCustomPrompt="1"/>
          </p:nvPr>
        </p:nvSpPr>
        <p:spPr>
          <a:xfrm>
            <a:off x="3476035" y="1857412"/>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53" name="Bildplatzhalter 11">
            <a:extLst>
              <a:ext uri="{FF2B5EF4-FFF2-40B4-BE49-F238E27FC236}">
                <a16:creationId xmlns:a16="http://schemas.microsoft.com/office/drawing/2014/main" id="{F1200390-5CAE-C68B-BB66-A1B6355E180D}"/>
              </a:ext>
            </a:extLst>
          </p:cNvPr>
          <p:cNvSpPr>
            <a:spLocks noGrp="1"/>
          </p:cNvSpPr>
          <p:nvPr>
            <p:ph type="pic" sz="quarter" idx="20" hasCustomPrompt="1"/>
          </p:nvPr>
        </p:nvSpPr>
        <p:spPr>
          <a:xfrm>
            <a:off x="2034094" y="1857412"/>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56" name="Bildplatzhalter 11">
            <a:extLst>
              <a:ext uri="{FF2B5EF4-FFF2-40B4-BE49-F238E27FC236}">
                <a16:creationId xmlns:a16="http://schemas.microsoft.com/office/drawing/2014/main" id="{E7D6B69A-1B93-18A3-A0D8-71A4A7E8101D}"/>
              </a:ext>
            </a:extLst>
          </p:cNvPr>
          <p:cNvSpPr>
            <a:spLocks noGrp="1"/>
          </p:cNvSpPr>
          <p:nvPr>
            <p:ph type="pic" sz="quarter" idx="13" hasCustomPrompt="1"/>
          </p:nvPr>
        </p:nvSpPr>
        <p:spPr>
          <a:xfrm>
            <a:off x="586374" y="1857412"/>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18" name="Textplatzhalter 17">
            <a:extLst>
              <a:ext uri="{FF2B5EF4-FFF2-40B4-BE49-F238E27FC236}">
                <a16:creationId xmlns:a16="http://schemas.microsoft.com/office/drawing/2014/main" id="{72B25872-B090-1618-3825-76A84BEF5539}"/>
              </a:ext>
            </a:extLst>
          </p:cNvPr>
          <p:cNvSpPr>
            <a:spLocks noGrp="1"/>
          </p:cNvSpPr>
          <p:nvPr>
            <p:ph type="body" sz="quarter" idx="39" hasCustomPrompt="1"/>
          </p:nvPr>
        </p:nvSpPr>
        <p:spPr>
          <a:xfrm>
            <a:off x="1841422" y="3098800"/>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19" name="Textplatzhalter 17">
            <a:extLst>
              <a:ext uri="{FF2B5EF4-FFF2-40B4-BE49-F238E27FC236}">
                <a16:creationId xmlns:a16="http://schemas.microsoft.com/office/drawing/2014/main" id="{CB9F5426-86E0-A542-02D0-128CB683695E}"/>
              </a:ext>
            </a:extLst>
          </p:cNvPr>
          <p:cNvSpPr>
            <a:spLocks noGrp="1"/>
          </p:cNvSpPr>
          <p:nvPr>
            <p:ph type="body" sz="quarter" idx="40" hasCustomPrompt="1"/>
          </p:nvPr>
        </p:nvSpPr>
        <p:spPr>
          <a:xfrm>
            <a:off x="1841422" y="3462749"/>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22" name="Textplatzhalter 17">
            <a:extLst>
              <a:ext uri="{FF2B5EF4-FFF2-40B4-BE49-F238E27FC236}">
                <a16:creationId xmlns:a16="http://schemas.microsoft.com/office/drawing/2014/main" id="{7DB90073-B3D9-AFEE-3C20-6AA650FC3476}"/>
              </a:ext>
            </a:extLst>
          </p:cNvPr>
          <p:cNvSpPr>
            <a:spLocks noGrp="1"/>
          </p:cNvSpPr>
          <p:nvPr>
            <p:ph type="body" sz="quarter" idx="41" hasCustomPrompt="1"/>
          </p:nvPr>
        </p:nvSpPr>
        <p:spPr>
          <a:xfrm>
            <a:off x="3283363" y="3098800"/>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23" name="Textplatzhalter 17">
            <a:extLst>
              <a:ext uri="{FF2B5EF4-FFF2-40B4-BE49-F238E27FC236}">
                <a16:creationId xmlns:a16="http://schemas.microsoft.com/office/drawing/2014/main" id="{63823BCF-E024-4A5F-00C8-D48CB3749772}"/>
              </a:ext>
            </a:extLst>
          </p:cNvPr>
          <p:cNvSpPr>
            <a:spLocks noGrp="1"/>
          </p:cNvSpPr>
          <p:nvPr>
            <p:ph type="body" sz="quarter" idx="42" hasCustomPrompt="1"/>
          </p:nvPr>
        </p:nvSpPr>
        <p:spPr>
          <a:xfrm>
            <a:off x="3283363" y="3462749"/>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46" name="Textplatzhalter 17">
            <a:extLst>
              <a:ext uri="{FF2B5EF4-FFF2-40B4-BE49-F238E27FC236}">
                <a16:creationId xmlns:a16="http://schemas.microsoft.com/office/drawing/2014/main" id="{71D1FA1D-BC26-4AED-E6BA-BFF268AA5F5C}"/>
              </a:ext>
            </a:extLst>
          </p:cNvPr>
          <p:cNvSpPr>
            <a:spLocks noGrp="1"/>
          </p:cNvSpPr>
          <p:nvPr>
            <p:ph type="body" sz="quarter" idx="49" hasCustomPrompt="1"/>
          </p:nvPr>
        </p:nvSpPr>
        <p:spPr>
          <a:xfrm>
            <a:off x="393702" y="3098800"/>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50" name="Textplatzhalter 17">
            <a:extLst>
              <a:ext uri="{FF2B5EF4-FFF2-40B4-BE49-F238E27FC236}">
                <a16:creationId xmlns:a16="http://schemas.microsoft.com/office/drawing/2014/main" id="{4B58C0D4-E3A5-3749-5B8D-0E8F4EC807EA}"/>
              </a:ext>
            </a:extLst>
          </p:cNvPr>
          <p:cNvSpPr>
            <a:spLocks noGrp="1"/>
          </p:cNvSpPr>
          <p:nvPr>
            <p:ph type="body" sz="quarter" idx="50" hasCustomPrompt="1"/>
          </p:nvPr>
        </p:nvSpPr>
        <p:spPr>
          <a:xfrm>
            <a:off x="393702" y="3462749"/>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2" name="Foliennummernplatzhalter 5">
            <a:extLst>
              <a:ext uri="{FF2B5EF4-FFF2-40B4-BE49-F238E27FC236}">
                <a16:creationId xmlns:a16="http://schemas.microsoft.com/office/drawing/2014/main" id="{B797B200-298D-690B-1DB6-3AF3378AA434}"/>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4" name="Textplatzhalter 17">
            <a:extLst>
              <a:ext uri="{FF2B5EF4-FFF2-40B4-BE49-F238E27FC236}">
                <a16:creationId xmlns:a16="http://schemas.microsoft.com/office/drawing/2014/main" id="{31645CEB-A8CF-52FB-7F88-5EE468AB642F}"/>
              </a:ext>
            </a:extLst>
          </p:cNvPr>
          <p:cNvSpPr>
            <a:spLocks noGrp="1"/>
          </p:cNvSpPr>
          <p:nvPr>
            <p:ph type="body" sz="quarter" idx="51" hasCustomPrompt="1"/>
          </p:nvPr>
        </p:nvSpPr>
        <p:spPr>
          <a:xfrm>
            <a:off x="393701" y="1395774"/>
            <a:ext cx="4221662" cy="314106"/>
          </a:xfrm>
        </p:spPr>
        <p:txBody>
          <a:bodyPr anchor="t">
            <a:noAutofit/>
          </a:bodyPr>
          <a:lstStyle>
            <a:lvl1pPr marL="0" indent="0">
              <a:buNone/>
              <a:defRPr sz="1600" b="1">
                <a:latin typeface="Arial" panose="020B0604020202020204" pitchFamily="34" charset="0"/>
                <a:ea typeface="Gibson Medium" pitchFamily="50" charset="0"/>
                <a:cs typeface="Arial" panose="020B0604020202020204" pitchFamily="34" charset="0"/>
              </a:defRPr>
            </a:lvl1pPr>
          </a:lstStyle>
          <a:p>
            <a:pPr lvl="0"/>
            <a:r>
              <a:rPr lang="de-DE" dirty="0"/>
              <a:t>Musterfirma</a:t>
            </a:r>
          </a:p>
        </p:txBody>
      </p:sp>
      <p:sp>
        <p:nvSpPr>
          <p:cNvPr id="7" name="Text Placeholder 15">
            <a:extLst>
              <a:ext uri="{FF2B5EF4-FFF2-40B4-BE49-F238E27FC236}">
                <a16:creationId xmlns:a16="http://schemas.microsoft.com/office/drawing/2014/main" id="{ABB881B9-AE69-A1FB-0218-14FF6500AF91}"/>
              </a:ext>
            </a:extLst>
          </p:cNvPr>
          <p:cNvSpPr>
            <a:spLocks noGrp="1"/>
          </p:cNvSpPr>
          <p:nvPr>
            <p:ph type="body" idx="52" hasCustomPrompt="1"/>
          </p:nvPr>
        </p:nvSpPr>
        <p:spPr>
          <a:xfrm>
            <a:off x="3423170" y="4099083"/>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9" name="Text Placeholder 15">
            <a:extLst>
              <a:ext uri="{FF2B5EF4-FFF2-40B4-BE49-F238E27FC236}">
                <a16:creationId xmlns:a16="http://schemas.microsoft.com/office/drawing/2014/main" id="{A352EF09-898C-CB63-F0B8-20134212FC0A}"/>
              </a:ext>
            </a:extLst>
          </p:cNvPr>
          <p:cNvSpPr>
            <a:spLocks noGrp="1"/>
          </p:cNvSpPr>
          <p:nvPr>
            <p:ph type="body" idx="53" hasCustomPrompt="1"/>
          </p:nvPr>
        </p:nvSpPr>
        <p:spPr>
          <a:xfrm>
            <a:off x="1981229" y="4099083"/>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1" name="Text Placeholder 15">
            <a:extLst>
              <a:ext uri="{FF2B5EF4-FFF2-40B4-BE49-F238E27FC236}">
                <a16:creationId xmlns:a16="http://schemas.microsoft.com/office/drawing/2014/main" id="{19937D07-F674-F650-1CDC-ED8B046AD163}"/>
              </a:ext>
            </a:extLst>
          </p:cNvPr>
          <p:cNvSpPr>
            <a:spLocks noGrp="1"/>
          </p:cNvSpPr>
          <p:nvPr>
            <p:ph type="body" idx="54" hasCustomPrompt="1"/>
          </p:nvPr>
        </p:nvSpPr>
        <p:spPr>
          <a:xfrm>
            <a:off x="533509" y="4099083"/>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3" name="Line 5">
            <a:extLst>
              <a:ext uri="{FF2B5EF4-FFF2-40B4-BE49-F238E27FC236}">
                <a16:creationId xmlns:a16="http://schemas.microsoft.com/office/drawing/2014/main" id="{44F01473-4D27-4452-87E4-6B3F1B1BF9A1}"/>
              </a:ext>
            </a:extLst>
          </p:cNvPr>
          <p:cNvSpPr>
            <a:spLocks noChangeShapeType="1"/>
          </p:cNvSpPr>
          <p:nvPr userDrawn="1"/>
        </p:nvSpPr>
        <p:spPr bwMode="auto">
          <a:xfrm>
            <a:off x="2507422" y="5410824"/>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15" name="Line 9">
            <a:extLst>
              <a:ext uri="{FF2B5EF4-FFF2-40B4-BE49-F238E27FC236}">
                <a16:creationId xmlns:a16="http://schemas.microsoft.com/office/drawing/2014/main" id="{BD23B715-06B3-2418-C01F-68F63F160F56}"/>
              </a:ext>
            </a:extLst>
          </p:cNvPr>
          <p:cNvSpPr>
            <a:spLocks noChangeShapeType="1"/>
          </p:cNvSpPr>
          <p:nvPr userDrawn="1"/>
        </p:nvSpPr>
        <p:spPr bwMode="auto">
          <a:xfrm>
            <a:off x="3949363" y="5410824"/>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17" name="Line 13">
            <a:extLst>
              <a:ext uri="{FF2B5EF4-FFF2-40B4-BE49-F238E27FC236}">
                <a16:creationId xmlns:a16="http://schemas.microsoft.com/office/drawing/2014/main" id="{7E7F751C-09CF-D2CA-C824-EA5B9E502CF3}"/>
              </a:ext>
            </a:extLst>
          </p:cNvPr>
          <p:cNvSpPr>
            <a:spLocks noChangeShapeType="1"/>
          </p:cNvSpPr>
          <p:nvPr userDrawn="1"/>
        </p:nvSpPr>
        <p:spPr bwMode="auto">
          <a:xfrm>
            <a:off x="1059702" y="5410824"/>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20" name="Bildplatzhalter 11">
            <a:extLst>
              <a:ext uri="{FF2B5EF4-FFF2-40B4-BE49-F238E27FC236}">
                <a16:creationId xmlns:a16="http://schemas.microsoft.com/office/drawing/2014/main" id="{9BB70113-2620-F0FA-B9FB-49983BACDEB5}"/>
              </a:ext>
            </a:extLst>
          </p:cNvPr>
          <p:cNvSpPr>
            <a:spLocks noGrp="1"/>
          </p:cNvSpPr>
          <p:nvPr>
            <p:ph type="pic" sz="quarter" idx="55" hasCustomPrompt="1"/>
          </p:nvPr>
        </p:nvSpPr>
        <p:spPr>
          <a:xfrm>
            <a:off x="3476035" y="4153749"/>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21" name="Bildplatzhalter 11">
            <a:extLst>
              <a:ext uri="{FF2B5EF4-FFF2-40B4-BE49-F238E27FC236}">
                <a16:creationId xmlns:a16="http://schemas.microsoft.com/office/drawing/2014/main" id="{22840940-590F-739E-B88E-603493EE782D}"/>
              </a:ext>
            </a:extLst>
          </p:cNvPr>
          <p:cNvSpPr>
            <a:spLocks noGrp="1"/>
          </p:cNvSpPr>
          <p:nvPr>
            <p:ph type="pic" sz="quarter" idx="56" hasCustomPrompt="1"/>
          </p:nvPr>
        </p:nvSpPr>
        <p:spPr>
          <a:xfrm>
            <a:off x="2034094" y="4153749"/>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28" name="Bildplatzhalter 11">
            <a:extLst>
              <a:ext uri="{FF2B5EF4-FFF2-40B4-BE49-F238E27FC236}">
                <a16:creationId xmlns:a16="http://schemas.microsoft.com/office/drawing/2014/main" id="{ADF05576-6A0E-5592-6DDF-5572E47BC379}"/>
              </a:ext>
            </a:extLst>
          </p:cNvPr>
          <p:cNvSpPr>
            <a:spLocks noGrp="1"/>
          </p:cNvSpPr>
          <p:nvPr>
            <p:ph type="pic" sz="quarter" idx="57" hasCustomPrompt="1"/>
          </p:nvPr>
        </p:nvSpPr>
        <p:spPr>
          <a:xfrm>
            <a:off x="586374" y="4153749"/>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29" name="Textplatzhalter 17">
            <a:extLst>
              <a:ext uri="{FF2B5EF4-FFF2-40B4-BE49-F238E27FC236}">
                <a16:creationId xmlns:a16="http://schemas.microsoft.com/office/drawing/2014/main" id="{A008CD5F-1432-4081-950C-FC7935C235C4}"/>
              </a:ext>
            </a:extLst>
          </p:cNvPr>
          <p:cNvSpPr>
            <a:spLocks noGrp="1"/>
          </p:cNvSpPr>
          <p:nvPr>
            <p:ph type="body" sz="quarter" idx="58" hasCustomPrompt="1"/>
          </p:nvPr>
        </p:nvSpPr>
        <p:spPr>
          <a:xfrm>
            <a:off x="1841422" y="5395137"/>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32" name="Textplatzhalter 17">
            <a:extLst>
              <a:ext uri="{FF2B5EF4-FFF2-40B4-BE49-F238E27FC236}">
                <a16:creationId xmlns:a16="http://schemas.microsoft.com/office/drawing/2014/main" id="{0D62AB30-19E2-4C8D-4E8B-2D7F6282ED3B}"/>
              </a:ext>
            </a:extLst>
          </p:cNvPr>
          <p:cNvSpPr>
            <a:spLocks noGrp="1"/>
          </p:cNvSpPr>
          <p:nvPr>
            <p:ph type="body" sz="quarter" idx="59" hasCustomPrompt="1"/>
          </p:nvPr>
        </p:nvSpPr>
        <p:spPr>
          <a:xfrm>
            <a:off x="1841422" y="5759086"/>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33" name="Textplatzhalter 17">
            <a:extLst>
              <a:ext uri="{FF2B5EF4-FFF2-40B4-BE49-F238E27FC236}">
                <a16:creationId xmlns:a16="http://schemas.microsoft.com/office/drawing/2014/main" id="{B4D1E47A-ECE1-BE56-319C-430386A43BF3}"/>
              </a:ext>
            </a:extLst>
          </p:cNvPr>
          <p:cNvSpPr>
            <a:spLocks noGrp="1"/>
          </p:cNvSpPr>
          <p:nvPr>
            <p:ph type="body" sz="quarter" idx="60" hasCustomPrompt="1"/>
          </p:nvPr>
        </p:nvSpPr>
        <p:spPr>
          <a:xfrm>
            <a:off x="3283363" y="5395137"/>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36" name="Textplatzhalter 17">
            <a:extLst>
              <a:ext uri="{FF2B5EF4-FFF2-40B4-BE49-F238E27FC236}">
                <a16:creationId xmlns:a16="http://schemas.microsoft.com/office/drawing/2014/main" id="{C767EDF6-2A41-8FB1-0C41-334B64142317}"/>
              </a:ext>
            </a:extLst>
          </p:cNvPr>
          <p:cNvSpPr>
            <a:spLocks noGrp="1"/>
          </p:cNvSpPr>
          <p:nvPr>
            <p:ph type="body" sz="quarter" idx="61" hasCustomPrompt="1"/>
          </p:nvPr>
        </p:nvSpPr>
        <p:spPr>
          <a:xfrm>
            <a:off x="3283363" y="5759086"/>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37" name="Textplatzhalter 17">
            <a:extLst>
              <a:ext uri="{FF2B5EF4-FFF2-40B4-BE49-F238E27FC236}">
                <a16:creationId xmlns:a16="http://schemas.microsoft.com/office/drawing/2014/main" id="{F4EC1AF1-C9FE-1C68-FAEE-DFA9FBF387F1}"/>
              </a:ext>
            </a:extLst>
          </p:cNvPr>
          <p:cNvSpPr>
            <a:spLocks noGrp="1"/>
          </p:cNvSpPr>
          <p:nvPr>
            <p:ph type="body" sz="quarter" idx="62" hasCustomPrompt="1"/>
          </p:nvPr>
        </p:nvSpPr>
        <p:spPr>
          <a:xfrm>
            <a:off x="393702" y="5395137"/>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40" name="Textplatzhalter 17">
            <a:extLst>
              <a:ext uri="{FF2B5EF4-FFF2-40B4-BE49-F238E27FC236}">
                <a16:creationId xmlns:a16="http://schemas.microsoft.com/office/drawing/2014/main" id="{2CD19073-E104-39CF-9E2E-80681B7736E8}"/>
              </a:ext>
            </a:extLst>
          </p:cNvPr>
          <p:cNvSpPr>
            <a:spLocks noGrp="1"/>
          </p:cNvSpPr>
          <p:nvPr>
            <p:ph type="body" sz="quarter" idx="63" hasCustomPrompt="1"/>
          </p:nvPr>
        </p:nvSpPr>
        <p:spPr>
          <a:xfrm>
            <a:off x="393702" y="5759086"/>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41" name="Text Placeholder 15">
            <a:extLst>
              <a:ext uri="{FF2B5EF4-FFF2-40B4-BE49-F238E27FC236}">
                <a16:creationId xmlns:a16="http://schemas.microsoft.com/office/drawing/2014/main" id="{1ED0B47C-E9DA-26DD-420A-838747EE2070}"/>
              </a:ext>
            </a:extLst>
          </p:cNvPr>
          <p:cNvSpPr>
            <a:spLocks noGrp="1"/>
          </p:cNvSpPr>
          <p:nvPr>
            <p:ph type="body" idx="64" hasCustomPrompt="1"/>
          </p:nvPr>
        </p:nvSpPr>
        <p:spPr>
          <a:xfrm>
            <a:off x="8642432" y="1802746"/>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44" name="Text Placeholder 15">
            <a:extLst>
              <a:ext uri="{FF2B5EF4-FFF2-40B4-BE49-F238E27FC236}">
                <a16:creationId xmlns:a16="http://schemas.microsoft.com/office/drawing/2014/main" id="{1E491EBB-2B9B-E7F6-BEF9-4DADA1122FB7}"/>
              </a:ext>
            </a:extLst>
          </p:cNvPr>
          <p:cNvSpPr>
            <a:spLocks noGrp="1"/>
          </p:cNvSpPr>
          <p:nvPr>
            <p:ph type="body" idx="65" hasCustomPrompt="1"/>
          </p:nvPr>
        </p:nvSpPr>
        <p:spPr>
          <a:xfrm>
            <a:off x="7200491" y="1802746"/>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45" name="Text Placeholder 15">
            <a:extLst>
              <a:ext uri="{FF2B5EF4-FFF2-40B4-BE49-F238E27FC236}">
                <a16:creationId xmlns:a16="http://schemas.microsoft.com/office/drawing/2014/main" id="{980486C3-959E-9AAE-8F49-A2BF60271D75}"/>
              </a:ext>
            </a:extLst>
          </p:cNvPr>
          <p:cNvSpPr>
            <a:spLocks noGrp="1"/>
          </p:cNvSpPr>
          <p:nvPr>
            <p:ph type="body" idx="66" hasCustomPrompt="1"/>
          </p:nvPr>
        </p:nvSpPr>
        <p:spPr>
          <a:xfrm>
            <a:off x="5752771" y="1802746"/>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48" name="Line 5">
            <a:extLst>
              <a:ext uri="{FF2B5EF4-FFF2-40B4-BE49-F238E27FC236}">
                <a16:creationId xmlns:a16="http://schemas.microsoft.com/office/drawing/2014/main" id="{5BDF26C0-FB45-FC08-58DC-6B298BA349F1}"/>
              </a:ext>
            </a:extLst>
          </p:cNvPr>
          <p:cNvSpPr>
            <a:spLocks noChangeShapeType="1"/>
          </p:cNvSpPr>
          <p:nvPr userDrawn="1"/>
        </p:nvSpPr>
        <p:spPr bwMode="auto">
          <a:xfrm>
            <a:off x="7726684" y="311448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000">
              <a:latin typeface="Arial" panose="020B0604020202020204" pitchFamily="34" charset="0"/>
              <a:cs typeface="Arial" panose="020B0604020202020204" pitchFamily="34" charset="0"/>
            </a:endParaRPr>
          </a:p>
        </p:txBody>
      </p:sp>
      <p:sp>
        <p:nvSpPr>
          <p:cNvPr id="49" name="Line 9">
            <a:extLst>
              <a:ext uri="{FF2B5EF4-FFF2-40B4-BE49-F238E27FC236}">
                <a16:creationId xmlns:a16="http://schemas.microsoft.com/office/drawing/2014/main" id="{0C284FB0-747E-1D16-9287-F2FFC9C34077}"/>
              </a:ext>
            </a:extLst>
          </p:cNvPr>
          <p:cNvSpPr>
            <a:spLocks noChangeShapeType="1"/>
          </p:cNvSpPr>
          <p:nvPr userDrawn="1"/>
        </p:nvSpPr>
        <p:spPr bwMode="auto">
          <a:xfrm>
            <a:off x="9168625" y="311448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000">
              <a:latin typeface="Arial" panose="020B0604020202020204" pitchFamily="34" charset="0"/>
              <a:cs typeface="Arial" panose="020B0604020202020204" pitchFamily="34" charset="0"/>
            </a:endParaRPr>
          </a:p>
        </p:txBody>
      </p:sp>
      <p:sp>
        <p:nvSpPr>
          <p:cNvPr id="57" name="Line 13">
            <a:extLst>
              <a:ext uri="{FF2B5EF4-FFF2-40B4-BE49-F238E27FC236}">
                <a16:creationId xmlns:a16="http://schemas.microsoft.com/office/drawing/2014/main" id="{FD4B0BE2-644C-D78F-16C7-51E0C38219BA}"/>
              </a:ext>
            </a:extLst>
          </p:cNvPr>
          <p:cNvSpPr>
            <a:spLocks noChangeShapeType="1"/>
          </p:cNvSpPr>
          <p:nvPr userDrawn="1"/>
        </p:nvSpPr>
        <p:spPr bwMode="auto">
          <a:xfrm>
            <a:off x="6278964" y="311448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000">
              <a:latin typeface="Arial" panose="020B0604020202020204" pitchFamily="34" charset="0"/>
              <a:cs typeface="Arial" panose="020B0604020202020204" pitchFamily="34" charset="0"/>
            </a:endParaRPr>
          </a:p>
        </p:txBody>
      </p:sp>
      <p:sp>
        <p:nvSpPr>
          <p:cNvPr id="58" name="Bildplatzhalter 11">
            <a:extLst>
              <a:ext uri="{FF2B5EF4-FFF2-40B4-BE49-F238E27FC236}">
                <a16:creationId xmlns:a16="http://schemas.microsoft.com/office/drawing/2014/main" id="{8FC6B2B9-7CD8-6F4E-8749-E06545B18591}"/>
              </a:ext>
            </a:extLst>
          </p:cNvPr>
          <p:cNvSpPr>
            <a:spLocks noGrp="1"/>
          </p:cNvSpPr>
          <p:nvPr>
            <p:ph type="pic" sz="quarter" idx="67" hasCustomPrompt="1"/>
          </p:nvPr>
        </p:nvSpPr>
        <p:spPr>
          <a:xfrm>
            <a:off x="8695297" y="1857412"/>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59" name="Bildplatzhalter 11">
            <a:extLst>
              <a:ext uri="{FF2B5EF4-FFF2-40B4-BE49-F238E27FC236}">
                <a16:creationId xmlns:a16="http://schemas.microsoft.com/office/drawing/2014/main" id="{D8AFBB78-3F08-9F9E-AD40-5CAFF651F508}"/>
              </a:ext>
            </a:extLst>
          </p:cNvPr>
          <p:cNvSpPr>
            <a:spLocks noGrp="1"/>
          </p:cNvSpPr>
          <p:nvPr>
            <p:ph type="pic" sz="quarter" idx="68" hasCustomPrompt="1"/>
          </p:nvPr>
        </p:nvSpPr>
        <p:spPr>
          <a:xfrm>
            <a:off x="7253356" y="1857412"/>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60" name="Bildplatzhalter 11">
            <a:extLst>
              <a:ext uri="{FF2B5EF4-FFF2-40B4-BE49-F238E27FC236}">
                <a16:creationId xmlns:a16="http://schemas.microsoft.com/office/drawing/2014/main" id="{5057B3E5-6A31-B482-EA3D-7655495A5372}"/>
              </a:ext>
            </a:extLst>
          </p:cNvPr>
          <p:cNvSpPr>
            <a:spLocks noGrp="1"/>
          </p:cNvSpPr>
          <p:nvPr>
            <p:ph type="pic" sz="quarter" idx="69" hasCustomPrompt="1"/>
          </p:nvPr>
        </p:nvSpPr>
        <p:spPr>
          <a:xfrm>
            <a:off x="5805636" y="1857412"/>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61" name="Textplatzhalter 17">
            <a:extLst>
              <a:ext uri="{FF2B5EF4-FFF2-40B4-BE49-F238E27FC236}">
                <a16:creationId xmlns:a16="http://schemas.microsoft.com/office/drawing/2014/main" id="{8F0B11EF-2811-B842-E015-C589823C62BA}"/>
              </a:ext>
            </a:extLst>
          </p:cNvPr>
          <p:cNvSpPr>
            <a:spLocks noGrp="1"/>
          </p:cNvSpPr>
          <p:nvPr>
            <p:ph type="body" sz="quarter" idx="70" hasCustomPrompt="1"/>
          </p:nvPr>
        </p:nvSpPr>
        <p:spPr>
          <a:xfrm>
            <a:off x="7060684" y="3098800"/>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62" name="Textplatzhalter 17">
            <a:extLst>
              <a:ext uri="{FF2B5EF4-FFF2-40B4-BE49-F238E27FC236}">
                <a16:creationId xmlns:a16="http://schemas.microsoft.com/office/drawing/2014/main" id="{313D6A4B-208B-627C-8B2D-68FCB2E04609}"/>
              </a:ext>
            </a:extLst>
          </p:cNvPr>
          <p:cNvSpPr>
            <a:spLocks noGrp="1"/>
          </p:cNvSpPr>
          <p:nvPr>
            <p:ph type="body" sz="quarter" idx="71" hasCustomPrompt="1"/>
          </p:nvPr>
        </p:nvSpPr>
        <p:spPr>
          <a:xfrm>
            <a:off x="7060684" y="3462749"/>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63" name="Textplatzhalter 17">
            <a:extLst>
              <a:ext uri="{FF2B5EF4-FFF2-40B4-BE49-F238E27FC236}">
                <a16:creationId xmlns:a16="http://schemas.microsoft.com/office/drawing/2014/main" id="{4A086DF3-B38B-3DFF-8E08-8E809102B87A}"/>
              </a:ext>
            </a:extLst>
          </p:cNvPr>
          <p:cNvSpPr>
            <a:spLocks noGrp="1"/>
          </p:cNvSpPr>
          <p:nvPr>
            <p:ph type="body" sz="quarter" idx="72" hasCustomPrompt="1"/>
          </p:nvPr>
        </p:nvSpPr>
        <p:spPr>
          <a:xfrm>
            <a:off x="8502625" y="3098800"/>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64" name="Textplatzhalter 17">
            <a:extLst>
              <a:ext uri="{FF2B5EF4-FFF2-40B4-BE49-F238E27FC236}">
                <a16:creationId xmlns:a16="http://schemas.microsoft.com/office/drawing/2014/main" id="{EF40B45B-BE6F-4FFF-1F8C-B922A9E87AB3}"/>
              </a:ext>
            </a:extLst>
          </p:cNvPr>
          <p:cNvSpPr>
            <a:spLocks noGrp="1"/>
          </p:cNvSpPr>
          <p:nvPr>
            <p:ph type="body" sz="quarter" idx="73" hasCustomPrompt="1"/>
          </p:nvPr>
        </p:nvSpPr>
        <p:spPr>
          <a:xfrm>
            <a:off x="8502625" y="3462749"/>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65" name="Textplatzhalter 17">
            <a:extLst>
              <a:ext uri="{FF2B5EF4-FFF2-40B4-BE49-F238E27FC236}">
                <a16:creationId xmlns:a16="http://schemas.microsoft.com/office/drawing/2014/main" id="{F37335C6-3204-C905-E248-FD9EC482ED0E}"/>
              </a:ext>
            </a:extLst>
          </p:cNvPr>
          <p:cNvSpPr>
            <a:spLocks noGrp="1"/>
          </p:cNvSpPr>
          <p:nvPr>
            <p:ph type="body" sz="quarter" idx="74" hasCustomPrompt="1"/>
          </p:nvPr>
        </p:nvSpPr>
        <p:spPr>
          <a:xfrm>
            <a:off x="5612964" y="3098800"/>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66" name="Textplatzhalter 17">
            <a:extLst>
              <a:ext uri="{FF2B5EF4-FFF2-40B4-BE49-F238E27FC236}">
                <a16:creationId xmlns:a16="http://schemas.microsoft.com/office/drawing/2014/main" id="{4E177040-23EF-63F4-A28B-4561CED41D49}"/>
              </a:ext>
            </a:extLst>
          </p:cNvPr>
          <p:cNvSpPr>
            <a:spLocks noGrp="1"/>
          </p:cNvSpPr>
          <p:nvPr>
            <p:ph type="body" sz="quarter" idx="75" hasCustomPrompt="1"/>
          </p:nvPr>
        </p:nvSpPr>
        <p:spPr>
          <a:xfrm>
            <a:off x="5612964" y="3462749"/>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67" name="Textplatzhalter 17">
            <a:extLst>
              <a:ext uri="{FF2B5EF4-FFF2-40B4-BE49-F238E27FC236}">
                <a16:creationId xmlns:a16="http://schemas.microsoft.com/office/drawing/2014/main" id="{F229C172-7057-044B-46A1-EA5A5889AEDA}"/>
              </a:ext>
            </a:extLst>
          </p:cNvPr>
          <p:cNvSpPr>
            <a:spLocks noGrp="1"/>
          </p:cNvSpPr>
          <p:nvPr>
            <p:ph type="body" sz="quarter" idx="76" hasCustomPrompt="1"/>
          </p:nvPr>
        </p:nvSpPr>
        <p:spPr>
          <a:xfrm>
            <a:off x="5612963" y="1395774"/>
            <a:ext cx="4221662" cy="314106"/>
          </a:xfrm>
        </p:spPr>
        <p:txBody>
          <a:bodyPr anchor="t">
            <a:noAutofit/>
          </a:bodyPr>
          <a:lstStyle>
            <a:lvl1pPr marL="0" indent="0">
              <a:buNone/>
              <a:defRPr sz="1600" b="1">
                <a:latin typeface="Arial" panose="020B0604020202020204" pitchFamily="34" charset="0"/>
                <a:ea typeface="Gibson Medium" pitchFamily="50" charset="0"/>
                <a:cs typeface="Arial" panose="020B0604020202020204" pitchFamily="34" charset="0"/>
              </a:defRPr>
            </a:lvl1pPr>
          </a:lstStyle>
          <a:p>
            <a:pPr lvl="0"/>
            <a:r>
              <a:rPr lang="de-DE" dirty="0"/>
              <a:t>konplan</a:t>
            </a:r>
          </a:p>
        </p:txBody>
      </p:sp>
      <p:sp>
        <p:nvSpPr>
          <p:cNvPr id="68" name="Text Placeholder 15">
            <a:extLst>
              <a:ext uri="{FF2B5EF4-FFF2-40B4-BE49-F238E27FC236}">
                <a16:creationId xmlns:a16="http://schemas.microsoft.com/office/drawing/2014/main" id="{F82F8022-0032-B445-05C1-30166952C46C}"/>
              </a:ext>
            </a:extLst>
          </p:cNvPr>
          <p:cNvSpPr>
            <a:spLocks noGrp="1"/>
          </p:cNvSpPr>
          <p:nvPr>
            <p:ph type="body" idx="77" hasCustomPrompt="1"/>
          </p:nvPr>
        </p:nvSpPr>
        <p:spPr>
          <a:xfrm>
            <a:off x="8642432" y="4099083"/>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69" name="Text Placeholder 15">
            <a:extLst>
              <a:ext uri="{FF2B5EF4-FFF2-40B4-BE49-F238E27FC236}">
                <a16:creationId xmlns:a16="http://schemas.microsoft.com/office/drawing/2014/main" id="{CE19F5DE-2923-4142-75D3-F90AC3950EBE}"/>
              </a:ext>
            </a:extLst>
          </p:cNvPr>
          <p:cNvSpPr>
            <a:spLocks noGrp="1"/>
          </p:cNvSpPr>
          <p:nvPr>
            <p:ph type="body" idx="78" hasCustomPrompt="1"/>
          </p:nvPr>
        </p:nvSpPr>
        <p:spPr>
          <a:xfrm>
            <a:off x="7200491" y="4099083"/>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70" name="Text Placeholder 15">
            <a:extLst>
              <a:ext uri="{FF2B5EF4-FFF2-40B4-BE49-F238E27FC236}">
                <a16:creationId xmlns:a16="http://schemas.microsoft.com/office/drawing/2014/main" id="{E4946375-A0D6-39CE-EDF9-D328FAC22EC4}"/>
              </a:ext>
            </a:extLst>
          </p:cNvPr>
          <p:cNvSpPr>
            <a:spLocks noGrp="1"/>
          </p:cNvSpPr>
          <p:nvPr>
            <p:ph type="body" idx="79" hasCustomPrompt="1"/>
          </p:nvPr>
        </p:nvSpPr>
        <p:spPr>
          <a:xfrm>
            <a:off x="5752771" y="4099083"/>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71" name="Line 5">
            <a:extLst>
              <a:ext uri="{FF2B5EF4-FFF2-40B4-BE49-F238E27FC236}">
                <a16:creationId xmlns:a16="http://schemas.microsoft.com/office/drawing/2014/main" id="{8C36E250-7C74-F076-7C01-4748C94F7FD0}"/>
              </a:ext>
            </a:extLst>
          </p:cNvPr>
          <p:cNvSpPr>
            <a:spLocks noChangeShapeType="1"/>
          </p:cNvSpPr>
          <p:nvPr userDrawn="1"/>
        </p:nvSpPr>
        <p:spPr bwMode="auto">
          <a:xfrm>
            <a:off x="7726684" y="5410824"/>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72" name="Line 9">
            <a:extLst>
              <a:ext uri="{FF2B5EF4-FFF2-40B4-BE49-F238E27FC236}">
                <a16:creationId xmlns:a16="http://schemas.microsoft.com/office/drawing/2014/main" id="{6E86CD51-1844-6136-FF91-3965FA1AD88A}"/>
              </a:ext>
            </a:extLst>
          </p:cNvPr>
          <p:cNvSpPr>
            <a:spLocks noChangeShapeType="1"/>
          </p:cNvSpPr>
          <p:nvPr userDrawn="1"/>
        </p:nvSpPr>
        <p:spPr bwMode="auto">
          <a:xfrm>
            <a:off x="9168625" y="5410824"/>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73" name="Line 13">
            <a:extLst>
              <a:ext uri="{FF2B5EF4-FFF2-40B4-BE49-F238E27FC236}">
                <a16:creationId xmlns:a16="http://schemas.microsoft.com/office/drawing/2014/main" id="{7E4C0FF7-2E27-C635-98EE-01D60C8BAA34}"/>
              </a:ext>
            </a:extLst>
          </p:cNvPr>
          <p:cNvSpPr>
            <a:spLocks noChangeShapeType="1"/>
          </p:cNvSpPr>
          <p:nvPr userDrawn="1"/>
        </p:nvSpPr>
        <p:spPr bwMode="auto">
          <a:xfrm>
            <a:off x="6278964" y="5410824"/>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74" name="Bildplatzhalter 11">
            <a:extLst>
              <a:ext uri="{FF2B5EF4-FFF2-40B4-BE49-F238E27FC236}">
                <a16:creationId xmlns:a16="http://schemas.microsoft.com/office/drawing/2014/main" id="{AE0E53C9-60E8-04F6-D13D-3F8A1F2E0C0A}"/>
              </a:ext>
            </a:extLst>
          </p:cNvPr>
          <p:cNvSpPr>
            <a:spLocks noGrp="1"/>
          </p:cNvSpPr>
          <p:nvPr>
            <p:ph type="pic" sz="quarter" idx="80" hasCustomPrompt="1"/>
          </p:nvPr>
        </p:nvSpPr>
        <p:spPr>
          <a:xfrm>
            <a:off x="8695297" y="4153749"/>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75" name="Bildplatzhalter 11">
            <a:extLst>
              <a:ext uri="{FF2B5EF4-FFF2-40B4-BE49-F238E27FC236}">
                <a16:creationId xmlns:a16="http://schemas.microsoft.com/office/drawing/2014/main" id="{B7A300F6-6AF1-D46B-298A-678381AFA761}"/>
              </a:ext>
            </a:extLst>
          </p:cNvPr>
          <p:cNvSpPr>
            <a:spLocks noGrp="1"/>
          </p:cNvSpPr>
          <p:nvPr>
            <p:ph type="pic" sz="quarter" idx="81" hasCustomPrompt="1"/>
          </p:nvPr>
        </p:nvSpPr>
        <p:spPr>
          <a:xfrm>
            <a:off x="7253356" y="4153749"/>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76" name="Bildplatzhalter 11">
            <a:extLst>
              <a:ext uri="{FF2B5EF4-FFF2-40B4-BE49-F238E27FC236}">
                <a16:creationId xmlns:a16="http://schemas.microsoft.com/office/drawing/2014/main" id="{EE25ED53-3A8B-6A2F-ACF2-705AFC7E8B2E}"/>
              </a:ext>
            </a:extLst>
          </p:cNvPr>
          <p:cNvSpPr>
            <a:spLocks noGrp="1"/>
          </p:cNvSpPr>
          <p:nvPr>
            <p:ph type="pic" sz="quarter" idx="82" hasCustomPrompt="1"/>
          </p:nvPr>
        </p:nvSpPr>
        <p:spPr>
          <a:xfrm>
            <a:off x="5805636" y="4153749"/>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77" name="Textplatzhalter 17">
            <a:extLst>
              <a:ext uri="{FF2B5EF4-FFF2-40B4-BE49-F238E27FC236}">
                <a16:creationId xmlns:a16="http://schemas.microsoft.com/office/drawing/2014/main" id="{B3D5EE6B-A4FD-623F-CF09-D60259A1BDF7}"/>
              </a:ext>
            </a:extLst>
          </p:cNvPr>
          <p:cNvSpPr>
            <a:spLocks noGrp="1"/>
          </p:cNvSpPr>
          <p:nvPr>
            <p:ph type="body" sz="quarter" idx="83" hasCustomPrompt="1"/>
          </p:nvPr>
        </p:nvSpPr>
        <p:spPr>
          <a:xfrm>
            <a:off x="7060684" y="5395137"/>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78" name="Textplatzhalter 17">
            <a:extLst>
              <a:ext uri="{FF2B5EF4-FFF2-40B4-BE49-F238E27FC236}">
                <a16:creationId xmlns:a16="http://schemas.microsoft.com/office/drawing/2014/main" id="{3FA5625A-6028-FBD8-CC7B-14BF57CA9663}"/>
              </a:ext>
            </a:extLst>
          </p:cNvPr>
          <p:cNvSpPr>
            <a:spLocks noGrp="1"/>
          </p:cNvSpPr>
          <p:nvPr>
            <p:ph type="body" sz="quarter" idx="84" hasCustomPrompt="1"/>
          </p:nvPr>
        </p:nvSpPr>
        <p:spPr>
          <a:xfrm>
            <a:off x="7060684" y="5759086"/>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79" name="Textplatzhalter 17">
            <a:extLst>
              <a:ext uri="{FF2B5EF4-FFF2-40B4-BE49-F238E27FC236}">
                <a16:creationId xmlns:a16="http://schemas.microsoft.com/office/drawing/2014/main" id="{3BF9AA7D-9E69-8E7F-7981-F45BF5F16ABE}"/>
              </a:ext>
            </a:extLst>
          </p:cNvPr>
          <p:cNvSpPr>
            <a:spLocks noGrp="1"/>
          </p:cNvSpPr>
          <p:nvPr>
            <p:ph type="body" sz="quarter" idx="85" hasCustomPrompt="1"/>
          </p:nvPr>
        </p:nvSpPr>
        <p:spPr>
          <a:xfrm>
            <a:off x="8502625" y="5395137"/>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80" name="Textplatzhalter 17">
            <a:extLst>
              <a:ext uri="{FF2B5EF4-FFF2-40B4-BE49-F238E27FC236}">
                <a16:creationId xmlns:a16="http://schemas.microsoft.com/office/drawing/2014/main" id="{EBC54001-1CE2-2BC0-C08A-AACF9283BECD}"/>
              </a:ext>
            </a:extLst>
          </p:cNvPr>
          <p:cNvSpPr>
            <a:spLocks noGrp="1"/>
          </p:cNvSpPr>
          <p:nvPr>
            <p:ph type="body" sz="quarter" idx="86" hasCustomPrompt="1"/>
          </p:nvPr>
        </p:nvSpPr>
        <p:spPr>
          <a:xfrm>
            <a:off x="8502625" y="5759086"/>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81" name="Textplatzhalter 17">
            <a:extLst>
              <a:ext uri="{FF2B5EF4-FFF2-40B4-BE49-F238E27FC236}">
                <a16:creationId xmlns:a16="http://schemas.microsoft.com/office/drawing/2014/main" id="{B53C4334-7C8E-1912-35D2-DCB068B84524}"/>
              </a:ext>
            </a:extLst>
          </p:cNvPr>
          <p:cNvSpPr>
            <a:spLocks noGrp="1"/>
          </p:cNvSpPr>
          <p:nvPr>
            <p:ph type="body" sz="quarter" idx="87" hasCustomPrompt="1"/>
          </p:nvPr>
        </p:nvSpPr>
        <p:spPr>
          <a:xfrm>
            <a:off x="5612964" y="5395137"/>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82" name="Textplatzhalter 17">
            <a:extLst>
              <a:ext uri="{FF2B5EF4-FFF2-40B4-BE49-F238E27FC236}">
                <a16:creationId xmlns:a16="http://schemas.microsoft.com/office/drawing/2014/main" id="{40B063F2-96CF-4649-901C-42ED135E514E}"/>
              </a:ext>
            </a:extLst>
          </p:cNvPr>
          <p:cNvSpPr>
            <a:spLocks noGrp="1"/>
          </p:cNvSpPr>
          <p:nvPr>
            <p:ph type="body" sz="quarter" idx="88" hasCustomPrompt="1"/>
          </p:nvPr>
        </p:nvSpPr>
        <p:spPr>
          <a:xfrm>
            <a:off x="5612964" y="5759086"/>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83" name="Text Placeholder 15">
            <a:extLst>
              <a:ext uri="{FF2B5EF4-FFF2-40B4-BE49-F238E27FC236}">
                <a16:creationId xmlns:a16="http://schemas.microsoft.com/office/drawing/2014/main" id="{586988EF-2D53-F347-6D10-5F98D8FC544B}"/>
              </a:ext>
            </a:extLst>
          </p:cNvPr>
          <p:cNvSpPr>
            <a:spLocks noGrp="1"/>
          </p:cNvSpPr>
          <p:nvPr>
            <p:ph type="body" idx="89" hasCustomPrompt="1"/>
          </p:nvPr>
        </p:nvSpPr>
        <p:spPr>
          <a:xfrm>
            <a:off x="10083527" y="1802746"/>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84" name="Line 9">
            <a:extLst>
              <a:ext uri="{FF2B5EF4-FFF2-40B4-BE49-F238E27FC236}">
                <a16:creationId xmlns:a16="http://schemas.microsoft.com/office/drawing/2014/main" id="{8D6E3729-FEF7-4201-2FC6-05661CBDC2D0}"/>
              </a:ext>
            </a:extLst>
          </p:cNvPr>
          <p:cNvSpPr>
            <a:spLocks noChangeShapeType="1"/>
          </p:cNvSpPr>
          <p:nvPr userDrawn="1"/>
        </p:nvSpPr>
        <p:spPr bwMode="auto">
          <a:xfrm>
            <a:off x="10609720" y="3114487"/>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000">
              <a:latin typeface="Arial" panose="020B0604020202020204" pitchFamily="34" charset="0"/>
              <a:cs typeface="Arial" panose="020B0604020202020204" pitchFamily="34" charset="0"/>
            </a:endParaRPr>
          </a:p>
        </p:txBody>
      </p:sp>
      <p:sp>
        <p:nvSpPr>
          <p:cNvPr id="85" name="Bildplatzhalter 11">
            <a:extLst>
              <a:ext uri="{FF2B5EF4-FFF2-40B4-BE49-F238E27FC236}">
                <a16:creationId xmlns:a16="http://schemas.microsoft.com/office/drawing/2014/main" id="{27E49EE9-66DC-CBF3-302E-DF0A885BD3D5}"/>
              </a:ext>
            </a:extLst>
          </p:cNvPr>
          <p:cNvSpPr>
            <a:spLocks noGrp="1"/>
          </p:cNvSpPr>
          <p:nvPr>
            <p:ph type="pic" sz="quarter" idx="90" hasCustomPrompt="1"/>
          </p:nvPr>
        </p:nvSpPr>
        <p:spPr>
          <a:xfrm>
            <a:off x="10136392" y="1857412"/>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86" name="Textplatzhalter 17">
            <a:extLst>
              <a:ext uri="{FF2B5EF4-FFF2-40B4-BE49-F238E27FC236}">
                <a16:creationId xmlns:a16="http://schemas.microsoft.com/office/drawing/2014/main" id="{E96D5306-B524-29C3-15E2-9D61F107A2DD}"/>
              </a:ext>
            </a:extLst>
          </p:cNvPr>
          <p:cNvSpPr>
            <a:spLocks noGrp="1"/>
          </p:cNvSpPr>
          <p:nvPr>
            <p:ph type="body" sz="quarter" idx="91" hasCustomPrompt="1"/>
          </p:nvPr>
        </p:nvSpPr>
        <p:spPr>
          <a:xfrm>
            <a:off x="9943720" y="3098800"/>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87" name="Textplatzhalter 17">
            <a:extLst>
              <a:ext uri="{FF2B5EF4-FFF2-40B4-BE49-F238E27FC236}">
                <a16:creationId xmlns:a16="http://schemas.microsoft.com/office/drawing/2014/main" id="{C10244CA-8C17-C9E2-6317-FFA324FDFC48}"/>
              </a:ext>
            </a:extLst>
          </p:cNvPr>
          <p:cNvSpPr>
            <a:spLocks noGrp="1"/>
          </p:cNvSpPr>
          <p:nvPr>
            <p:ph type="body" sz="quarter" idx="92" hasCustomPrompt="1"/>
          </p:nvPr>
        </p:nvSpPr>
        <p:spPr>
          <a:xfrm>
            <a:off x="9943720" y="3462749"/>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88" name="Text Placeholder 15">
            <a:extLst>
              <a:ext uri="{FF2B5EF4-FFF2-40B4-BE49-F238E27FC236}">
                <a16:creationId xmlns:a16="http://schemas.microsoft.com/office/drawing/2014/main" id="{27E498A6-614B-49E0-FD89-DCD5D13EA0EB}"/>
              </a:ext>
            </a:extLst>
          </p:cNvPr>
          <p:cNvSpPr>
            <a:spLocks noGrp="1"/>
          </p:cNvSpPr>
          <p:nvPr>
            <p:ph type="body" idx="93" hasCustomPrompt="1"/>
          </p:nvPr>
        </p:nvSpPr>
        <p:spPr>
          <a:xfrm>
            <a:off x="10083527" y="4099083"/>
            <a:ext cx="1052386" cy="1241718"/>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0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89" name="Line 9">
            <a:extLst>
              <a:ext uri="{FF2B5EF4-FFF2-40B4-BE49-F238E27FC236}">
                <a16:creationId xmlns:a16="http://schemas.microsoft.com/office/drawing/2014/main" id="{2639B0EE-707A-0288-E2CB-F4667DEF5AD5}"/>
              </a:ext>
            </a:extLst>
          </p:cNvPr>
          <p:cNvSpPr>
            <a:spLocks noChangeShapeType="1"/>
          </p:cNvSpPr>
          <p:nvPr userDrawn="1"/>
        </p:nvSpPr>
        <p:spPr bwMode="auto">
          <a:xfrm>
            <a:off x="10609720" y="5410824"/>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200">
              <a:latin typeface="Arial" panose="020B0604020202020204" pitchFamily="34" charset="0"/>
              <a:cs typeface="Arial" panose="020B0604020202020204" pitchFamily="34" charset="0"/>
            </a:endParaRPr>
          </a:p>
        </p:txBody>
      </p:sp>
      <p:sp>
        <p:nvSpPr>
          <p:cNvPr id="90" name="Bildplatzhalter 11">
            <a:extLst>
              <a:ext uri="{FF2B5EF4-FFF2-40B4-BE49-F238E27FC236}">
                <a16:creationId xmlns:a16="http://schemas.microsoft.com/office/drawing/2014/main" id="{5AE67A04-206E-B080-DCAF-1059F677E644}"/>
              </a:ext>
            </a:extLst>
          </p:cNvPr>
          <p:cNvSpPr>
            <a:spLocks noGrp="1"/>
          </p:cNvSpPr>
          <p:nvPr>
            <p:ph type="pic" sz="quarter" idx="94" hasCustomPrompt="1"/>
          </p:nvPr>
        </p:nvSpPr>
        <p:spPr>
          <a:xfrm>
            <a:off x="10136392" y="4153749"/>
            <a:ext cx="946657" cy="1094187"/>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91" name="Textplatzhalter 17">
            <a:extLst>
              <a:ext uri="{FF2B5EF4-FFF2-40B4-BE49-F238E27FC236}">
                <a16:creationId xmlns:a16="http://schemas.microsoft.com/office/drawing/2014/main" id="{E650B56A-71F2-14BC-8385-D72E85320A50}"/>
              </a:ext>
            </a:extLst>
          </p:cNvPr>
          <p:cNvSpPr>
            <a:spLocks noGrp="1"/>
          </p:cNvSpPr>
          <p:nvPr>
            <p:ph type="body" sz="quarter" idx="95" hasCustomPrompt="1"/>
          </p:nvPr>
        </p:nvSpPr>
        <p:spPr>
          <a:xfrm>
            <a:off x="9943720" y="5395137"/>
            <a:ext cx="1332000" cy="414749"/>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92" name="Textplatzhalter 17">
            <a:extLst>
              <a:ext uri="{FF2B5EF4-FFF2-40B4-BE49-F238E27FC236}">
                <a16:creationId xmlns:a16="http://schemas.microsoft.com/office/drawing/2014/main" id="{30D18F1E-6A6D-F023-3E0E-318B05B1CFE3}"/>
              </a:ext>
            </a:extLst>
          </p:cNvPr>
          <p:cNvSpPr>
            <a:spLocks noGrp="1"/>
          </p:cNvSpPr>
          <p:nvPr>
            <p:ph type="body" sz="quarter" idx="96" hasCustomPrompt="1"/>
          </p:nvPr>
        </p:nvSpPr>
        <p:spPr>
          <a:xfrm>
            <a:off x="9943720" y="5759086"/>
            <a:ext cx="1332000" cy="430181"/>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6" name="Fußzeilenplatzhalter 5">
            <a:extLst>
              <a:ext uri="{FF2B5EF4-FFF2-40B4-BE49-F238E27FC236}">
                <a16:creationId xmlns:a16="http://schemas.microsoft.com/office/drawing/2014/main" id="{D901581F-B32B-C876-C010-0661D4B49D1B}"/>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8" name="Textplatzhalter 9">
            <a:extLst>
              <a:ext uri="{FF2B5EF4-FFF2-40B4-BE49-F238E27FC236}">
                <a16:creationId xmlns:a16="http://schemas.microsoft.com/office/drawing/2014/main" id="{519B8CBE-63EF-F610-5305-14AC0F2E3172}"/>
              </a:ext>
            </a:extLst>
          </p:cNvPr>
          <p:cNvSpPr>
            <a:spLocks noGrp="1"/>
          </p:cNvSpPr>
          <p:nvPr>
            <p:ph type="body" sz="quarter" idx="10" hasCustomPrompt="1"/>
          </p:nvPr>
        </p:nvSpPr>
        <p:spPr>
          <a:xfrm>
            <a:off x="372977" y="549275"/>
            <a:ext cx="5976202"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10" name="Titelplatzhalter 1">
            <a:extLst>
              <a:ext uri="{FF2B5EF4-FFF2-40B4-BE49-F238E27FC236}">
                <a16:creationId xmlns:a16="http://schemas.microsoft.com/office/drawing/2014/main" id="{09B65671-6205-2CD9-F715-55324D6DD2A6}"/>
              </a:ext>
            </a:extLst>
          </p:cNvPr>
          <p:cNvSpPr>
            <a:spLocks noGrp="1"/>
          </p:cNvSpPr>
          <p:nvPr>
            <p:ph type="title" hasCustomPrompt="1"/>
          </p:nvPr>
        </p:nvSpPr>
        <p:spPr>
          <a:xfrm>
            <a:off x="372979" y="901171"/>
            <a:ext cx="5976201" cy="440267"/>
          </a:xfrm>
          <a:prstGeom prst="rect">
            <a:avLst/>
          </a:prstGeom>
        </p:spPr>
        <p:txBody>
          <a:bodyPr vert="horz" lIns="91440" tIns="45720" rIns="91440" bIns="45720" rtlCol="0" anchor="t">
            <a:noAutofit/>
          </a:bodyPr>
          <a:lstStyle>
            <a:lvl1pPr>
              <a:defRPr sz="2600"/>
            </a:lvl1pPr>
          </a:lstStyle>
          <a:p>
            <a:r>
              <a:rPr lang="de-DE" dirty="0"/>
              <a:t>Projektteam extern</a:t>
            </a:r>
            <a:endParaRPr lang="de-CH" dirty="0"/>
          </a:p>
        </p:txBody>
      </p:sp>
    </p:spTree>
    <p:extLst>
      <p:ext uri="{BB962C8B-B14F-4D97-AF65-F5344CB8AC3E}">
        <p14:creationId xmlns:p14="http://schemas.microsoft.com/office/powerpoint/2010/main" val="3386424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Projektteam intern">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7C5703B4-68CC-4D25-DC06-18985F45290E}"/>
              </a:ext>
            </a:extLst>
          </p:cNvPr>
          <p:cNvSpPr>
            <a:spLocks noGrp="1"/>
          </p:cNvSpPr>
          <p:nvPr>
            <p:ph type="sldNum" sz="quarter" idx="10"/>
          </p:nvPr>
        </p:nvSpPr>
        <p:spPr/>
        <p:txBody>
          <a:bodyPr/>
          <a:lstStyle>
            <a:lvl1pPr>
              <a:defRPr>
                <a:latin typeface="Arial" panose="020B0604020202020204" pitchFamily="34" charset="0"/>
                <a:cs typeface="Arial" panose="020B0604020202020204" pitchFamily="34" charset="0"/>
              </a:defRPr>
            </a:lvl1pPr>
          </a:lstStyle>
          <a:p>
            <a:fld id="{8B4F2566-6049-46AE-8362-19E16D5BA91B}" type="slidenum">
              <a:rPr lang="en-GB" smtClean="0"/>
              <a:pPr/>
              <a:t>‹#›</a:t>
            </a:fld>
            <a:endParaRPr lang="en-GB" dirty="0"/>
          </a:p>
        </p:txBody>
      </p:sp>
      <p:sp>
        <p:nvSpPr>
          <p:cNvPr id="5" name="Textplatzhalter 4">
            <a:extLst>
              <a:ext uri="{FF2B5EF4-FFF2-40B4-BE49-F238E27FC236}">
                <a16:creationId xmlns:a16="http://schemas.microsoft.com/office/drawing/2014/main" id="{431C91AB-AFE9-29BE-FABD-83359E6BD3C8}"/>
              </a:ext>
            </a:extLst>
          </p:cNvPr>
          <p:cNvSpPr>
            <a:spLocks noGrp="1"/>
          </p:cNvSpPr>
          <p:nvPr>
            <p:ph type="body" sz="quarter" idx="11" hasCustomPrompt="1"/>
          </p:nvPr>
        </p:nvSpPr>
        <p:spPr>
          <a:xfrm>
            <a:off x="479425" y="1388130"/>
            <a:ext cx="1800000" cy="2387787"/>
          </a:xfrm>
          <a:solidFill>
            <a:schemeClr val="tx2"/>
          </a:solidFill>
          <a:ln>
            <a:noFill/>
          </a:ln>
        </p:spPr>
        <p:txBody>
          <a:bodyPr tIns="612000"/>
          <a:lstStyle>
            <a:lvl1pPr marL="180000" indent="-144000">
              <a:buFont typeface="Arial" panose="020B0604020202020204" pitchFamily="34" charset="0"/>
              <a:buChar char="•"/>
              <a:defRPr sz="800" b="0" i="0">
                <a:solidFill>
                  <a:schemeClr val="bg1"/>
                </a:solidFill>
                <a:latin typeface="Arial" panose="020B0604020202020204" pitchFamily="34" charset="0"/>
                <a:cs typeface="Arial" panose="020B0604020202020204" pitchFamily="34" charset="0"/>
              </a:defRPr>
            </a:lvl1pPr>
          </a:lstStyle>
          <a:p>
            <a:pPr lvl="0"/>
            <a:r>
              <a:rPr lang="en-US" dirty="0"/>
              <a:t>Member of …</a:t>
            </a:r>
          </a:p>
          <a:p>
            <a:pPr lvl="0"/>
            <a:r>
              <a:rPr lang="en-US" dirty="0"/>
              <a:t>User …</a:t>
            </a:r>
          </a:p>
          <a:p>
            <a:pPr lvl="0"/>
            <a:r>
              <a:rPr lang="en-US" dirty="0"/>
              <a:t>Subject matter expert …</a:t>
            </a:r>
          </a:p>
          <a:p>
            <a:pPr lvl="0"/>
            <a:r>
              <a:rPr lang="en-US" dirty="0"/>
              <a:t>Approval of …</a:t>
            </a:r>
            <a:endParaRPr lang="de-CH" dirty="0"/>
          </a:p>
        </p:txBody>
      </p:sp>
      <p:sp>
        <p:nvSpPr>
          <p:cNvPr id="7" name="Textplatzhalter 6">
            <a:extLst>
              <a:ext uri="{FF2B5EF4-FFF2-40B4-BE49-F238E27FC236}">
                <a16:creationId xmlns:a16="http://schemas.microsoft.com/office/drawing/2014/main" id="{CF11FA8A-A598-2A43-7FEE-3E48FD21B067}"/>
              </a:ext>
            </a:extLst>
          </p:cNvPr>
          <p:cNvSpPr>
            <a:spLocks noGrp="1"/>
          </p:cNvSpPr>
          <p:nvPr>
            <p:ph type="body" sz="quarter" idx="12" hasCustomPrompt="1"/>
          </p:nvPr>
        </p:nvSpPr>
        <p:spPr>
          <a:xfrm>
            <a:off x="479425" y="1452099"/>
            <a:ext cx="1800000" cy="275384"/>
          </a:xfrm>
        </p:spPr>
        <p:txBody>
          <a:bodyPr/>
          <a:lstStyle>
            <a:lvl1pPr marL="36000" indent="0">
              <a:buNone/>
              <a:defRPr sz="1000" b="1" i="0">
                <a:solidFill>
                  <a:schemeClr val="bg1"/>
                </a:solidFill>
                <a:latin typeface="Arial" panose="020B0604020202020204" pitchFamily="34" charset="0"/>
                <a:ea typeface="Gibson Medium" pitchFamily="50" charset="0"/>
                <a:cs typeface="Arial" panose="020B0604020202020204" pitchFamily="34" charset="0"/>
              </a:defRPr>
            </a:lvl1pPr>
          </a:lstStyle>
          <a:p>
            <a:pPr lvl="0"/>
            <a:r>
              <a:rPr lang="de-DE" dirty="0"/>
              <a:t>Project Sponsor</a:t>
            </a:r>
            <a:endParaRPr lang="de-CH" dirty="0"/>
          </a:p>
        </p:txBody>
      </p:sp>
      <p:sp>
        <p:nvSpPr>
          <p:cNvPr id="8" name="Textplatzhalter 6">
            <a:extLst>
              <a:ext uri="{FF2B5EF4-FFF2-40B4-BE49-F238E27FC236}">
                <a16:creationId xmlns:a16="http://schemas.microsoft.com/office/drawing/2014/main" id="{134B3FCF-D5EC-80F2-E1C4-95E781AE2CE5}"/>
              </a:ext>
            </a:extLst>
          </p:cNvPr>
          <p:cNvSpPr>
            <a:spLocks noGrp="1"/>
          </p:cNvSpPr>
          <p:nvPr>
            <p:ph type="body" sz="quarter" idx="13" hasCustomPrompt="1"/>
          </p:nvPr>
        </p:nvSpPr>
        <p:spPr>
          <a:xfrm>
            <a:off x="479425" y="1692420"/>
            <a:ext cx="1800000" cy="318332"/>
          </a:xfrm>
        </p:spPr>
        <p:txBody>
          <a:bodyPr/>
          <a:lstStyle>
            <a:lvl1pPr marL="36000" indent="0">
              <a:buNone/>
              <a:defRPr sz="800" b="1" i="0">
                <a:solidFill>
                  <a:schemeClr val="bg1"/>
                </a:solidFill>
                <a:latin typeface="Arial" panose="020B0604020202020204" pitchFamily="34" charset="0"/>
                <a:ea typeface="Gibson Medium" pitchFamily="50" charset="0"/>
                <a:cs typeface="Arial" panose="020B0604020202020204" pitchFamily="34" charset="0"/>
              </a:defRPr>
            </a:lvl1pPr>
          </a:lstStyle>
          <a:p>
            <a:pPr lvl="0"/>
            <a:r>
              <a:rPr lang="de-DE" dirty="0"/>
              <a:t>Name, Firmenname</a:t>
            </a:r>
          </a:p>
        </p:txBody>
      </p:sp>
      <p:sp>
        <p:nvSpPr>
          <p:cNvPr id="39" name="Textplatzhalter 4">
            <a:extLst>
              <a:ext uri="{FF2B5EF4-FFF2-40B4-BE49-F238E27FC236}">
                <a16:creationId xmlns:a16="http://schemas.microsoft.com/office/drawing/2014/main" id="{64C30712-FA50-B6E1-1448-D36958B27B35}"/>
              </a:ext>
            </a:extLst>
          </p:cNvPr>
          <p:cNvSpPr>
            <a:spLocks noGrp="1"/>
          </p:cNvSpPr>
          <p:nvPr>
            <p:ph type="body" sz="quarter" idx="44" hasCustomPrompt="1"/>
          </p:nvPr>
        </p:nvSpPr>
        <p:spPr>
          <a:xfrm>
            <a:off x="2369065" y="1383261"/>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Member of …</a:t>
            </a:r>
          </a:p>
          <a:p>
            <a:pPr lvl="0"/>
            <a:r>
              <a:rPr lang="en-US" dirty="0"/>
              <a:t>Project accountability</a:t>
            </a:r>
            <a:endParaRPr lang="de-CH" dirty="0"/>
          </a:p>
        </p:txBody>
      </p:sp>
      <p:sp>
        <p:nvSpPr>
          <p:cNvPr id="40" name="Textplatzhalter 6">
            <a:extLst>
              <a:ext uri="{FF2B5EF4-FFF2-40B4-BE49-F238E27FC236}">
                <a16:creationId xmlns:a16="http://schemas.microsoft.com/office/drawing/2014/main" id="{B41939B1-7FBF-080F-10B2-A2B0326DED42}"/>
              </a:ext>
            </a:extLst>
          </p:cNvPr>
          <p:cNvSpPr>
            <a:spLocks noGrp="1"/>
          </p:cNvSpPr>
          <p:nvPr>
            <p:ph type="body" sz="quarter" idx="45" hasCustomPrompt="1"/>
          </p:nvPr>
        </p:nvSpPr>
        <p:spPr>
          <a:xfrm>
            <a:off x="2369065" y="1447230"/>
            <a:ext cx="1800000" cy="275384"/>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a:t>Mandate Manager</a:t>
            </a:r>
            <a:endParaRPr lang="de-CH" dirty="0"/>
          </a:p>
        </p:txBody>
      </p:sp>
      <p:sp>
        <p:nvSpPr>
          <p:cNvPr id="41" name="Textplatzhalter 6">
            <a:extLst>
              <a:ext uri="{FF2B5EF4-FFF2-40B4-BE49-F238E27FC236}">
                <a16:creationId xmlns:a16="http://schemas.microsoft.com/office/drawing/2014/main" id="{E23FA738-DEBE-299A-5855-42D3013621D5}"/>
              </a:ext>
            </a:extLst>
          </p:cNvPr>
          <p:cNvSpPr>
            <a:spLocks noGrp="1"/>
          </p:cNvSpPr>
          <p:nvPr>
            <p:ph type="body" sz="quarter" idx="46" hasCustomPrompt="1"/>
          </p:nvPr>
        </p:nvSpPr>
        <p:spPr>
          <a:xfrm>
            <a:off x="2369065" y="1687551"/>
            <a:ext cx="1800000" cy="31833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45" name="Textplatzhalter 4">
            <a:extLst>
              <a:ext uri="{FF2B5EF4-FFF2-40B4-BE49-F238E27FC236}">
                <a16:creationId xmlns:a16="http://schemas.microsoft.com/office/drawing/2014/main" id="{75824DC6-671F-FBC8-9B12-A39C8E6BE18B}"/>
              </a:ext>
            </a:extLst>
          </p:cNvPr>
          <p:cNvSpPr>
            <a:spLocks noGrp="1"/>
          </p:cNvSpPr>
          <p:nvPr>
            <p:ph type="body" sz="quarter" idx="50" hasCustomPrompt="1"/>
          </p:nvPr>
        </p:nvSpPr>
        <p:spPr>
          <a:xfrm>
            <a:off x="4258705" y="1388130"/>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Project management …</a:t>
            </a:r>
          </a:p>
          <a:p>
            <a:pPr lvl="0"/>
            <a:r>
              <a:rPr lang="en-US" dirty="0"/>
              <a:t>Project risk management</a:t>
            </a:r>
          </a:p>
          <a:p>
            <a:pPr lvl="0"/>
            <a:r>
              <a:rPr lang="en-US" dirty="0"/>
              <a:t>Project meetings and …</a:t>
            </a:r>
          </a:p>
          <a:p>
            <a:pPr lvl="0"/>
            <a:r>
              <a:rPr lang="en-US" dirty="0"/>
              <a:t>Review meetings</a:t>
            </a:r>
          </a:p>
          <a:p>
            <a:pPr lvl="0"/>
            <a:r>
              <a:rPr lang="en-US" dirty="0"/>
              <a:t>Support system and …</a:t>
            </a:r>
          </a:p>
          <a:p>
            <a:pPr lvl="0"/>
            <a:r>
              <a:rPr lang="en-US" dirty="0"/>
              <a:t>Support for …</a:t>
            </a:r>
            <a:endParaRPr lang="de-CH" dirty="0"/>
          </a:p>
        </p:txBody>
      </p:sp>
      <p:sp>
        <p:nvSpPr>
          <p:cNvPr id="46" name="Textplatzhalter 6">
            <a:extLst>
              <a:ext uri="{FF2B5EF4-FFF2-40B4-BE49-F238E27FC236}">
                <a16:creationId xmlns:a16="http://schemas.microsoft.com/office/drawing/2014/main" id="{64C9D0BF-695A-01AA-C63E-6CA3635733C5}"/>
              </a:ext>
            </a:extLst>
          </p:cNvPr>
          <p:cNvSpPr>
            <a:spLocks noGrp="1"/>
          </p:cNvSpPr>
          <p:nvPr>
            <p:ph type="body" sz="quarter" idx="51" hasCustomPrompt="1"/>
          </p:nvPr>
        </p:nvSpPr>
        <p:spPr>
          <a:xfrm>
            <a:off x="4258705" y="1447229"/>
            <a:ext cx="1800000" cy="280253"/>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a:t>Project Manager</a:t>
            </a:r>
            <a:endParaRPr lang="de-CH" dirty="0"/>
          </a:p>
        </p:txBody>
      </p:sp>
      <p:sp>
        <p:nvSpPr>
          <p:cNvPr id="47" name="Textplatzhalter 6">
            <a:extLst>
              <a:ext uri="{FF2B5EF4-FFF2-40B4-BE49-F238E27FC236}">
                <a16:creationId xmlns:a16="http://schemas.microsoft.com/office/drawing/2014/main" id="{DB6F1513-E244-A63B-020B-520009676C14}"/>
              </a:ext>
            </a:extLst>
          </p:cNvPr>
          <p:cNvSpPr>
            <a:spLocks noGrp="1"/>
          </p:cNvSpPr>
          <p:nvPr>
            <p:ph type="body" sz="quarter" idx="52" hasCustomPrompt="1"/>
          </p:nvPr>
        </p:nvSpPr>
        <p:spPr>
          <a:xfrm>
            <a:off x="4258705" y="1692420"/>
            <a:ext cx="1800000" cy="31833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51" name="Textplatzhalter 4">
            <a:extLst>
              <a:ext uri="{FF2B5EF4-FFF2-40B4-BE49-F238E27FC236}">
                <a16:creationId xmlns:a16="http://schemas.microsoft.com/office/drawing/2014/main" id="{A979885E-35D5-0246-784E-A54701559DB7}"/>
              </a:ext>
            </a:extLst>
          </p:cNvPr>
          <p:cNvSpPr>
            <a:spLocks noGrp="1"/>
          </p:cNvSpPr>
          <p:nvPr>
            <p:ph type="body" sz="quarter" idx="56" hasCustomPrompt="1"/>
          </p:nvPr>
        </p:nvSpPr>
        <p:spPr>
          <a:xfrm>
            <a:off x="6148345" y="1394356"/>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Checks compliance …</a:t>
            </a:r>
          </a:p>
          <a:p>
            <a:pPr lvl="0"/>
            <a:r>
              <a:rPr lang="en-US" dirty="0"/>
              <a:t>Checks compliance with …</a:t>
            </a:r>
          </a:p>
          <a:p>
            <a:pPr lvl="0"/>
            <a:r>
              <a:rPr lang="en-US" dirty="0"/>
              <a:t>Is responsible for …</a:t>
            </a:r>
          </a:p>
          <a:p>
            <a:pPr lvl="0"/>
            <a:r>
              <a:rPr lang="en-US" dirty="0"/>
              <a:t>Defines requirements …</a:t>
            </a:r>
            <a:endParaRPr lang="de-CH" dirty="0"/>
          </a:p>
        </p:txBody>
      </p:sp>
      <p:sp>
        <p:nvSpPr>
          <p:cNvPr id="52" name="Textplatzhalter 6">
            <a:extLst>
              <a:ext uri="{FF2B5EF4-FFF2-40B4-BE49-F238E27FC236}">
                <a16:creationId xmlns:a16="http://schemas.microsoft.com/office/drawing/2014/main" id="{6E56EEFF-E735-270A-8F8B-A13FF5AAB4F7}"/>
              </a:ext>
            </a:extLst>
          </p:cNvPr>
          <p:cNvSpPr>
            <a:spLocks noGrp="1"/>
          </p:cNvSpPr>
          <p:nvPr>
            <p:ph type="body" sz="quarter" idx="57" hasCustomPrompt="1"/>
          </p:nvPr>
        </p:nvSpPr>
        <p:spPr>
          <a:xfrm>
            <a:off x="6148345" y="1453455"/>
            <a:ext cx="1800000" cy="280253"/>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a:t>Project QM </a:t>
            </a:r>
            <a:r>
              <a:rPr lang="de-DE" dirty="0" err="1"/>
              <a:t>responsible</a:t>
            </a:r>
            <a:endParaRPr lang="de-CH" dirty="0"/>
          </a:p>
        </p:txBody>
      </p:sp>
      <p:sp>
        <p:nvSpPr>
          <p:cNvPr id="53" name="Textplatzhalter 6">
            <a:extLst>
              <a:ext uri="{FF2B5EF4-FFF2-40B4-BE49-F238E27FC236}">
                <a16:creationId xmlns:a16="http://schemas.microsoft.com/office/drawing/2014/main" id="{EE730FB7-46B3-6256-1DCB-5FD769C5E84D}"/>
              </a:ext>
            </a:extLst>
          </p:cNvPr>
          <p:cNvSpPr>
            <a:spLocks noGrp="1"/>
          </p:cNvSpPr>
          <p:nvPr>
            <p:ph type="body" sz="quarter" idx="58" hasCustomPrompt="1"/>
          </p:nvPr>
        </p:nvSpPr>
        <p:spPr>
          <a:xfrm>
            <a:off x="6148345" y="1698646"/>
            <a:ext cx="1800000" cy="31833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57" name="Textplatzhalter 4">
            <a:extLst>
              <a:ext uri="{FF2B5EF4-FFF2-40B4-BE49-F238E27FC236}">
                <a16:creationId xmlns:a16="http://schemas.microsoft.com/office/drawing/2014/main" id="{A88E552B-E240-C017-8BDF-0C598AF89F04}"/>
              </a:ext>
            </a:extLst>
          </p:cNvPr>
          <p:cNvSpPr>
            <a:spLocks noGrp="1"/>
          </p:cNvSpPr>
          <p:nvPr>
            <p:ph type="body" sz="quarter" idx="62" hasCustomPrompt="1"/>
          </p:nvPr>
        </p:nvSpPr>
        <p:spPr>
          <a:xfrm>
            <a:off x="8037985" y="1399225"/>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Derives the system and software requirements …</a:t>
            </a:r>
          </a:p>
          <a:p>
            <a:pPr lvl="0"/>
            <a:r>
              <a:rPr lang="en-US" dirty="0"/>
              <a:t>Is responsible for …</a:t>
            </a:r>
          </a:p>
          <a:p>
            <a:pPr lvl="0"/>
            <a:r>
              <a:rPr lang="en-US" dirty="0"/>
              <a:t>Requirements reviews</a:t>
            </a:r>
          </a:p>
          <a:p>
            <a:pPr lvl="0"/>
            <a:r>
              <a:rPr lang="en-US" dirty="0"/>
              <a:t>Assists with …</a:t>
            </a:r>
          </a:p>
          <a:p>
            <a:pPr lvl="0"/>
            <a:r>
              <a:rPr lang="en-US" dirty="0"/>
              <a:t>Derives requirements from …</a:t>
            </a:r>
          </a:p>
          <a:p>
            <a:pPr lvl="0"/>
            <a:r>
              <a:rPr lang="en-US" dirty="0"/>
              <a:t>Coordinates traceability between …</a:t>
            </a:r>
            <a:endParaRPr lang="de-CH" dirty="0"/>
          </a:p>
        </p:txBody>
      </p:sp>
      <p:sp>
        <p:nvSpPr>
          <p:cNvPr id="58" name="Textplatzhalter 6">
            <a:extLst>
              <a:ext uri="{FF2B5EF4-FFF2-40B4-BE49-F238E27FC236}">
                <a16:creationId xmlns:a16="http://schemas.microsoft.com/office/drawing/2014/main" id="{1785F249-247A-F9DD-4F6C-76812E6AA6D2}"/>
              </a:ext>
            </a:extLst>
          </p:cNvPr>
          <p:cNvSpPr>
            <a:spLocks noGrp="1"/>
          </p:cNvSpPr>
          <p:nvPr>
            <p:ph type="body" sz="quarter" idx="63" hasCustomPrompt="1"/>
          </p:nvPr>
        </p:nvSpPr>
        <p:spPr>
          <a:xfrm>
            <a:off x="8037985" y="1458324"/>
            <a:ext cx="1800000" cy="280253"/>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a:t>Systems Engineer</a:t>
            </a:r>
            <a:endParaRPr lang="de-CH" dirty="0"/>
          </a:p>
        </p:txBody>
      </p:sp>
      <p:sp>
        <p:nvSpPr>
          <p:cNvPr id="59" name="Textplatzhalter 6">
            <a:extLst>
              <a:ext uri="{FF2B5EF4-FFF2-40B4-BE49-F238E27FC236}">
                <a16:creationId xmlns:a16="http://schemas.microsoft.com/office/drawing/2014/main" id="{87083A8F-BB5F-AA93-9821-CE6E89BE8003}"/>
              </a:ext>
            </a:extLst>
          </p:cNvPr>
          <p:cNvSpPr>
            <a:spLocks noGrp="1"/>
          </p:cNvSpPr>
          <p:nvPr>
            <p:ph type="body" sz="quarter" idx="64" hasCustomPrompt="1"/>
          </p:nvPr>
        </p:nvSpPr>
        <p:spPr>
          <a:xfrm>
            <a:off x="8037985" y="1703515"/>
            <a:ext cx="1800000" cy="31833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63" name="Textplatzhalter 4">
            <a:extLst>
              <a:ext uri="{FF2B5EF4-FFF2-40B4-BE49-F238E27FC236}">
                <a16:creationId xmlns:a16="http://schemas.microsoft.com/office/drawing/2014/main" id="{E826DBFF-7F1A-04F6-5DFD-CD635A99F9E1}"/>
              </a:ext>
            </a:extLst>
          </p:cNvPr>
          <p:cNvSpPr>
            <a:spLocks noGrp="1"/>
          </p:cNvSpPr>
          <p:nvPr>
            <p:ph type="body" sz="quarter" idx="68" hasCustomPrompt="1"/>
          </p:nvPr>
        </p:nvSpPr>
        <p:spPr>
          <a:xfrm>
            <a:off x="9927625" y="1394356"/>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Is responsible for …</a:t>
            </a:r>
          </a:p>
          <a:p>
            <a:pPr lvl="0"/>
            <a:r>
              <a:rPr lang="en-US" dirty="0"/>
              <a:t>Ensures that risk management …</a:t>
            </a:r>
            <a:endParaRPr lang="de-CH" dirty="0"/>
          </a:p>
        </p:txBody>
      </p:sp>
      <p:sp>
        <p:nvSpPr>
          <p:cNvPr id="64" name="Textplatzhalter 6">
            <a:extLst>
              <a:ext uri="{FF2B5EF4-FFF2-40B4-BE49-F238E27FC236}">
                <a16:creationId xmlns:a16="http://schemas.microsoft.com/office/drawing/2014/main" id="{A3003895-188C-41F8-9D37-BC06B269DA19}"/>
              </a:ext>
            </a:extLst>
          </p:cNvPr>
          <p:cNvSpPr>
            <a:spLocks noGrp="1"/>
          </p:cNvSpPr>
          <p:nvPr>
            <p:ph type="body" sz="quarter" idx="69" hasCustomPrompt="1"/>
          </p:nvPr>
        </p:nvSpPr>
        <p:spPr>
          <a:xfrm>
            <a:off x="9927625" y="1453455"/>
            <a:ext cx="1800000" cy="280253"/>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err="1"/>
              <a:t>Product</a:t>
            </a:r>
            <a:r>
              <a:rPr lang="de-DE" dirty="0"/>
              <a:t> Risk Manager</a:t>
            </a:r>
            <a:endParaRPr lang="de-CH" dirty="0"/>
          </a:p>
        </p:txBody>
      </p:sp>
      <p:sp>
        <p:nvSpPr>
          <p:cNvPr id="65" name="Textplatzhalter 6">
            <a:extLst>
              <a:ext uri="{FF2B5EF4-FFF2-40B4-BE49-F238E27FC236}">
                <a16:creationId xmlns:a16="http://schemas.microsoft.com/office/drawing/2014/main" id="{2C1993BE-1CFB-AA52-3895-6BE00BE80982}"/>
              </a:ext>
            </a:extLst>
          </p:cNvPr>
          <p:cNvSpPr>
            <a:spLocks noGrp="1"/>
          </p:cNvSpPr>
          <p:nvPr>
            <p:ph type="body" sz="quarter" idx="70" hasCustomPrompt="1"/>
          </p:nvPr>
        </p:nvSpPr>
        <p:spPr>
          <a:xfrm>
            <a:off x="9927625" y="1698646"/>
            <a:ext cx="1800000" cy="31833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12" name="Textplatzhalter 4">
            <a:extLst>
              <a:ext uri="{FF2B5EF4-FFF2-40B4-BE49-F238E27FC236}">
                <a16:creationId xmlns:a16="http://schemas.microsoft.com/office/drawing/2014/main" id="{1AB20C4D-CCCC-5591-CBF7-4F5AEAC0B259}"/>
              </a:ext>
            </a:extLst>
          </p:cNvPr>
          <p:cNvSpPr>
            <a:spLocks noGrp="1"/>
          </p:cNvSpPr>
          <p:nvPr>
            <p:ph type="body" sz="quarter" idx="17" hasCustomPrompt="1"/>
          </p:nvPr>
        </p:nvSpPr>
        <p:spPr>
          <a:xfrm>
            <a:off x="479425" y="3865557"/>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Hardware architecture …</a:t>
            </a:r>
          </a:p>
          <a:p>
            <a:pPr lvl="0"/>
            <a:r>
              <a:rPr lang="en-US" dirty="0"/>
              <a:t>Electronics development …</a:t>
            </a:r>
          </a:p>
          <a:p>
            <a:pPr lvl="0"/>
            <a:r>
              <a:rPr lang="en-US" dirty="0"/>
              <a:t>EDA</a:t>
            </a:r>
            <a:endParaRPr lang="de-CH" dirty="0"/>
          </a:p>
        </p:txBody>
      </p:sp>
      <p:sp>
        <p:nvSpPr>
          <p:cNvPr id="13" name="Textplatzhalter 6">
            <a:extLst>
              <a:ext uri="{FF2B5EF4-FFF2-40B4-BE49-F238E27FC236}">
                <a16:creationId xmlns:a16="http://schemas.microsoft.com/office/drawing/2014/main" id="{540A97E4-FF2A-35E0-9435-A81DC9823877}"/>
              </a:ext>
            </a:extLst>
          </p:cNvPr>
          <p:cNvSpPr>
            <a:spLocks noGrp="1"/>
          </p:cNvSpPr>
          <p:nvPr>
            <p:ph type="body" sz="quarter" idx="18" hasCustomPrompt="1"/>
          </p:nvPr>
        </p:nvSpPr>
        <p:spPr>
          <a:xfrm>
            <a:off x="479425" y="3936620"/>
            <a:ext cx="1800000" cy="268290"/>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a:t>Hardware Engineer</a:t>
            </a:r>
            <a:endParaRPr lang="de-CH" dirty="0"/>
          </a:p>
        </p:txBody>
      </p:sp>
      <p:sp>
        <p:nvSpPr>
          <p:cNvPr id="14" name="Textplatzhalter 6">
            <a:extLst>
              <a:ext uri="{FF2B5EF4-FFF2-40B4-BE49-F238E27FC236}">
                <a16:creationId xmlns:a16="http://schemas.microsoft.com/office/drawing/2014/main" id="{2421AC83-BEC4-5BA9-7BB2-AC87417017BA}"/>
              </a:ext>
            </a:extLst>
          </p:cNvPr>
          <p:cNvSpPr>
            <a:spLocks noGrp="1"/>
          </p:cNvSpPr>
          <p:nvPr>
            <p:ph type="body" sz="quarter" idx="19" hasCustomPrompt="1"/>
          </p:nvPr>
        </p:nvSpPr>
        <p:spPr>
          <a:xfrm>
            <a:off x="479425" y="4169847"/>
            <a:ext cx="1800000" cy="22869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42" name="Textplatzhalter 4">
            <a:extLst>
              <a:ext uri="{FF2B5EF4-FFF2-40B4-BE49-F238E27FC236}">
                <a16:creationId xmlns:a16="http://schemas.microsoft.com/office/drawing/2014/main" id="{2A66BD8D-C3E5-6ECC-4D5B-5692D5AF4998}"/>
              </a:ext>
            </a:extLst>
          </p:cNvPr>
          <p:cNvSpPr>
            <a:spLocks noGrp="1"/>
          </p:cNvSpPr>
          <p:nvPr>
            <p:ph type="body" sz="quarter" idx="47" hasCustomPrompt="1"/>
          </p:nvPr>
        </p:nvSpPr>
        <p:spPr>
          <a:xfrm>
            <a:off x="2369065" y="3860688"/>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is responsible for ...</a:t>
            </a:r>
          </a:p>
          <a:p>
            <a:pPr lvl="0"/>
            <a:r>
              <a:rPr lang="en-US" dirty="0"/>
              <a:t>Creates the system architecture with ...</a:t>
            </a:r>
          </a:p>
          <a:p>
            <a:pPr lvl="0"/>
            <a:r>
              <a:rPr lang="en-US" dirty="0"/>
              <a:t>Identifies the critical architecture drivers ...</a:t>
            </a:r>
          </a:p>
          <a:p>
            <a:pPr lvl="0"/>
            <a:r>
              <a:rPr lang="en-US" dirty="0"/>
              <a:t>Ensures that the architecture meets ...</a:t>
            </a:r>
          </a:p>
          <a:p>
            <a:pPr lvl="0"/>
            <a:r>
              <a:rPr lang="en-US" dirty="0"/>
              <a:t>Coordinates the integration of ...</a:t>
            </a:r>
          </a:p>
          <a:p>
            <a:pPr lvl="0"/>
            <a:r>
              <a:rPr lang="en-US" dirty="0"/>
              <a:t>Monitors the consistency of ...</a:t>
            </a:r>
          </a:p>
          <a:p>
            <a:pPr lvl="0"/>
            <a:r>
              <a:rPr lang="en-US" dirty="0"/>
              <a:t>Sets guidelines for ...</a:t>
            </a:r>
          </a:p>
          <a:p>
            <a:pPr lvl="0"/>
            <a:r>
              <a:rPr lang="en-US" dirty="0"/>
              <a:t>Software architecture review</a:t>
            </a:r>
            <a:endParaRPr lang="de-CH" dirty="0"/>
          </a:p>
        </p:txBody>
      </p:sp>
      <p:sp>
        <p:nvSpPr>
          <p:cNvPr id="43" name="Textplatzhalter 6">
            <a:extLst>
              <a:ext uri="{FF2B5EF4-FFF2-40B4-BE49-F238E27FC236}">
                <a16:creationId xmlns:a16="http://schemas.microsoft.com/office/drawing/2014/main" id="{5836AB0E-9D70-CFDE-BD35-0FC4D258CD2C}"/>
              </a:ext>
            </a:extLst>
          </p:cNvPr>
          <p:cNvSpPr>
            <a:spLocks noGrp="1"/>
          </p:cNvSpPr>
          <p:nvPr>
            <p:ph type="body" sz="quarter" idx="48" hasCustomPrompt="1"/>
          </p:nvPr>
        </p:nvSpPr>
        <p:spPr>
          <a:xfrm>
            <a:off x="2369065" y="3936620"/>
            <a:ext cx="1800000" cy="263421"/>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a:t>Software Engineer</a:t>
            </a:r>
            <a:endParaRPr lang="de-CH" dirty="0"/>
          </a:p>
        </p:txBody>
      </p:sp>
      <p:sp>
        <p:nvSpPr>
          <p:cNvPr id="44" name="Textplatzhalter 6">
            <a:extLst>
              <a:ext uri="{FF2B5EF4-FFF2-40B4-BE49-F238E27FC236}">
                <a16:creationId xmlns:a16="http://schemas.microsoft.com/office/drawing/2014/main" id="{4AC33722-F9FE-31C3-81CC-0D056028AED2}"/>
              </a:ext>
            </a:extLst>
          </p:cNvPr>
          <p:cNvSpPr>
            <a:spLocks noGrp="1"/>
          </p:cNvSpPr>
          <p:nvPr>
            <p:ph type="body" sz="quarter" idx="49" hasCustomPrompt="1"/>
          </p:nvPr>
        </p:nvSpPr>
        <p:spPr>
          <a:xfrm>
            <a:off x="2369065" y="4164978"/>
            <a:ext cx="1800000" cy="22869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48" name="Textplatzhalter 4">
            <a:extLst>
              <a:ext uri="{FF2B5EF4-FFF2-40B4-BE49-F238E27FC236}">
                <a16:creationId xmlns:a16="http://schemas.microsoft.com/office/drawing/2014/main" id="{8BE2E2A7-0FA0-0A68-1DB6-648D5E99102A}"/>
              </a:ext>
            </a:extLst>
          </p:cNvPr>
          <p:cNvSpPr>
            <a:spLocks noGrp="1"/>
          </p:cNvSpPr>
          <p:nvPr>
            <p:ph type="body" sz="quarter" idx="53" hasCustomPrompt="1"/>
          </p:nvPr>
        </p:nvSpPr>
        <p:spPr>
          <a:xfrm>
            <a:off x="4258705" y="3865557"/>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Software design &amp; documentation</a:t>
            </a:r>
          </a:p>
          <a:p>
            <a:pPr lvl="0"/>
            <a:r>
              <a:rPr lang="en-US" dirty="0"/>
              <a:t>Software implementation</a:t>
            </a:r>
          </a:p>
          <a:p>
            <a:pPr lvl="0"/>
            <a:r>
              <a:rPr lang="en-US" dirty="0"/>
              <a:t>Software unit testing</a:t>
            </a:r>
            <a:endParaRPr lang="de-CH" dirty="0"/>
          </a:p>
        </p:txBody>
      </p:sp>
      <p:sp>
        <p:nvSpPr>
          <p:cNvPr id="49" name="Textplatzhalter 6">
            <a:extLst>
              <a:ext uri="{FF2B5EF4-FFF2-40B4-BE49-F238E27FC236}">
                <a16:creationId xmlns:a16="http://schemas.microsoft.com/office/drawing/2014/main" id="{503B041A-58F5-9314-6647-F138665E9C88}"/>
              </a:ext>
            </a:extLst>
          </p:cNvPr>
          <p:cNvSpPr>
            <a:spLocks noGrp="1"/>
          </p:cNvSpPr>
          <p:nvPr>
            <p:ph type="body" sz="quarter" idx="54" hasCustomPrompt="1"/>
          </p:nvPr>
        </p:nvSpPr>
        <p:spPr>
          <a:xfrm>
            <a:off x="4258705" y="3936620"/>
            <a:ext cx="1800000" cy="263421"/>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a:t>Software Developer</a:t>
            </a:r>
            <a:endParaRPr lang="de-CH" dirty="0"/>
          </a:p>
        </p:txBody>
      </p:sp>
      <p:sp>
        <p:nvSpPr>
          <p:cNvPr id="50" name="Textplatzhalter 6">
            <a:extLst>
              <a:ext uri="{FF2B5EF4-FFF2-40B4-BE49-F238E27FC236}">
                <a16:creationId xmlns:a16="http://schemas.microsoft.com/office/drawing/2014/main" id="{0B95D79B-55CF-37D7-2FD0-EFFFE7AB0666}"/>
              </a:ext>
            </a:extLst>
          </p:cNvPr>
          <p:cNvSpPr>
            <a:spLocks noGrp="1"/>
          </p:cNvSpPr>
          <p:nvPr>
            <p:ph type="body" sz="quarter" idx="55" hasCustomPrompt="1"/>
          </p:nvPr>
        </p:nvSpPr>
        <p:spPr>
          <a:xfrm>
            <a:off x="4258705" y="4169847"/>
            <a:ext cx="1800000" cy="22869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54" name="Textplatzhalter 4">
            <a:extLst>
              <a:ext uri="{FF2B5EF4-FFF2-40B4-BE49-F238E27FC236}">
                <a16:creationId xmlns:a16="http://schemas.microsoft.com/office/drawing/2014/main" id="{BFFB8F00-1DEC-C74E-12DA-B764ED8C6A3F}"/>
              </a:ext>
            </a:extLst>
          </p:cNvPr>
          <p:cNvSpPr>
            <a:spLocks noGrp="1"/>
          </p:cNvSpPr>
          <p:nvPr>
            <p:ph type="body" sz="quarter" idx="59" hasCustomPrompt="1"/>
          </p:nvPr>
        </p:nvSpPr>
        <p:spPr>
          <a:xfrm>
            <a:off x="6148345" y="3871783"/>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Defines the …</a:t>
            </a:r>
          </a:p>
          <a:p>
            <a:pPr lvl="0"/>
            <a:r>
              <a:rPr lang="en-US" dirty="0"/>
              <a:t>Creates the …</a:t>
            </a:r>
            <a:endParaRPr lang="de-CH" dirty="0"/>
          </a:p>
        </p:txBody>
      </p:sp>
      <p:sp>
        <p:nvSpPr>
          <p:cNvPr id="55" name="Textplatzhalter 6">
            <a:extLst>
              <a:ext uri="{FF2B5EF4-FFF2-40B4-BE49-F238E27FC236}">
                <a16:creationId xmlns:a16="http://schemas.microsoft.com/office/drawing/2014/main" id="{9E7147CA-9E00-5E1F-04C0-849CBD6BC12F}"/>
              </a:ext>
            </a:extLst>
          </p:cNvPr>
          <p:cNvSpPr>
            <a:spLocks noGrp="1"/>
          </p:cNvSpPr>
          <p:nvPr>
            <p:ph type="body" sz="quarter" idx="60" hasCustomPrompt="1"/>
          </p:nvPr>
        </p:nvSpPr>
        <p:spPr>
          <a:xfrm>
            <a:off x="6148345" y="3936620"/>
            <a:ext cx="1800000" cy="263421"/>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err="1"/>
              <a:t>Verification</a:t>
            </a:r>
            <a:r>
              <a:rPr lang="de-DE" dirty="0"/>
              <a:t> Manager</a:t>
            </a:r>
            <a:endParaRPr lang="de-CH" dirty="0"/>
          </a:p>
        </p:txBody>
      </p:sp>
      <p:sp>
        <p:nvSpPr>
          <p:cNvPr id="56" name="Textplatzhalter 6">
            <a:extLst>
              <a:ext uri="{FF2B5EF4-FFF2-40B4-BE49-F238E27FC236}">
                <a16:creationId xmlns:a16="http://schemas.microsoft.com/office/drawing/2014/main" id="{D4099579-E67C-AAD3-7286-3FCBC654032F}"/>
              </a:ext>
            </a:extLst>
          </p:cNvPr>
          <p:cNvSpPr>
            <a:spLocks noGrp="1"/>
          </p:cNvSpPr>
          <p:nvPr>
            <p:ph type="body" sz="quarter" idx="61" hasCustomPrompt="1"/>
          </p:nvPr>
        </p:nvSpPr>
        <p:spPr>
          <a:xfrm>
            <a:off x="6148345" y="4176073"/>
            <a:ext cx="1800000" cy="22869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60" name="Textplatzhalter 4">
            <a:extLst>
              <a:ext uri="{FF2B5EF4-FFF2-40B4-BE49-F238E27FC236}">
                <a16:creationId xmlns:a16="http://schemas.microsoft.com/office/drawing/2014/main" id="{3C25DB12-0185-716B-853A-E10A85644743}"/>
              </a:ext>
            </a:extLst>
          </p:cNvPr>
          <p:cNvSpPr>
            <a:spLocks noGrp="1"/>
          </p:cNvSpPr>
          <p:nvPr>
            <p:ph type="body" sz="quarter" idx="65" hasCustomPrompt="1"/>
          </p:nvPr>
        </p:nvSpPr>
        <p:spPr>
          <a:xfrm>
            <a:off x="8037985" y="3876652"/>
            <a:ext cx="1800000" cy="2387787"/>
          </a:xfrm>
          <a:solidFill>
            <a:schemeClr val="bg2">
              <a:lumMod val="20000"/>
              <a:lumOff val="80000"/>
            </a:schemeClr>
          </a:solidFill>
          <a:ln>
            <a:noFill/>
          </a:ln>
        </p:spPr>
        <p:txBody>
          <a:bodyPr tIns="612000"/>
          <a:lstStyle>
            <a:lvl1pPr marL="180000" indent="-144000">
              <a:buFont typeface="Arial" panose="020B0604020202020204" pitchFamily="34" charset="0"/>
              <a:buChar char="•"/>
              <a:defRPr sz="800" b="0" i="0">
                <a:latin typeface="Arial" panose="020B0604020202020204" pitchFamily="34" charset="0"/>
                <a:cs typeface="Arial" panose="020B0604020202020204" pitchFamily="34" charset="0"/>
              </a:defRPr>
            </a:lvl1pPr>
          </a:lstStyle>
          <a:p>
            <a:pPr lvl="0"/>
            <a:r>
              <a:rPr lang="en-US" dirty="0"/>
              <a:t>Performs the …</a:t>
            </a:r>
          </a:p>
          <a:p>
            <a:pPr lvl="0"/>
            <a:r>
              <a:rPr lang="en-US" dirty="0"/>
              <a:t>Prepares the …</a:t>
            </a:r>
            <a:endParaRPr lang="de-CH" dirty="0"/>
          </a:p>
        </p:txBody>
      </p:sp>
      <p:sp>
        <p:nvSpPr>
          <p:cNvPr id="61" name="Textplatzhalter 6">
            <a:extLst>
              <a:ext uri="{FF2B5EF4-FFF2-40B4-BE49-F238E27FC236}">
                <a16:creationId xmlns:a16="http://schemas.microsoft.com/office/drawing/2014/main" id="{09CC7E81-68CE-CAE8-68AF-E13BE3F1EDC3}"/>
              </a:ext>
            </a:extLst>
          </p:cNvPr>
          <p:cNvSpPr>
            <a:spLocks noGrp="1"/>
          </p:cNvSpPr>
          <p:nvPr>
            <p:ph type="body" sz="quarter" idx="66" hasCustomPrompt="1"/>
          </p:nvPr>
        </p:nvSpPr>
        <p:spPr>
          <a:xfrm>
            <a:off x="8037985" y="3936620"/>
            <a:ext cx="1800000" cy="263421"/>
          </a:xfrm>
        </p:spPr>
        <p:txBody>
          <a:bodyPr/>
          <a:lstStyle>
            <a:lvl1pPr marL="36000" indent="0">
              <a:buNone/>
              <a:defRPr sz="1000" b="1" i="0">
                <a:latin typeface="Arial" panose="020B0604020202020204" pitchFamily="34" charset="0"/>
                <a:ea typeface="Gibson Medium" pitchFamily="50" charset="0"/>
                <a:cs typeface="Arial" panose="020B0604020202020204" pitchFamily="34" charset="0"/>
              </a:defRPr>
            </a:lvl1pPr>
          </a:lstStyle>
          <a:p>
            <a:pPr lvl="0"/>
            <a:r>
              <a:rPr lang="de-DE" dirty="0" err="1"/>
              <a:t>Verification</a:t>
            </a:r>
            <a:r>
              <a:rPr lang="de-DE" dirty="0"/>
              <a:t> Engineer</a:t>
            </a:r>
            <a:endParaRPr lang="de-CH" dirty="0"/>
          </a:p>
        </p:txBody>
      </p:sp>
      <p:sp>
        <p:nvSpPr>
          <p:cNvPr id="62" name="Textplatzhalter 6">
            <a:extLst>
              <a:ext uri="{FF2B5EF4-FFF2-40B4-BE49-F238E27FC236}">
                <a16:creationId xmlns:a16="http://schemas.microsoft.com/office/drawing/2014/main" id="{35A7255F-7BC7-ECC1-CE08-75102464B7DC}"/>
              </a:ext>
            </a:extLst>
          </p:cNvPr>
          <p:cNvSpPr>
            <a:spLocks noGrp="1"/>
          </p:cNvSpPr>
          <p:nvPr>
            <p:ph type="body" sz="quarter" idx="67" hasCustomPrompt="1"/>
          </p:nvPr>
        </p:nvSpPr>
        <p:spPr>
          <a:xfrm>
            <a:off x="8037985" y="4180942"/>
            <a:ext cx="1800000" cy="228692"/>
          </a:xfrm>
        </p:spPr>
        <p:txBody>
          <a:bodyPr/>
          <a:lstStyle>
            <a:lvl1pPr marL="36000" indent="0">
              <a:buNone/>
              <a:defRPr sz="800" b="1" i="0">
                <a:latin typeface="Arial" panose="020B0604020202020204" pitchFamily="34" charset="0"/>
                <a:ea typeface="Gibson Medium" pitchFamily="50" charset="0"/>
                <a:cs typeface="Arial" panose="020B0604020202020204" pitchFamily="34" charset="0"/>
              </a:defRPr>
            </a:lvl1pPr>
          </a:lstStyle>
          <a:p>
            <a:pPr lvl="0"/>
            <a:r>
              <a:rPr lang="de-DE" dirty="0"/>
              <a:t>Name, konplan</a:t>
            </a:r>
            <a:endParaRPr lang="de-CH" dirty="0"/>
          </a:p>
        </p:txBody>
      </p:sp>
      <p:sp>
        <p:nvSpPr>
          <p:cNvPr id="9" name="Fußzeilenplatzhalter 5">
            <a:extLst>
              <a:ext uri="{FF2B5EF4-FFF2-40B4-BE49-F238E27FC236}">
                <a16:creationId xmlns:a16="http://schemas.microsoft.com/office/drawing/2014/main" id="{B60A7084-84C6-A9BB-6FA7-14CC9779946D}"/>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2" name="Textplatzhalter 9">
            <a:extLst>
              <a:ext uri="{FF2B5EF4-FFF2-40B4-BE49-F238E27FC236}">
                <a16:creationId xmlns:a16="http://schemas.microsoft.com/office/drawing/2014/main" id="{DF5454BA-3AE0-251E-3FE1-FA410E3B303E}"/>
              </a:ext>
            </a:extLst>
          </p:cNvPr>
          <p:cNvSpPr>
            <a:spLocks noGrp="1"/>
          </p:cNvSpPr>
          <p:nvPr>
            <p:ph type="body" sz="quarter" idx="71" hasCustomPrompt="1"/>
          </p:nvPr>
        </p:nvSpPr>
        <p:spPr>
          <a:xfrm>
            <a:off x="372977" y="549275"/>
            <a:ext cx="11354648"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10" name="Titelplatzhalter 1">
            <a:extLst>
              <a:ext uri="{FF2B5EF4-FFF2-40B4-BE49-F238E27FC236}">
                <a16:creationId xmlns:a16="http://schemas.microsoft.com/office/drawing/2014/main" id="{33826323-DA27-7B0B-78C4-A2CBB0EA478B}"/>
              </a:ext>
            </a:extLst>
          </p:cNvPr>
          <p:cNvSpPr>
            <a:spLocks noGrp="1"/>
          </p:cNvSpPr>
          <p:nvPr>
            <p:ph type="title" hasCustomPrompt="1"/>
          </p:nvPr>
        </p:nvSpPr>
        <p:spPr>
          <a:xfrm>
            <a:off x="372979" y="901171"/>
            <a:ext cx="11354646" cy="440267"/>
          </a:xfrm>
          <a:prstGeom prst="rect">
            <a:avLst/>
          </a:prstGeom>
        </p:spPr>
        <p:txBody>
          <a:bodyPr vert="horz" lIns="91440" tIns="45720" rIns="91440" bIns="45720" rtlCol="0" anchor="t">
            <a:noAutofit/>
          </a:bodyPr>
          <a:lstStyle>
            <a:lvl1pPr>
              <a:defRPr sz="2600"/>
            </a:lvl1pPr>
          </a:lstStyle>
          <a:p>
            <a:r>
              <a:rPr lang="de-DE" dirty="0"/>
              <a:t>Projektteam intern</a:t>
            </a:r>
            <a:endParaRPr lang="de-CH" dirty="0"/>
          </a:p>
        </p:txBody>
      </p:sp>
    </p:spTree>
    <p:extLst>
      <p:ext uri="{BB962C8B-B14F-4D97-AF65-F5344CB8AC3E}">
        <p14:creationId xmlns:p14="http://schemas.microsoft.com/office/powerpoint/2010/main" val="392541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10" name="Text Placeholder 15">
            <a:extLst>
              <a:ext uri="{FF2B5EF4-FFF2-40B4-BE49-F238E27FC236}">
                <a16:creationId xmlns:a16="http://schemas.microsoft.com/office/drawing/2014/main" id="{60625A8F-5F5B-FC1B-4218-9ADEFAEF5797}"/>
              </a:ext>
            </a:extLst>
          </p:cNvPr>
          <p:cNvSpPr>
            <a:spLocks noGrp="1"/>
          </p:cNvSpPr>
          <p:nvPr>
            <p:ph type="body" idx="35" hasCustomPrompt="1"/>
          </p:nvPr>
        </p:nvSpPr>
        <p:spPr>
          <a:xfrm>
            <a:off x="5943600" y="2398717"/>
            <a:ext cx="1540800" cy="1818000"/>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8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2" name="Text Placeholder 15">
            <a:extLst>
              <a:ext uri="{FF2B5EF4-FFF2-40B4-BE49-F238E27FC236}">
                <a16:creationId xmlns:a16="http://schemas.microsoft.com/office/drawing/2014/main" id="{47C0E8BF-EDEE-F066-C901-58AEDC168BEC}"/>
              </a:ext>
            </a:extLst>
          </p:cNvPr>
          <p:cNvSpPr>
            <a:spLocks noGrp="1"/>
          </p:cNvSpPr>
          <p:nvPr>
            <p:ph type="body" idx="36" hasCustomPrompt="1"/>
          </p:nvPr>
        </p:nvSpPr>
        <p:spPr>
          <a:xfrm>
            <a:off x="4122738" y="2398717"/>
            <a:ext cx="1540800" cy="1818000"/>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8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4" name="Text Placeholder 15">
            <a:extLst>
              <a:ext uri="{FF2B5EF4-FFF2-40B4-BE49-F238E27FC236}">
                <a16:creationId xmlns:a16="http://schemas.microsoft.com/office/drawing/2014/main" id="{D42243ED-1751-DA4C-428D-3071FA244B9F}"/>
              </a:ext>
            </a:extLst>
          </p:cNvPr>
          <p:cNvSpPr>
            <a:spLocks noGrp="1"/>
          </p:cNvSpPr>
          <p:nvPr>
            <p:ph type="body" idx="37" hasCustomPrompt="1"/>
          </p:nvPr>
        </p:nvSpPr>
        <p:spPr>
          <a:xfrm>
            <a:off x="2301875" y="2398717"/>
            <a:ext cx="1540800" cy="1818000"/>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8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16" name="Text Placeholder 15">
            <a:extLst>
              <a:ext uri="{FF2B5EF4-FFF2-40B4-BE49-F238E27FC236}">
                <a16:creationId xmlns:a16="http://schemas.microsoft.com/office/drawing/2014/main" id="{EC16D64E-AEC2-3D25-2819-47AB70E85A2D}"/>
              </a:ext>
            </a:extLst>
          </p:cNvPr>
          <p:cNvSpPr>
            <a:spLocks noGrp="1"/>
          </p:cNvSpPr>
          <p:nvPr>
            <p:ph type="body" idx="38" hasCustomPrompt="1"/>
          </p:nvPr>
        </p:nvSpPr>
        <p:spPr>
          <a:xfrm>
            <a:off x="484188" y="2398717"/>
            <a:ext cx="1540800" cy="1818000"/>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8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8" name="Text Placeholder 15">
            <a:extLst>
              <a:ext uri="{FF2B5EF4-FFF2-40B4-BE49-F238E27FC236}">
                <a16:creationId xmlns:a16="http://schemas.microsoft.com/office/drawing/2014/main" id="{B17C0162-39FF-9646-6AC3-E1921C351F27}"/>
              </a:ext>
            </a:extLst>
          </p:cNvPr>
          <p:cNvSpPr>
            <a:spLocks noGrp="1"/>
          </p:cNvSpPr>
          <p:nvPr>
            <p:ph type="body" idx="34" hasCustomPrompt="1"/>
          </p:nvPr>
        </p:nvSpPr>
        <p:spPr>
          <a:xfrm>
            <a:off x="7761288" y="2398717"/>
            <a:ext cx="1540800" cy="1818000"/>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8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6" name="Text Placeholder 15">
            <a:extLst>
              <a:ext uri="{FF2B5EF4-FFF2-40B4-BE49-F238E27FC236}">
                <a16:creationId xmlns:a16="http://schemas.microsoft.com/office/drawing/2014/main" id="{F899C9F4-DA4B-376B-B130-C6341C6C43B2}"/>
              </a:ext>
            </a:extLst>
          </p:cNvPr>
          <p:cNvSpPr>
            <a:spLocks noGrp="1"/>
          </p:cNvSpPr>
          <p:nvPr>
            <p:ph type="body" idx="33" hasCustomPrompt="1"/>
          </p:nvPr>
        </p:nvSpPr>
        <p:spPr>
          <a:xfrm>
            <a:off x="9580563" y="2382840"/>
            <a:ext cx="1540800" cy="1818000"/>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18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26" name="AutoShape 3">
            <a:extLst>
              <a:ext uri="{FF2B5EF4-FFF2-40B4-BE49-F238E27FC236}">
                <a16:creationId xmlns:a16="http://schemas.microsoft.com/office/drawing/2014/main" id="{6F66AA92-71BD-C322-584A-B3D830036C1F}"/>
              </a:ext>
            </a:extLst>
          </p:cNvPr>
          <p:cNvSpPr>
            <a:spLocks noChangeAspect="1" noChangeArrowheads="1" noTextEdit="1"/>
          </p:cNvSpPr>
          <p:nvPr userDrawn="1"/>
        </p:nvSpPr>
        <p:spPr bwMode="auto">
          <a:xfrm>
            <a:off x="479425" y="2387604"/>
            <a:ext cx="10645775"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CH"/>
          </a:p>
        </p:txBody>
      </p:sp>
      <p:sp>
        <p:nvSpPr>
          <p:cNvPr id="27" name="Line 5">
            <a:extLst>
              <a:ext uri="{FF2B5EF4-FFF2-40B4-BE49-F238E27FC236}">
                <a16:creationId xmlns:a16="http://schemas.microsoft.com/office/drawing/2014/main" id="{88F6812D-D65D-0D1B-6E36-E267D050232A}"/>
              </a:ext>
            </a:extLst>
          </p:cNvPr>
          <p:cNvSpPr>
            <a:spLocks noChangeShapeType="1"/>
          </p:cNvSpPr>
          <p:nvPr userDrawn="1"/>
        </p:nvSpPr>
        <p:spPr bwMode="auto">
          <a:xfrm>
            <a:off x="3071813" y="4181479"/>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sp>
        <p:nvSpPr>
          <p:cNvPr id="31" name="Line 9">
            <a:extLst>
              <a:ext uri="{FF2B5EF4-FFF2-40B4-BE49-F238E27FC236}">
                <a16:creationId xmlns:a16="http://schemas.microsoft.com/office/drawing/2014/main" id="{43E28895-8AA7-DAB5-2A4B-328B19A1E387}"/>
              </a:ext>
            </a:extLst>
          </p:cNvPr>
          <p:cNvSpPr>
            <a:spLocks noChangeShapeType="1"/>
          </p:cNvSpPr>
          <p:nvPr userDrawn="1"/>
        </p:nvSpPr>
        <p:spPr bwMode="auto">
          <a:xfrm>
            <a:off x="4892675" y="4181479"/>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sp>
        <p:nvSpPr>
          <p:cNvPr id="35" name="Line 13">
            <a:extLst>
              <a:ext uri="{FF2B5EF4-FFF2-40B4-BE49-F238E27FC236}">
                <a16:creationId xmlns:a16="http://schemas.microsoft.com/office/drawing/2014/main" id="{7DCC97B5-13EC-E4FF-E895-BBA1DA96C964}"/>
              </a:ext>
            </a:extLst>
          </p:cNvPr>
          <p:cNvSpPr>
            <a:spLocks noChangeShapeType="1"/>
          </p:cNvSpPr>
          <p:nvPr userDrawn="1"/>
        </p:nvSpPr>
        <p:spPr bwMode="auto">
          <a:xfrm>
            <a:off x="1254125" y="4181479"/>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sp>
        <p:nvSpPr>
          <p:cNvPr id="39" name="Line 17">
            <a:extLst>
              <a:ext uri="{FF2B5EF4-FFF2-40B4-BE49-F238E27FC236}">
                <a16:creationId xmlns:a16="http://schemas.microsoft.com/office/drawing/2014/main" id="{6FD3F007-1E5A-F2DA-1976-701D4EE05EC8}"/>
              </a:ext>
            </a:extLst>
          </p:cNvPr>
          <p:cNvSpPr>
            <a:spLocks noChangeShapeType="1"/>
          </p:cNvSpPr>
          <p:nvPr userDrawn="1"/>
        </p:nvSpPr>
        <p:spPr bwMode="auto">
          <a:xfrm>
            <a:off x="8529638" y="4181479"/>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sp>
        <p:nvSpPr>
          <p:cNvPr id="43" name="Line 21">
            <a:extLst>
              <a:ext uri="{FF2B5EF4-FFF2-40B4-BE49-F238E27FC236}">
                <a16:creationId xmlns:a16="http://schemas.microsoft.com/office/drawing/2014/main" id="{B2C0B4F2-633B-6FE1-3414-37B2197F3FAE}"/>
              </a:ext>
            </a:extLst>
          </p:cNvPr>
          <p:cNvSpPr>
            <a:spLocks noChangeShapeType="1"/>
          </p:cNvSpPr>
          <p:nvPr userDrawn="1"/>
        </p:nvSpPr>
        <p:spPr bwMode="auto">
          <a:xfrm>
            <a:off x="10350500" y="4181479"/>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sp>
        <p:nvSpPr>
          <p:cNvPr id="47" name="Line 25">
            <a:extLst>
              <a:ext uri="{FF2B5EF4-FFF2-40B4-BE49-F238E27FC236}">
                <a16:creationId xmlns:a16="http://schemas.microsoft.com/office/drawing/2014/main" id="{8C5FA2E0-7D90-90E3-DA62-7EFD08DFEC13}"/>
              </a:ext>
            </a:extLst>
          </p:cNvPr>
          <p:cNvSpPr>
            <a:spLocks noChangeShapeType="1"/>
          </p:cNvSpPr>
          <p:nvPr userDrawn="1"/>
        </p:nvSpPr>
        <p:spPr bwMode="auto">
          <a:xfrm>
            <a:off x="6711950" y="4181479"/>
            <a:ext cx="0" cy="0"/>
          </a:xfrm>
          <a:prstGeom prst="line">
            <a:avLst/>
          </a:prstGeom>
          <a:noFill/>
          <a:ln w="15875"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sp>
        <p:nvSpPr>
          <p:cNvPr id="51" name="Bildplatzhalter 11">
            <a:extLst>
              <a:ext uri="{FF2B5EF4-FFF2-40B4-BE49-F238E27FC236}">
                <a16:creationId xmlns:a16="http://schemas.microsoft.com/office/drawing/2014/main" id="{5F38653D-C384-4F5C-F210-F05300F356DF}"/>
              </a:ext>
            </a:extLst>
          </p:cNvPr>
          <p:cNvSpPr>
            <a:spLocks noGrp="1"/>
          </p:cNvSpPr>
          <p:nvPr>
            <p:ph type="pic" sz="quarter" idx="18" hasCustomPrompt="1"/>
          </p:nvPr>
        </p:nvSpPr>
        <p:spPr>
          <a:xfrm>
            <a:off x="4198938" y="2487617"/>
            <a:ext cx="1386000" cy="16020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52" name="Bildplatzhalter 11">
            <a:extLst>
              <a:ext uri="{FF2B5EF4-FFF2-40B4-BE49-F238E27FC236}">
                <a16:creationId xmlns:a16="http://schemas.microsoft.com/office/drawing/2014/main" id="{CB2790D7-59FA-06A5-778E-621900BFD99E}"/>
              </a:ext>
            </a:extLst>
          </p:cNvPr>
          <p:cNvSpPr>
            <a:spLocks noGrp="1"/>
          </p:cNvSpPr>
          <p:nvPr>
            <p:ph type="pic" sz="quarter" idx="19" hasCustomPrompt="1"/>
          </p:nvPr>
        </p:nvSpPr>
        <p:spPr>
          <a:xfrm>
            <a:off x="6019800" y="2487617"/>
            <a:ext cx="1386000" cy="16020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53" name="Bildplatzhalter 11">
            <a:extLst>
              <a:ext uri="{FF2B5EF4-FFF2-40B4-BE49-F238E27FC236}">
                <a16:creationId xmlns:a16="http://schemas.microsoft.com/office/drawing/2014/main" id="{F1200390-5CAE-C68B-BB66-A1B6355E180D}"/>
              </a:ext>
            </a:extLst>
          </p:cNvPr>
          <p:cNvSpPr>
            <a:spLocks noGrp="1"/>
          </p:cNvSpPr>
          <p:nvPr>
            <p:ph type="pic" sz="quarter" idx="20" hasCustomPrompt="1"/>
          </p:nvPr>
        </p:nvSpPr>
        <p:spPr>
          <a:xfrm>
            <a:off x="2381250" y="2487617"/>
            <a:ext cx="1386000" cy="16020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54" name="Bildplatzhalter 11">
            <a:extLst>
              <a:ext uri="{FF2B5EF4-FFF2-40B4-BE49-F238E27FC236}">
                <a16:creationId xmlns:a16="http://schemas.microsoft.com/office/drawing/2014/main" id="{26463D03-F60C-222E-F6C9-9AC6A4F448B5}"/>
              </a:ext>
            </a:extLst>
          </p:cNvPr>
          <p:cNvSpPr>
            <a:spLocks noGrp="1"/>
          </p:cNvSpPr>
          <p:nvPr>
            <p:ph type="pic" sz="quarter" idx="21" hasCustomPrompt="1"/>
          </p:nvPr>
        </p:nvSpPr>
        <p:spPr>
          <a:xfrm>
            <a:off x="7837488" y="2487617"/>
            <a:ext cx="1386000" cy="16020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55" name="Bildplatzhalter 11">
            <a:extLst>
              <a:ext uri="{FF2B5EF4-FFF2-40B4-BE49-F238E27FC236}">
                <a16:creationId xmlns:a16="http://schemas.microsoft.com/office/drawing/2014/main" id="{E943C94D-2014-B0FB-DD79-99C11D96DF38}"/>
              </a:ext>
            </a:extLst>
          </p:cNvPr>
          <p:cNvSpPr>
            <a:spLocks noGrp="1"/>
          </p:cNvSpPr>
          <p:nvPr>
            <p:ph type="pic" sz="quarter" idx="22" hasCustomPrompt="1"/>
          </p:nvPr>
        </p:nvSpPr>
        <p:spPr>
          <a:xfrm>
            <a:off x="9657963" y="2487617"/>
            <a:ext cx="1386000" cy="16020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56" name="Bildplatzhalter 11">
            <a:extLst>
              <a:ext uri="{FF2B5EF4-FFF2-40B4-BE49-F238E27FC236}">
                <a16:creationId xmlns:a16="http://schemas.microsoft.com/office/drawing/2014/main" id="{E7D6B69A-1B93-18A3-A0D8-71A4A7E8101D}"/>
              </a:ext>
            </a:extLst>
          </p:cNvPr>
          <p:cNvSpPr>
            <a:spLocks noGrp="1"/>
          </p:cNvSpPr>
          <p:nvPr>
            <p:ph type="pic" sz="quarter" idx="13" hasCustomPrompt="1"/>
          </p:nvPr>
        </p:nvSpPr>
        <p:spPr>
          <a:xfrm>
            <a:off x="561975" y="2487617"/>
            <a:ext cx="1386000" cy="16020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18" name="Textplatzhalter 17">
            <a:extLst>
              <a:ext uri="{FF2B5EF4-FFF2-40B4-BE49-F238E27FC236}">
                <a16:creationId xmlns:a16="http://schemas.microsoft.com/office/drawing/2014/main" id="{72B25872-B090-1618-3825-76A84BEF5539}"/>
              </a:ext>
            </a:extLst>
          </p:cNvPr>
          <p:cNvSpPr>
            <a:spLocks noGrp="1"/>
          </p:cNvSpPr>
          <p:nvPr>
            <p:ph type="body" sz="quarter" idx="39" hasCustomPrompt="1"/>
          </p:nvPr>
        </p:nvSpPr>
        <p:spPr>
          <a:xfrm>
            <a:off x="2301874" y="4377266"/>
            <a:ext cx="1539874"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19" name="Textplatzhalter 17">
            <a:extLst>
              <a:ext uri="{FF2B5EF4-FFF2-40B4-BE49-F238E27FC236}">
                <a16:creationId xmlns:a16="http://schemas.microsoft.com/office/drawing/2014/main" id="{CB9F5426-86E0-A542-02D0-128CB683695E}"/>
              </a:ext>
            </a:extLst>
          </p:cNvPr>
          <p:cNvSpPr>
            <a:spLocks noGrp="1"/>
          </p:cNvSpPr>
          <p:nvPr>
            <p:ph type="body" sz="quarter" idx="40" hasCustomPrompt="1"/>
          </p:nvPr>
        </p:nvSpPr>
        <p:spPr>
          <a:xfrm>
            <a:off x="2301874" y="4851166"/>
            <a:ext cx="1539874" cy="684000"/>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22" name="Textplatzhalter 17">
            <a:extLst>
              <a:ext uri="{FF2B5EF4-FFF2-40B4-BE49-F238E27FC236}">
                <a16:creationId xmlns:a16="http://schemas.microsoft.com/office/drawing/2014/main" id="{7DB90073-B3D9-AFEE-3C20-6AA650FC3476}"/>
              </a:ext>
            </a:extLst>
          </p:cNvPr>
          <p:cNvSpPr>
            <a:spLocks noGrp="1"/>
          </p:cNvSpPr>
          <p:nvPr>
            <p:ph type="body" sz="quarter" idx="41" hasCustomPrompt="1"/>
          </p:nvPr>
        </p:nvSpPr>
        <p:spPr>
          <a:xfrm>
            <a:off x="4123664" y="4377266"/>
            <a:ext cx="1539874"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23" name="Textplatzhalter 17">
            <a:extLst>
              <a:ext uri="{FF2B5EF4-FFF2-40B4-BE49-F238E27FC236}">
                <a16:creationId xmlns:a16="http://schemas.microsoft.com/office/drawing/2014/main" id="{63823BCF-E024-4A5F-00C8-D48CB3749772}"/>
              </a:ext>
            </a:extLst>
          </p:cNvPr>
          <p:cNvSpPr>
            <a:spLocks noGrp="1"/>
          </p:cNvSpPr>
          <p:nvPr>
            <p:ph type="body" sz="quarter" idx="42" hasCustomPrompt="1"/>
          </p:nvPr>
        </p:nvSpPr>
        <p:spPr>
          <a:xfrm>
            <a:off x="4123664" y="4851166"/>
            <a:ext cx="1539874" cy="684000"/>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24" name="Textplatzhalter 17">
            <a:extLst>
              <a:ext uri="{FF2B5EF4-FFF2-40B4-BE49-F238E27FC236}">
                <a16:creationId xmlns:a16="http://schemas.microsoft.com/office/drawing/2014/main" id="{32489C19-759B-06B5-ED8D-CD3D6F32BD76}"/>
              </a:ext>
            </a:extLst>
          </p:cNvPr>
          <p:cNvSpPr>
            <a:spLocks noGrp="1"/>
          </p:cNvSpPr>
          <p:nvPr>
            <p:ph type="body" sz="quarter" idx="43" hasCustomPrompt="1"/>
          </p:nvPr>
        </p:nvSpPr>
        <p:spPr>
          <a:xfrm>
            <a:off x="5943600" y="4377266"/>
            <a:ext cx="1539874"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25" name="Textplatzhalter 17">
            <a:extLst>
              <a:ext uri="{FF2B5EF4-FFF2-40B4-BE49-F238E27FC236}">
                <a16:creationId xmlns:a16="http://schemas.microsoft.com/office/drawing/2014/main" id="{45B8059A-5B6E-96BF-C58C-16AC72CAE844}"/>
              </a:ext>
            </a:extLst>
          </p:cNvPr>
          <p:cNvSpPr>
            <a:spLocks noGrp="1"/>
          </p:cNvSpPr>
          <p:nvPr>
            <p:ph type="body" sz="quarter" idx="44" hasCustomPrompt="1"/>
          </p:nvPr>
        </p:nvSpPr>
        <p:spPr>
          <a:xfrm>
            <a:off x="5943600" y="4851166"/>
            <a:ext cx="1539874" cy="684000"/>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30" name="Textplatzhalter 17">
            <a:extLst>
              <a:ext uri="{FF2B5EF4-FFF2-40B4-BE49-F238E27FC236}">
                <a16:creationId xmlns:a16="http://schemas.microsoft.com/office/drawing/2014/main" id="{F43CE1DF-7DF9-A066-E3DC-BAAAE0DE65CC}"/>
              </a:ext>
            </a:extLst>
          </p:cNvPr>
          <p:cNvSpPr>
            <a:spLocks noGrp="1"/>
          </p:cNvSpPr>
          <p:nvPr>
            <p:ph type="body" sz="quarter" idx="45" hasCustomPrompt="1"/>
          </p:nvPr>
        </p:nvSpPr>
        <p:spPr>
          <a:xfrm>
            <a:off x="7762214" y="4377266"/>
            <a:ext cx="1539874"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34" name="Textplatzhalter 17">
            <a:extLst>
              <a:ext uri="{FF2B5EF4-FFF2-40B4-BE49-F238E27FC236}">
                <a16:creationId xmlns:a16="http://schemas.microsoft.com/office/drawing/2014/main" id="{AAC808EB-3058-244A-76CE-57247B36760D}"/>
              </a:ext>
            </a:extLst>
          </p:cNvPr>
          <p:cNvSpPr>
            <a:spLocks noGrp="1"/>
          </p:cNvSpPr>
          <p:nvPr>
            <p:ph type="body" sz="quarter" idx="46" hasCustomPrompt="1"/>
          </p:nvPr>
        </p:nvSpPr>
        <p:spPr>
          <a:xfrm>
            <a:off x="7762214" y="4851166"/>
            <a:ext cx="1539874" cy="684000"/>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38" name="Textplatzhalter 17">
            <a:extLst>
              <a:ext uri="{FF2B5EF4-FFF2-40B4-BE49-F238E27FC236}">
                <a16:creationId xmlns:a16="http://schemas.microsoft.com/office/drawing/2014/main" id="{676BC8B9-EFAB-3F21-C127-C3BE0D0AE04B}"/>
              </a:ext>
            </a:extLst>
          </p:cNvPr>
          <p:cNvSpPr>
            <a:spLocks noGrp="1"/>
          </p:cNvSpPr>
          <p:nvPr>
            <p:ph type="body" sz="quarter" idx="47" hasCustomPrompt="1"/>
          </p:nvPr>
        </p:nvSpPr>
        <p:spPr>
          <a:xfrm>
            <a:off x="9580563" y="4377266"/>
            <a:ext cx="1539874"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42" name="Textplatzhalter 17">
            <a:extLst>
              <a:ext uri="{FF2B5EF4-FFF2-40B4-BE49-F238E27FC236}">
                <a16:creationId xmlns:a16="http://schemas.microsoft.com/office/drawing/2014/main" id="{2BE8ED88-0127-FEED-22C9-6D1BC1E0BB40}"/>
              </a:ext>
            </a:extLst>
          </p:cNvPr>
          <p:cNvSpPr>
            <a:spLocks noGrp="1"/>
          </p:cNvSpPr>
          <p:nvPr>
            <p:ph type="body" sz="quarter" idx="48" hasCustomPrompt="1"/>
          </p:nvPr>
        </p:nvSpPr>
        <p:spPr>
          <a:xfrm>
            <a:off x="9580563" y="4851166"/>
            <a:ext cx="1539874" cy="684000"/>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46" name="Textplatzhalter 17">
            <a:extLst>
              <a:ext uri="{FF2B5EF4-FFF2-40B4-BE49-F238E27FC236}">
                <a16:creationId xmlns:a16="http://schemas.microsoft.com/office/drawing/2014/main" id="{71D1FA1D-BC26-4AED-E6BA-BFF268AA5F5C}"/>
              </a:ext>
            </a:extLst>
          </p:cNvPr>
          <p:cNvSpPr>
            <a:spLocks noGrp="1"/>
          </p:cNvSpPr>
          <p:nvPr>
            <p:ph type="body" sz="quarter" idx="49" hasCustomPrompt="1"/>
          </p:nvPr>
        </p:nvSpPr>
        <p:spPr>
          <a:xfrm>
            <a:off x="479425" y="4377266"/>
            <a:ext cx="1539874" cy="493200"/>
          </a:xfrm>
        </p:spPr>
        <p:txBody>
          <a:bodyPr anchor="b">
            <a:noAutofit/>
          </a:bodyPr>
          <a:lstStyle>
            <a:lvl1pPr marL="0" indent="0" algn="ctr">
              <a:buNone/>
              <a:defRPr sz="1200" b="1" i="0">
                <a:latin typeface="Arial" panose="020B0604020202020204" pitchFamily="34" charset="0"/>
                <a:ea typeface="Gibson Medium" pitchFamily="50" charset="0"/>
                <a:cs typeface="Arial" panose="020B0604020202020204" pitchFamily="34" charset="0"/>
              </a:defRPr>
            </a:lvl1pPr>
          </a:lstStyle>
          <a:p>
            <a:pPr lvl="0"/>
            <a:r>
              <a:rPr lang="de-DE" dirty="0"/>
              <a:t>Vorname Name</a:t>
            </a:r>
          </a:p>
        </p:txBody>
      </p:sp>
      <p:sp>
        <p:nvSpPr>
          <p:cNvPr id="50" name="Textplatzhalter 17">
            <a:extLst>
              <a:ext uri="{FF2B5EF4-FFF2-40B4-BE49-F238E27FC236}">
                <a16:creationId xmlns:a16="http://schemas.microsoft.com/office/drawing/2014/main" id="{4B58C0D4-E3A5-3749-5B8D-0E8F4EC807EA}"/>
              </a:ext>
            </a:extLst>
          </p:cNvPr>
          <p:cNvSpPr>
            <a:spLocks noGrp="1"/>
          </p:cNvSpPr>
          <p:nvPr>
            <p:ph type="body" sz="quarter" idx="50" hasCustomPrompt="1"/>
          </p:nvPr>
        </p:nvSpPr>
        <p:spPr>
          <a:xfrm>
            <a:off x="479425" y="4851166"/>
            <a:ext cx="1539874" cy="684000"/>
          </a:xfrm>
        </p:spPr>
        <p:txBody>
          <a:bodyPr anchor="t">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Funktion</a:t>
            </a:r>
          </a:p>
        </p:txBody>
      </p:sp>
      <p:sp>
        <p:nvSpPr>
          <p:cNvPr id="2" name="Foliennummernplatzhalter 5">
            <a:extLst>
              <a:ext uri="{FF2B5EF4-FFF2-40B4-BE49-F238E27FC236}">
                <a16:creationId xmlns:a16="http://schemas.microsoft.com/office/drawing/2014/main" id="{B797B200-298D-690B-1DB6-3AF3378AA434}"/>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7" name="Fußzeilenplatzhalter 5">
            <a:extLst>
              <a:ext uri="{FF2B5EF4-FFF2-40B4-BE49-F238E27FC236}">
                <a16:creationId xmlns:a16="http://schemas.microsoft.com/office/drawing/2014/main" id="{50617C90-B325-BA3F-FB09-CB19CBC4F559}"/>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3" name="Textplatzhalter 9">
            <a:extLst>
              <a:ext uri="{FF2B5EF4-FFF2-40B4-BE49-F238E27FC236}">
                <a16:creationId xmlns:a16="http://schemas.microsoft.com/office/drawing/2014/main" id="{14D96AB3-DE27-2657-7AC1-D1402CB92B86}"/>
              </a:ext>
            </a:extLst>
          </p:cNvPr>
          <p:cNvSpPr>
            <a:spLocks noGrp="1"/>
          </p:cNvSpPr>
          <p:nvPr>
            <p:ph type="body" sz="quarter" idx="10" hasCustomPrompt="1"/>
          </p:nvPr>
        </p:nvSpPr>
        <p:spPr>
          <a:xfrm>
            <a:off x="372977" y="549275"/>
            <a:ext cx="10747460"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9" name="Titelplatzhalter 1">
            <a:extLst>
              <a:ext uri="{FF2B5EF4-FFF2-40B4-BE49-F238E27FC236}">
                <a16:creationId xmlns:a16="http://schemas.microsoft.com/office/drawing/2014/main" id="{5E669009-7079-1EF2-4AD2-34290C566A96}"/>
              </a:ext>
            </a:extLst>
          </p:cNvPr>
          <p:cNvSpPr>
            <a:spLocks noGrp="1"/>
          </p:cNvSpPr>
          <p:nvPr>
            <p:ph type="title" hasCustomPrompt="1"/>
          </p:nvPr>
        </p:nvSpPr>
        <p:spPr>
          <a:xfrm>
            <a:off x="372979" y="901171"/>
            <a:ext cx="10747458" cy="440267"/>
          </a:xfrm>
          <a:prstGeom prst="rect">
            <a:avLst/>
          </a:prstGeom>
        </p:spPr>
        <p:txBody>
          <a:bodyPr vert="horz" lIns="91440" tIns="45720" rIns="91440" bIns="45720" rtlCol="0" anchor="t">
            <a:noAutofit/>
          </a:bodyPr>
          <a:lstStyle>
            <a:lvl1pPr>
              <a:defRPr sz="2600"/>
            </a:lvl1pPr>
          </a:lstStyle>
          <a:p>
            <a:r>
              <a:rPr lang="de-DE" dirty="0"/>
              <a:t>Team</a:t>
            </a:r>
            <a:endParaRPr lang="de-CH" dirty="0"/>
          </a:p>
        </p:txBody>
      </p:sp>
    </p:spTree>
    <p:extLst>
      <p:ext uri="{BB962C8B-B14F-4D97-AF65-F5344CB8AC3E}">
        <p14:creationId xmlns:p14="http://schemas.microsoft.com/office/powerpoint/2010/main" val="186371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MA-Profil">
    <p:spTree>
      <p:nvGrpSpPr>
        <p:cNvPr id="1" name=""/>
        <p:cNvGrpSpPr/>
        <p:nvPr/>
      </p:nvGrpSpPr>
      <p:grpSpPr>
        <a:xfrm>
          <a:off x="0" y="0"/>
          <a:ext cx="0" cy="0"/>
          <a:chOff x="0" y="0"/>
          <a:chExt cx="0" cy="0"/>
        </a:xfrm>
      </p:grpSpPr>
      <p:sp>
        <p:nvSpPr>
          <p:cNvPr id="14" name="AutoShape 3">
            <a:extLst>
              <a:ext uri="{FF2B5EF4-FFF2-40B4-BE49-F238E27FC236}">
                <a16:creationId xmlns:a16="http://schemas.microsoft.com/office/drawing/2014/main" id="{70DB6508-79CB-2387-E47A-A54B13EB48FC}"/>
              </a:ext>
            </a:extLst>
          </p:cNvPr>
          <p:cNvSpPr>
            <a:spLocks noChangeAspect="1" noChangeArrowheads="1" noTextEdit="1"/>
          </p:cNvSpPr>
          <p:nvPr userDrawn="1"/>
        </p:nvSpPr>
        <p:spPr bwMode="auto">
          <a:xfrm>
            <a:off x="-2882900" y="-1643063"/>
            <a:ext cx="5610225" cy="4594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CH"/>
          </a:p>
        </p:txBody>
      </p:sp>
      <p:sp>
        <p:nvSpPr>
          <p:cNvPr id="15" name="Freeform 5">
            <a:extLst>
              <a:ext uri="{FF2B5EF4-FFF2-40B4-BE49-F238E27FC236}">
                <a16:creationId xmlns:a16="http://schemas.microsoft.com/office/drawing/2014/main" id="{787760CF-BA41-35D7-4811-04549AF1EBB0}"/>
              </a:ext>
            </a:extLst>
          </p:cNvPr>
          <p:cNvSpPr>
            <a:spLocks/>
          </p:cNvSpPr>
          <p:nvPr userDrawn="1"/>
        </p:nvSpPr>
        <p:spPr bwMode="auto">
          <a:xfrm>
            <a:off x="-2757488" y="-1501775"/>
            <a:ext cx="2009775" cy="2322513"/>
          </a:xfrm>
          <a:custGeom>
            <a:avLst/>
            <a:gdLst>
              <a:gd name="T0" fmla="*/ 1266 w 1266"/>
              <a:gd name="T1" fmla="*/ 365 h 1463"/>
              <a:gd name="T2" fmla="*/ 1266 w 1266"/>
              <a:gd name="T3" fmla="*/ 1096 h 1463"/>
              <a:gd name="T4" fmla="*/ 634 w 1266"/>
              <a:gd name="T5" fmla="*/ 1463 h 1463"/>
              <a:gd name="T6" fmla="*/ 0 w 1266"/>
              <a:gd name="T7" fmla="*/ 1096 h 1463"/>
              <a:gd name="T8" fmla="*/ 0 w 1266"/>
              <a:gd name="T9" fmla="*/ 365 h 1463"/>
              <a:gd name="T10" fmla="*/ 634 w 1266"/>
              <a:gd name="T11" fmla="*/ 0 h 1463"/>
              <a:gd name="T12" fmla="*/ 1266 w 1266"/>
              <a:gd name="T13" fmla="*/ 365 h 1463"/>
            </a:gdLst>
            <a:ahLst/>
            <a:cxnLst>
              <a:cxn ang="0">
                <a:pos x="T0" y="T1"/>
              </a:cxn>
              <a:cxn ang="0">
                <a:pos x="T2" y="T3"/>
              </a:cxn>
              <a:cxn ang="0">
                <a:pos x="T4" y="T5"/>
              </a:cxn>
              <a:cxn ang="0">
                <a:pos x="T6" y="T7"/>
              </a:cxn>
              <a:cxn ang="0">
                <a:pos x="T8" y="T9"/>
              </a:cxn>
              <a:cxn ang="0">
                <a:pos x="T10" y="T11"/>
              </a:cxn>
              <a:cxn ang="0">
                <a:pos x="T12" y="T13"/>
              </a:cxn>
            </a:cxnLst>
            <a:rect l="0" t="0" r="r" b="b"/>
            <a:pathLst>
              <a:path w="1266" h="1463">
                <a:moveTo>
                  <a:pt x="1266" y="365"/>
                </a:moveTo>
                <a:lnTo>
                  <a:pt x="1266" y="1096"/>
                </a:lnTo>
                <a:lnTo>
                  <a:pt x="634" y="1463"/>
                </a:lnTo>
                <a:lnTo>
                  <a:pt x="0" y="1096"/>
                </a:lnTo>
                <a:lnTo>
                  <a:pt x="0" y="365"/>
                </a:lnTo>
                <a:lnTo>
                  <a:pt x="634" y="0"/>
                </a:lnTo>
                <a:lnTo>
                  <a:pt x="1266" y="365"/>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6">
            <a:extLst>
              <a:ext uri="{FF2B5EF4-FFF2-40B4-BE49-F238E27FC236}">
                <a16:creationId xmlns:a16="http://schemas.microsoft.com/office/drawing/2014/main" id="{6FFC59DC-2EF4-1A96-00AB-E3384E07C078}"/>
              </a:ext>
            </a:extLst>
          </p:cNvPr>
          <p:cNvSpPr>
            <a:spLocks/>
          </p:cNvSpPr>
          <p:nvPr userDrawn="1"/>
        </p:nvSpPr>
        <p:spPr bwMode="auto">
          <a:xfrm>
            <a:off x="-527050" y="-1501775"/>
            <a:ext cx="2009775" cy="2322513"/>
          </a:xfrm>
          <a:custGeom>
            <a:avLst/>
            <a:gdLst>
              <a:gd name="T0" fmla="*/ 1266 w 1266"/>
              <a:gd name="T1" fmla="*/ 365 h 1463"/>
              <a:gd name="T2" fmla="*/ 1266 w 1266"/>
              <a:gd name="T3" fmla="*/ 1096 h 1463"/>
              <a:gd name="T4" fmla="*/ 634 w 1266"/>
              <a:gd name="T5" fmla="*/ 1463 h 1463"/>
              <a:gd name="T6" fmla="*/ 0 w 1266"/>
              <a:gd name="T7" fmla="*/ 1096 h 1463"/>
              <a:gd name="T8" fmla="*/ 0 w 1266"/>
              <a:gd name="T9" fmla="*/ 365 h 1463"/>
              <a:gd name="T10" fmla="*/ 634 w 1266"/>
              <a:gd name="T11" fmla="*/ 0 h 1463"/>
              <a:gd name="T12" fmla="*/ 1266 w 1266"/>
              <a:gd name="T13" fmla="*/ 365 h 1463"/>
            </a:gdLst>
            <a:ahLst/>
            <a:cxnLst>
              <a:cxn ang="0">
                <a:pos x="T0" y="T1"/>
              </a:cxn>
              <a:cxn ang="0">
                <a:pos x="T2" y="T3"/>
              </a:cxn>
              <a:cxn ang="0">
                <a:pos x="T4" y="T5"/>
              </a:cxn>
              <a:cxn ang="0">
                <a:pos x="T6" y="T7"/>
              </a:cxn>
              <a:cxn ang="0">
                <a:pos x="T8" y="T9"/>
              </a:cxn>
              <a:cxn ang="0">
                <a:pos x="T10" y="T11"/>
              </a:cxn>
              <a:cxn ang="0">
                <a:pos x="T12" y="T13"/>
              </a:cxn>
            </a:cxnLst>
            <a:rect l="0" t="0" r="r" b="b"/>
            <a:pathLst>
              <a:path w="1266" h="1463">
                <a:moveTo>
                  <a:pt x="1266" y="365"/>
                </a:moveTo>
                <a:lnTo>
                  <a:pt x="1266" y="1096"/>
                </a:lnTo>
                <a:lnTo>
                  <a:pt x="634" y="1463"/>
                </a:lnTo>
                <a:lnTo>
                  <a:pt x="0" y="1096"/>
                </a:lnTo>
                <a:lnTo>
                  <a:pt x="0" y="365"/>
                </a:lnTo>
                <a:lnTo>
                  <a:pt x="634" y="0"/>
                </a:lnTo>
                <a:lnTo>
                  <a:pt x="1266" y="365"/>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Freeform 8">
            <a:extLst>
              <a:ext uri="{FF2B5EF4-FFF2-40B4-BE49-F238E27FC236}">
                <a16:creationId xmlns:a16="http://schemas.microsoft.com/office/drawing/2014/main" id="{84C2D540-ABA7-EC0C-EC40-8DE1C26E545A}"/>
              </a:ext>
            </a:extLst>
          </p:cNvPr>
          <p:cNvSpPr>
            <a:spLocks/>
          </p:cNvSpPr>
          <p:nvPr userDrawn="1"/>
        </p:nvSpPr>
        <p:spPr bwMode="auto">
          <a:xfrm>
            <a:off x="-1751013" y="303212"/>
            <a:ext cx="2230438" cy="2578101"/>
          </a:xfrm>
          <a:custGeom>
            <a:avLst/>
            <a:gdLst>
              <a:gd name="T0" fmla="*/ 0 w 1405"/>
              <a:gd name="T1" fmla="*/ 405 h 1624"/>
              <a:gd name="T2" fmla="*/ 0 w 1405"/>
              <a:gd name="T3" fmla="*/ 1217 h 1624"/>
              <a:gd name="T4" fmla="*/ 703 w 1405"/>
              <a:gd name="T5" fmla="*/ 1624 h 1624"/>
              <a:gd name="T6" fmla="*/ 1405 w 1405"/>
              <a:gd name="T7" fmla="*/ 1217 h 1624"/>
              <a:gd name="T8" fmla="*/ 1405 w 1405"/>
              <a:gd name="T9" fmla="*/ 405 h 1624"/>
              <a:gd name="T10" fmla="*/ 703 w 1405"/>
              <a:gd name="T11" fmla="*/ 0 h 1624"/>
              <a:gd name="T12" fmla="*/ 0 w 1405"/>
              <a:gd name="T13" fmla="*/ 405 h 1624"/>
            </a:gdLst>
            <a:ahLst/>
            <a:cxnLst>
              <a:cxn ang="0">
                <a:pos x="T0" y="T1"/>
              </a:cxn>
              <a:cxn ang="0">
                <a:pos x="T2" y="T3"/>
              </a:cxn>
              <a:cxn ang="0">
                <a:pos x="T4" y="T5"/>
              </a:cxn>
              <a:cxn ang="0">
                <a:pos x="T6" y="T7"/>
              </a:cxn>
              <a:cxn ang="0">
                <a:pos x="T8" y="T9"/>
              </a:cxn>
              <a:cxn ang="0">
                <a:pos x="T10" y="T11"/>
              </a:cxn>
              <a:cxn ang="0">
                <a:pos x="T12" y="T13"/>
              </a:cxn>
            </a:cxnLst>
            <a:rect l="0" t="0" r="r" b="b"/>
            <a:pathLst>
              <a:path w="1405" h="1624">
                <a:moveTo>
                  <a:pt x="0" y="405"/>
                </a:moveTo>
                <a:lnTo>
                  <a:pt x="0" y="1217"/>
                </a:lnTo>
                <a:lnTo>
                  <a:pt x="703" y="1624"/>
                </a:lnTo>
                <a:lnTo>
                  <a:pt x="1405" y="1217"/>
                </a:lnTo>
                <a:lnTo>
                  <a:pt x="1405" y="405"/>
                </a:lnTo>
                <a:lnTo>
                  <a:pt x="703" y="0"/>
                </a:lnTo>
                <a:lnTo>
                  <a:pt x="0" y="405"/>
                </a:lnTo>
                <a:close/>
              </a:path>
            </a:pathLst>
          </a:custGeom>
          <a:noFill/>
          <a:ln w="25400"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Line 9">
            <a:extLst>
              <a:ext uri="{FF2B5EF4-FFF2-40B4-BE49-F238E27FC236}">
                <a16:creationId xmlns:a16="http://schemas.microsoft.com/office/drawing/2014/main" id="{409C9CAA-2978-BF49-A19F-258B53E4F4ED}"/>
              </a:ext>
            </a:extLst>
          </p:cNvPr>
          <p:cNvSpPr>
            <a:spLocks noChangeShapeType="1"/>
          </p:cNvSpPr>
          <p:nvPr userDrawn="1"/>
        </p:nvSpPr>
        <p:spPr bwMode="auto">
          <a:xfrm>
            <a:off x="1595438" y="2881313"/>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Line 10">
            <a:extLst>
              <a:ext uri="{FF2B5EF4-FFF2-40B4-BE49-F238E27FC236}">
                <a16:creationId xmlns:a16="http://schemas.microsoft.com/office/drawing/2014/main" id="{AD2E7A48-012D-0EA9-CC9C-81435D12D138}"/>
              </a:ext>
            </a:extLst>
          </p:cNvPr>
          <p:cNvSpPr>
            <a:spLocks noChangeShapeType="1"/>
          </p:cNvSpPr>
          <p:nvPr userDrawn="1"/>
        </p:nvSpPr>
        <p:spPr bwMode="auto">
          <a:xfrm>
            <a:off x="479425" y="2235200"/>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1">
            <a:extLst>
              <a:ext uri="{FF2B5EF4-FFF2-40B4-BE49-F238E27FC236}">
                <a16:creationId xmlns:a16="http://schemas.microsoft.com/office/drawing/2014/main" id="{D3FF8AAE-432F-6E7D-6213-70589F4C02E6}"/>
              </a:ext>
            </a:extLst>
          </p:cNvPr>
          <p:cNvSpPr>
            <a:spLocks/>
          </p:cNvSpPr>
          <p:nvPr userDrawn="1"/>
        </p:nvSpPr>
        <p:spPr bwMode="auto">
          <a:xfrm>
            <a:off x="479425" y="303212"/>
            <a:ext cx="2232025" cy="2578101"/>
          </a:xfrm>
          <a:custGeom>
            <a:avLst/>
            <a:gdLst>
              <a:gd name="T0" fmla="*/ 703 w 1406"/>
              <a:gd name="T1" fmla="*/ 1624 h 1624"/>
              <a:gd name="T2" fmla="*/ 1406 w 1406"/>
              <a:gd name="T3" fmla="*/ 1217 h 1624"/>
              <a:gd name="T4" fmla="*/ 1406 w 1406"/>
              <a:gd name="T5" fmla="*/ 405 h 1624"/>
              <a:gd name="T6" fmla="*/ 703 w 1406"/>
              <a:gd name="T7" fmla="*/ 0 h 1624"/>
              <a:gd name="T8" fmla="*/ 0 w 1406"/>
              <a:gd name="T9" fmla="*/ 405 h 1624"/>
              <a:gd name="T10" fmla="*/ 0 w 1406"/>
              <a:gd name="T11" fmla="*/ 1217 h 1624"/>
            </a:gdLst>
            <a:ahLst/>
            <a:cxnLst>
              <a:cxn ang="0">
                <a:pos x="T0" y="T1"/>
              </a:cxn>
              <a:cxn ang="0">
                <a:pos x="T2" y="T3"/>
              </a:cxn>
              <a:cxn ang="0">
                <a:pos x="T4" y="T5"/>
              </a:cxn>
              <a:cxn ang="0">
                <a:pos x="T6" y="T7"/>
              </a:cxn>
              <a:cxn ang="0">
                <a:pos x="T8" y="T9"/>
              </a:cxn>
              <a:cxn ang="0">
                <a:pos x="T10" y="T11"/>
              </a:cxn>
            </a:cxnLst>
            <a:rect l="0" t="0" r="r" b="b"/>
            <a:pathLst>
              <a:path w="1406" h="1624">
                <a:moveTo>
                  <a:pt x="703" y="1624"/>
                </a:moveTo>
                <a:lnTo>
                  <a:pt x="1406" y="1217"/>
                </a:lnTo>
                <a:lnTo>
                  <a:pt x="1406" y="405"/>
                </a:lnTo>
                <a:lnTo>
                  <a:pt x="703" y="0"/>
                </a:lnTo>
                <a:lnTo>
                  <a:pt x="0" y="405"/>
                </a:lnTo>
                <a:lnTo>
                  <a:pt x="0" y="1217"/>
                </a:lnTo>
              </a:path>
            </a:pathLst>
          </a:custGeom>
          <a:noFill/>
          <a:ln w="25400"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Freeform 12">
            <a:extLst>
              <a:ext uri="{FF2B5EF4-FFF2-40B4-BE49-F238E27FC236}">
                <a16:creationId xmlns:a16="http://schemas.microsoft.com/office/drawing/2014/main" id="{687E8B02-866C-BD11-71BE-208AB0D9770D}"/>
              </a:ext>
            </a:extLst>
          </p:cNvPr>
          <p:cNvSpPr>
            <a:spLocks/>
          </p:cNvSpPr>
          <p:nvPr userDrawn="1"/>
        </p:nvSpPr>
        <p:spPr bwMode="auto">
          <a:xfrm>
            <a:off x="-635000" y="-1630363"/>
            <a:ext cx="2230438" cy="2579688"/>
          </a:xfrm>
          <a:custGeom>
            <a:avLst/>
            <a:gdLst>
              <a:gd name="T0" fmla="*/ 0 w 1405"/>
              <a:gd name="T1" fmla="*/ 405 h 1625"/>
              <a:gd name="T2" fmla="*/ 0 w 1405"/>
              <a:gd name="T3" fmla="*/ 1218 h 1625"/>
              <a:gd name="T4" fmla="*/ 702 w 1405"/>
              <a:gd name="T5" fmla="*/ 1625 h 1625"/>
              <a:gd name="T6" fmla="*/ 1405 w 1405"/>
              <a:gd name="T7" fmla="*/ 1218 h 1625"/>
              <a:gd name="T8" fmla="*/ 1405 w 1405"/>
              <a:gd name="T9" fmla="*/ 405 h 1625"/>
              <a:gd name="T10" fmla="*/ 702 w 1405"/>
              <a:gd name="T11" fmla="*/ 0 h 1625"/>
              <a:gd name="T12" fmla="*/ 0 w 1405"/>
              <a:gd name="T13" fmla="*/ 405 h 1625"/>
            </a:gdLst>
            <a:ahLst/>
            <a:cxnLst>
              <a:cxn ang="0">
                <a:pos x="T0" y="T1"/>
              </a:cxn>
              <a:cxn ang="0">
                <a:pos x="T2" y="T3"/>
              </a:cxn>
              <a:cxn ang="0">
                <a:pos x="T4" y="T5"/>
              </a:cxn>
              <a:cxn ang="0">
                <a:pos x="T6" y="T7"/>
              </a:cxn>
              <a:cxn ang="0">
                <a:pos x="T8" y="T9"/>
              </a:cxn>
              <a:cxn ang="0">
                <a:pos x="T10" y="T11"/>
              </a:cxn>
              <a:cxn ang="0">
                <a:pos x="T12" y="T13"/>
              </a:cxn>
            </a:cxnLst>
            <a:rect l="0" t="0" r="r" b="b"/>
            <a:pathLst>
              <a:path w="1405" h="1625">
                <a:moveTo>
                  <a:pt x="0" y="405"/>
                </a:moveTo>
                <a:lnTo>
                  <a:pt x="0" y="1218"/>
                </a:lnTo>
                <a:lnTo>
                  <a:pt x="702" y="1625"/>
                </a:lnTo>
                <a:lnTo>
                  <a:pt x="1405" y="1218"/>
                </a:lnTo>
                <a:lnTo>
                  <a:pt x="1405" y="405"/>
                </a:lnTo>
                <a:lnTo>
                  <a:pt x="702" y="0"/>
                </a:lnTo>
                <a:lnTo>
                  <a:pt x="0" y="405"/>
                </a:lnTo>
                <a:close/>
              </a:path>
            </a:pathLst>
          </a:custGeom>
          <a:noFill/>
          <a:ln w="25400"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Freeform 13">
            <a:extLst>
              <a:ext uri="{FF2B5EF4-FFF2-40B4-BE49-F238E27FC236}">
                <a16:creationId xmlns:a16="http://schemas.microsoft.com/office/drawing/2014/main" id="{BDBEAB20-4841-4610-88E6-7662E51B765A}"/>
              </a:ext>
            </a:extLst>
          </p:cNvPr>
          <p:cNvSpPr>
            <a:spLocks/>
          </p:cNvSpPr>
          <p:nvPr userDrawn="1"/>
        </p:nvSpPr>
        <p:spPr bwMode="auto">
          <a:xfrm>
            <a:off x="-2867025" y="-1630363"/>
            <a:ext cx="2232025" cy="2579688"/>
          </a:xfrm>
          <a:custGeom>
            <a:avLst/>
            <a:gdLst>
              <a:gd name="T0" fmla="*/ 0 w 1406"/>
              <a:gd name="T1" fmla="*/ 405 h 1625"/>
              <a:gd name="T2" fmla="*/ 0 w 1406"/>
              <a:gd name="T3" fmla="*/ 1218 h 1625"/>
              <a:gd name="T4" fmla="*/ 703 w 1406"/>
              <a:gd name="T5" fmla="*/ 1625 h 1625"/>
              <a:gd name="T6" fmla="*/ 1406 w 1406"/>
              <a:gd name="T7" fmla="*/ 1218 h 1625"/>
              <a:gd name="T8" fmla="*/ 1406 w 1406"/>
              <a:gd name="T9" fmla="*/ 405 h 1625"/>
              <a:gd name="T10" fmla="*/ 703 w 1406"/>
              <a:gd name="T11" fmla="*/ 0 h 1625"/>
              <a:gd name="T12" fmla="*/ 0 w 1406"/>
              <a:gd name="T13" fmla="*/ 405 h 1625"/>
            </a:gdLst>
            <a:ahLst/>
            <a:cxnLst>
              <a:cxn ang="0">
                <a:pos x="T0" y="T1"/>
              </a:cxn>
              <a:cxn ang="0">
                <a:pos x="T2" y="T3"/>
              </a:cxn>
              <a:cxn ang="0">
                <a:pos x="T4" y="T5"/>
              </a:cxn>
              <a:cxn ang="0">
                <a:pos x="T6" y="T7"/>
              </a:cxn>
              <a:cxn ang="0">
                <a:pos x="T8" y="T9"/>
              </a:cxn>
              <a:cxn ang="0">
                <a:pos x="T10" y="T11"/>
              </a:cxn>
              <a:cxn ang="0">
                <a:pos x="T12" y="T13"/>
              </a:cxn>
            </a:cxnLst>
            <a:rect l="0" t="0" r="r" b="b"/>
            <a:pathLst>
              <a:path w="1406" h="1625">
                <a:moveTo>
                  <a:pt x="0" y="405"/>
                </a:moveTo>
                <a:lnTo>
                  <a:pt x="0" y="1218"/>
                </a:lnTo>
                <a:lnTo>
                  <a:pt x="703" y="1625"/>
                </a:lnTo>
                <a:lnTo>
                  <a:pt x="1406" y="1218"/>
                </a:lnTo>
                <a:lnTo>
                  <a:pt x="1406" y="405"/>
                </a:lnTo>
                <a:lnTo>
                  <a:pt x="703" y="0"/>
                </a:lnTo>
                <a:lnTo>
                  <a:pt x="0" y="405"/>
                </a:lnTo>
                <a:close/>
              </a:path>
            </a:pathLst>
          </a:custGeom>
          <a:noFill/>
          <a:ln w="25400"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4" name="Oval 14">
            <a:extLst>
              <a:ext uri="{FF2B5EF4-FFF2-40B4-BE49-F238E27FC236}">
                <a16:creationId xmlns:a16="http://schemas.microsoft.com/office/drawing/2014/main" id="{A8E1116B-57D2-D2A0-F057-8E04AF060722}"/>
              </a:ext>
            </a:extLst>
          </p:cNvPr>
          <p:cNvSpPr>
            <a:spLocks noChangeArrowheads="1"/>
          </p:cNvSpPr>
          <p:nvPr userDrawn="1"/>
        </p:nvSpPr>
        <p:spPr bwMode="auto">
          <a:xfrm>
            <a:off x="1546468" y="2835274"/>
            <a:ext cx="90000" cy="90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6" name="Bildplatzhalter 25">
            <a:extLst>
              <a:ext uri="{FF2B5EF4-FFF2-40B4-BE49-F238E27FC236}">
                <a16:creationId xmlns:a16="http://schemas.microsoft.com/office/drawing/2014/main" id="{0FF8994A-40C8-88E9-6954-A1B53B2EE2D9}"/>
              </a:ext>
            </a:extLst>
          </p:cNvPr>
          <p:cNvSpPr>
            <a:spLocks noGrp="1"/>
          </p:cNvSpPr>
          <p:nvPr>
            <p:ph type="pic" sz="quarter" idx="13" hasCustomPrompt="1"/>
          </p:nvPr>
        </p:nvSpPr>
        <p:spPr>
          <a:xfrm>
            <a:off x="587374" y="431800"/>
            <a:ext cx="2008188" cy="2320926"/>
          </a:xfrm>
          <a:custGeom>
            <a:avLst/>
            <a:gdLst>
              <a:gd name="connsiteX0" fmla="*/ 1004888 w 2008188"/>
              <a:gd name="connsiteY0" fmla="*/ 0 h 2320926"/>
              <a:gd name="connsiteX1" fmla="*/ 2008188 w 2008188"/>
              <a:gd name="connsiteY1" fmla="*/ 579438 h 2320926"/>
              <a:gd name="connsiteX2" fmla="*/ 2008188 w 2008188"/>
              <a:gd name="connsiteY2" fmla="*/ 1739901 h 2320926"/>
              <a:gd name="connsiteX3" fmla="*/ 1004888 w 2008188"/>
              <a:gd name="connsiteY3" fmla="*/ 2320926 h 2320926"/>
              <a:gd name="connsiteX4" fmla="*/ 0 w 2008188"/>
              <a:gd name="connsiteY4" fmla="*/ 1739901 h 2320926"/>
              <a:gd name="connsiteX5" fmla="*/ 0 w 2008188"/>
              <a:gd name="connsiteY5" fmla="*/ 579438 h 232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8188" h="2320926">
                <a:moveTo>
                  <a:pt x="1004888" y="0"/>
                </a:moveTo>
                <a:lnTo>
                  <a:pt x="2008188" y="579438"/>
                </a:lnTo>
                <a:lnTo>
                  <a:pt x="2008188" y="1739901"/>
                </a:lnTo>
                <a:lnTo>
                  <a:pt x="1004888" y="2320926"/>
                </a:lnTo>
                <a:lnTo>
                  <a:pt x="0" y="1739901"/>
                </a:lnTo>
                <a:lnTo>
                  <a:pt x="0" y="579438"/>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31" name="Textplatzhalter 17">
            <a:extLst>
              <a:ext uri="{FF2B5EF4-FFF2-40B4-BE49-F238E27FC236}">
                <a16:creationId xmlns:a16="http://schemas.microsoft.com/office/drawing/2014/main" id="{1BF31220-ED49-7078-28AC-8776124EA4F2}"/>
              </a:ext>
            </a:extLst>
          </p:cNvPr>
          <p:cNvSpPr>
            <a:spLocks noGrp="1"/>
          </p:cNvSpPr>
          <p:nvPr>
            <p:ph type="body" sz="quarter" idx="55" hasCustomPrompt="1"/>
          </p:nvPr>
        </p:nvSpPr>
        <p:spPr>
          <a:xfrm>
            <a:off x="3425550" y="2379760"/>
            <a:ext cx="1131923" cy="234000"/>
          </a:xfrm>
          <a:solidFill>
            <a:srgbClr val="EEF7F7"/>
          </a:solidFill>
        </p:spPr>
        <p:txBody>
          <a:bodyPr anchor="ctr">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00 Monate</a:t>
            </a:r>
          </a:p>
        </p:txBody>
      </p:sp>
      <p:sp>
        <p:nvSpPr>
          <p:cNvPr id="32" name="Textplatzhalter 17">
            <a:extLst>
              <a:ext uri="{FF2B5EF4-FFF2-40B4-BE49-F238E27FC236}">
                <a16:creationId xmlns:a16="http://schemas.microsoft.com/office/drawing/2014/main" id="{A23396DA-D56D-AEB6-6D4D-B0D0EA3BD30E}"/>
              </a:ext>
            </a:extLst>
          </p:cNvPr>
          <p:cNvSpPr>
            <a:spLocks noGrp="1"/>
          </p:cNvSpPr>
          <p:nvPr>
            <p:ph type="body" sz="quarter" idx="56" hasCustomPrompt="1"/>
          </p:nvPr>
        </p:nvSpPr>
        <p:spPr>
          <a:xfrm>
            <a:off x="4689237" y="2382367"/>
            <a:ext cx="1406763" cy="234000"/>
          </a:xfrm>
          <a:solidFill>
            <a:srgbClr val="EEF7F7"/>
          </a:solidFill>
        </p:spPr>
        <p:txBody>
          <a:bodyPr anchor="ctr">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0 Mitarbeitende</a:t>
            </a:r>
          </a:p>
        </p:txBody>
      </p:sp>
      <p:sp>
        <p:nvSpPr>
          <p:cNvPr id="33" name="Textplatzhalter 29">
            <a:extLst>
              <a:ext uri="{FF2B5EF4-FFF2-40B4-BE49-F238E27FC236}">
                <a16:creationId xmlns:a16="http://schemas.microsoft.com/office/drawing/2014/main" id="{F651D5F7-29F5-A334-4AD1-1F6263593012}"/>
              </a:ext>
            </a:extLst>
          </p:cNvPr>
          <p:cNvSpPr>
            <a:spLocks noGrp="1"/>
          </p:cNvSpPr>
          <p:nvPr>
            <p:ph type="body" sz="quarter" idx="57" hasCustomPrompt="1"/>
          </p:nvPr>
        </p:nvSpPr>
        <p:spPr>
          <a:xfrm>
            <a:off x="3333749" y="1610626"/>
            <a:ext cx="3852000" cy="333884"/>
          </a:xfrm>
        </p:spPr>
        <p:txBody>
          <a:bodyPr>
            <a:noAutofit/>
          </a:bodyPr>
          <a:lstStyle>
            <a:lvl1pPr marL="0" indent="0">
              <a:buNone/>
              <a:defRPr sz="1400" b="1" i="0">
                <a:latin typeface="Arial" panose="020B0604020202020204" pitchFamily="34" charset="0"/>
                <a:ea typeface="Gibson Medium" pitchFamily="50" charset="0"/>
                <a:cs typeface="Arial" panose="020B0604020202020204" pitchFamily="34" charset="0"/>
              </a:defRPr>
            </a:lvl1pPr>
          </a:lstStyle>
          <a:p>
            <a:pPr lvl="0"/>
            <a:r>
              <a:rPr lang="de-DE" dirty="0"/>
              <a:t>Projekterfahrung</a:t>
            </a:r>
            <a:endParaRPr lang="de-CH" dirty="0"/>
          </a:p>
        </p:txBody>
      </p:sp>
      <p:sp>
        <p:nvSpPr>
          <p:cNvPr id="34" name="Textplatzhalter 29">
            <a:extLst>
              <a:ext uri="{FF2B5EF4-FFF2-40B4-BE49-F238E27FC236}">
                <a16:creationId xmlns:a16="http://schemas.microsoft.com/office/drawing/2014/main" id="{8A3FCECE-27CA-D8A6-F2DC-D27A9F1F946B}"/>
              </a:ext>
            </a:extLst>
          </p:cNvPr>
          <p:cNvSpPr>
            <a:spLocks noGrp="1"/>
          </p:cNvSpPr>
          <p:nvPr>
            <p:ph type="body" sz="quarter" idx="58" hasCustomPrompt="1"/>
          </p:nvPr>
        </p:nvSpPr>
        <p:spPr>
          <a:xfrm>
            <a:off x="7441522" y="1610625"/>
            <a:ext cx="3852000" cy="329865"/>
          </a:xfrm>
        </p:spPr>
        <p:txBody>
          <a:bodyPr>
            <a:noAutofit/>
          </a:bodyPr>
          <a:lstStyle>
            <a:lvl1pPr marL="0" indent="0">
              <a:buNone/>
              <a:defRPr sz="1400" b="1" i="0">
                <a:latin typeface="Arial" panose="020B0604020202020204" pitchFamily="34" charset="0"/>
                <a:ea typeface="Gibson Medium" pitchFamily="50" charset="0"/>
                <a:cs typeface="Arial" panose="020B0604020202020204" pitchFamily="34" charset="0"/>
              </a:defRPr>
            </a:lvl1pPr>
          </a:lstStyle>
          <a:p>
            <a:pPr lvl="0"/>
            <a:r>
              <a:rPr lang="de-DE" dirty="0"/>
              <a:t>Ausbildung</a:t>
            </a:r>
            <a:endParaRPr lang="de-CH" dirty="0"/>
          </a:p>
        </p:txBody>
      </p:sp>
      <p:sp>
        <p:nvSpPr>
          <p:cNvPr id="35" name="Textplatzhalter 29">
            <a:extLst>
              <a:ext uri="{FF2B5EF4-FFF2-40B4-BE49-F238E27FC236}">
                <a16:creationId xmlns:a16="http://schemas.microsoft.com/office/drawing/2014/main" id="{707B1263-575F-CDC8-3424-5C479C1007A9}"/>
              </a:ext>
            </a:extLst>
          </p:cNvPr>
          <p:cNvSpPr>
            <a:spLocks noGrp="1"/>
          </p:cNvSpPr>
          <p:nvPr>
            <p:ph type="body" sz="quarter" idx="59" hasCustomPrompt="1"/>
          </p:nvPr>
        </p:nvSpPr>
        <p:spPr>
          <a:xfrm>
            <a:off x="3333749" y="2017243"/>
            <a:ext cx="3852000" cy="302358"/>
          </a:xfrm>
        </p:spPr>
        <p:txBody>
          <a:bodyPr>
            <a:noAutofit/>
          </a:bodyPr>
          <a:lstStyle>
            <a:lvl1pPr marL="0" indent="0">
              <a:buNone/>
              <a:defRPr sz="1200" b="1">
                <a:latin typeface="Arial" panose="020B0604020202020204" pitchFamily="34" charset="0"/>
                <a:ea typeface="Gibson Medium" pitchFamily="50" charset="0"/>
                <a:cs typeface="Arial" panose="020B0604020202020204" pitchFamily="34" charset="0"/>
              </a:defRPr>
            </a:lvl1pPr>
          </a:lstStyle>
          <a:p>
            <a:pPr lvl="0"/>
            <a:r>
              <a:rPr lang="de-DE" dirty="0"/>
              <a:t>Projekttitel</a:t>
            </a:r>
            <a:endParaRPr lang="de-CH" dirty="0"/>
          </a:p>
        </p:txBody>
      </p:sp>
      <p:sp>
        <p:nvSpPr>
          <p:cNvPr id="36" name="Textplatzhalter 29">
            <a:extLst>
              <a:ext uri="{FF2B5EF4-FFF2-40B4-BE49-F238E27FC236}">
                <a16:creationId xmlns:a16="http://schemas.microsoft.com/office/drawing/2014/main" id="{098C8764-192C-0109-1CF2-1182F40B999A}"/>
              </a:ext>
            </a:extLst>
          </p:cNvPr>
          <p:cNvSpPr>
            <a:spLocks noGrp="1"/>
          </p:cNvSpPr>
          <p:nvPr>
            <p:ph type="body" sz="quarter" idx="60" hasCustomPrompt="1"/>
          </p:nvPr>
        </p:nvSpPr>
        <p:spPr>
          <a:xfrm>
            <a:off x="3333749" y="2693067"/>
            <a:ext cx="3852000" cy="1332000"/>
          </a:xfrm>
        </p:spPr>
        <p:txBody>
          <a:bodyPr>
            <a:noAutofit/>
          </a:bodyPr>
          <a:lstStyle>
            <a:lvl1pPr marL="180000" indent="-180000">
              <a:lnSpc>
                <a:spcPct val="85000"/>
              </a:lnSpc>
              <a:buFont typeface="Arial" panose="020B0604020202020204" pitchFamily="34" charset="0"/>
              <a:buChar char="•"/>
              <a:defRPr sz="1200">
                <a:latin typeface="Arial" panose="020B0604020202020204" pitchFamily="34" charset="0"/>
                <a:ea typeface="Gibson Book" pitchFamily="50" charset="0"/>
                <a:cs typeface="Arial" panose="020B0604020202020204" pitchFamily="34" charset="0"/>
              </a:defRPr>
            </a:lvl1pPr>
          </a:lstStyle>
          <a:p>
            <a:pPr lvl="0"/>
            <a:r>
              <a:rPr lang="de-DE" dirty="0"/>
              <a:t>Leistung</a:t>
            </a:r>
          </a:p>
          <a:p>
            <a:pPr lvl="0"/>
            <a:r>
              <a:rPr lang="de-DE" dirty="0"/>
              <a:t>Leistung</a:t>
            </a:r>
          </a:p>
          <a:p>
            <a:pPr lvl="0"/>
            <a:r>
              <a:rPr lang="de-DE" dirty="0"/>
              <a:t>Leistung</a:t>
            </a:r>
          </a:p>
          <a:p>
            <a:pPr lvl="0"/>
            <a:r>
              <a:rPr lang="de-DE" dirty="0"/>
              <a:t>Leistung</a:t>
            </a:r>
          </a:p>
          <a:p>
            <a:pPr lvl="0"/>
            <a:r>
              <a:rPr lang="de-DE" dirty="0"/>
              <a:t>Leistung</a:t>
            </a:r>
            <a:endParaRPr lang="de-CH" dirty="0"/>
          </a:p>
        </p:txBody>
      </p:sp>
      <p:sp>
        <p:nvSpPr>
          <p:cNvPr id="2" name="Textplatzhalter 17">
            <a:extLst>
              <a:ext uri="{FF2B5EF4-FFF2-40B4-BE49-F238E27FC236}">
                <a16:creationId xmlns:a16="http://schemas.microsoft.com/office/drawing/2014/main" id="{030EF3C0-2E57-0C8D-05F5-AAECBEFDB022}"/>
              </a:ext>
            </a:extLst>
          </p:cNvPr>
          <p:cNvSpPr>
            <a:spLocks noGrp="1"/>
          </p:cNvSpPr>
          <p:nvPr>
            <p:ph type="body" sz="quarter" idx="61" hasCustomPrompt="1"/>
          </p:nvPr>
        </p:nvSpPr>
        <p:spPr>
          <a:xfrm>
            <a:off x="3429423" y="4496065"/>
            <a:ext cx="1128049" cy="234000"/>
          </a:xfrm>
          <a:solidFill>
            <a:srgbClr val="EEF7F7"/>
          </a:solidFill>
        </p:spPr>
        <p:txBody>
          <a:bodyPr anchor="ctr">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00 Monate</a:t>
            </a:r>
          </a:p>
        </p:txBody>
      </p:sp>
      <p:sp>
        <p:nvSpPr>
          <p:cNvPr id="5" name="Textplatzhalter 17">
            <a:extLst>
              <a:ext uri="{FF2B5EF4-FFF2-40B4-BE49-F238E27FC236}">
                <a16:creationId xmlns:a16="http://schemas.microsoft.com/office/drawing/2014/main" id="{F338D26D-C976-5C7D-3516-2DF1BE160D28}"/>
              </a:ext>
            </a:extLst>
          </p:cNvPr>
          <p:cNvSpPr>
            <a:spLocks noGrp="1"/>
          </p:cNvSpPr>
          <p:nvPr>
            <p:ph type="body" sz="quarter" idx="62" hasCustomPrompt="1"/>
          </p:nvPr>
        </p:nvSpPr>
        <p:spPr>
          <a:xfrm>
            <a:off x="4689237" y="4498672"/>
            <a:ext cx="1406763" cy="234000"/>
          </a:xfrm>
          <a:solidFill>
            <a:srgbClr val="EEF7F7"/>
          </a:solidFill>
        </p:spPr>
        <p:txBody>
          <a:bodyPr anchor="ctr">
            <a:noAutofit/>
          </a:bodyPr>
          <a:lstStyle>
            <a:lvl1pPr marL="0" indent="0" algn="ctr">
              <a:buNone/>
              <a:defRPr sz="1200">
                <a:latin typeface="Arial" panose="020B0604020202020204" pitchFamily="34" charset="0"/>
                <a:ea typeface="Gibson Book" pitchFamily="50" charset="0"/>
                <a:cs typeface="Arial" panose="020B0604020202020204" pitchFamily="34" charset="0"/>
              </a:defRPr>
            </a:lvl1pPr>
          </a:lstStyle>
          <a:p>
            <a:pPr lvl="0"/>
            <a:r>
              <a:rPr lang="de-DE" dirty="0"/>
              <a:t>0 Mitarbeitende</a:t>
            </a:r>
          </a:p>
        </p:txBody>
      </p:sp>
      <p:sp>
        <p:nvSpPr>
          <p:cNvPr id="6" name="Textplatzhalter 29">
            <a:extLst>
              <a:ext uri="{FF2B5EF4-FFF2-40B4-BE49-F238E27FC236}">
                <a16:creationId xmlns:a16="http://schemas.microsoft.com/office/drawing/2014/main" id="{BCF56DD4-3B2A-FDB4-3857-F7988D3A84B1}"/>
              </a:ext>
            </a:extLst>
          </p:cNvPr>
          <p:cNvSpPr>
            <a:spLocks noGrp="1"/>
          </p:cNvSpPr>
          <p:nvPr>
            <p:ph type="body" sz="quarter" idx="63" hasCustomPrompt="1"/>
          </p:nvPr>
        </p:nvSpPr>
        <p:spPr>
          <a:xfrm>
            <a:off x="3337622" y="4133548"/>
            <a:ext cx="3852000" cy="294294"/>
          </a:xfrm>
        </p:spPr>
        <p:txBody>
          <a:bodyPr>
            <a:noAutofit/>
          </a:bodyPr>
          <a:lstStyle>
            <a:lvl1pPr marL="0" indent="0">
              <a:buNone/>
              <a:defRPr sz="1200" b="1">
                <a:latin typeface="Arial" panose="020B0604020202020204" pitchFamily="34" charset="0"/>
                <a:ea typeface="Gibson Medium" pitchFamily="50" charset="0"/>
                <a:cs typeface="Arial" panose="020B0604020202020204" pitchFamily="34" charset="0"/>
              </a:defRPr>
            </a:lvl1pPr>
          </a:lstStyle>
          <a:p>
            <a:pPr lvl="0"/>
            <a:r>
              <a:rPr lang="de-DE" dirty="0"/>
              <a:t>Projekttitel</a:t>
            </a:r>
            <a:endParaRPr lang="de-CH" dirty="0"/>
          </a:p>
        </p:txBody>
      </p:sp>
      <p:sp>
        <p:nvSpPr>
          <p:cNvPr id="7" name="Textplatzhalter 29">
            <a:extLst>
              <a:ext uri="{FF2B5EF4-FFF2-40B4-BE49-F238E27FC236}">
                <a16:creationId xmlns:a16="http://schemas.microsoft.com/office/drawing/2014/main" id="{C56ED265-3DB7-35C5-AD97-FFA72C052846}"/>
              </a:ext>
            </a:extLst>
          </p:cNvPr>
          <p:cNvSpPr>
            <a:spLocks noGrp="1"/>
          </p:cNvSpPr>
          <p:nvPr>
            <p:ph type="body" sz="quarter" idx="64" hasCustomPrompt="1"/>
          </p:nvPr>
        </p:nvSpPr>
        <p:spPr>
          <a:xfrm>
            <a:off x="3337622" y="4809372"/>
            <a:ext cx="3852000" cy="1332000"/>
          </a:xfrm>
        </p:spPr>
        <p:txBody>
          <a:bodyPr>
            <a:noAutofit/>
          </a:bodyPr>
          <a:lstStyle>
            <a:lvl1pPr marL="180000" indent="-180000">
              <a:lnSpc>
                <a:spcPct val="85000"/>
              </a:lnSpc>
              <a:buFont typeface="Arial" panose="020B0604020202020204" pitchFamily="34" charset="0"/>
              <a:buChar char="•"/>
              <a:defRPr lang="de-CH" sz="1200" kern="1200" dirty="0">
                <a:solidFill>
                  <a:schemeClr val="tx2"/>
                </a:solidFill>
                <a:latin typeface="Arial" panose="020B0604020202020204" pitchFamily="34" charset="0"/>
                <a:ea typeface="Gibson Book" pitchFamily="50" charset="0"/>
                <a:cs typeface="Arial" panose="020B0604020202020204" pitchFamily="34" charset="0"/>
              </a:defRPr>
            </a:lvl1pPr>
          </a:lstStyle>
          <a:p>
            <a:pPr lvl="0"/>
            <a:r>
              <a:rPr lang="de-DE" dirty="0"/>
              <a:t>Leistung</a:t>
            </a:r>
          </a:p>
          <a:p>
            <a:pPr lvl="0"/>
            <a:r>
              <a:rPr lang="de-DE" dirty="0"/>
              <a:t>Leistung</a:t>
            </a:r>
          </a:p>
          <a:p>
            <a:pPr lvl="0"/>
            <a:r>
              <a:rPr lang="de-DE" dirty="0"/>
              <a:t>Leistung</a:t>
            </a:r>
          </a:p>
          <a:p>
            <a:pPr lvl="0"/>
            <a:r>
              <a:rPr lang="de-DE" dirty="0"/>
              <a:t>Leistung</a:t>
            </a:r>
          </a:p>
          <a:p>
            <a:pPr lvl="0"/>
            <a:r>
              <a:rPr lang="de-DE" dirty="0"/>
              <a:t>Leistung</a:t>
            </a:r>
            <a:endParaRPr lang="de-CH" dirty="0"/>
          </a:p>
        </p:txBody>
      </p:sp>
      <p:sp>
        <p:nvSpPr>
          <p:cNvPr id="8" name="Textplatzhalter 29">
            <a:extLst>
              <a:ext uri="{FF2B5EF4-FFF2-40B4-BE49-F238E27FC236}">
                <a16:creationId xmlns:a16="http://schemas.microsoft.com/office/drawing/2014/main" id="{7B92E51B-13F5-9D54-E2D1-1404858B4F5B}"/>
              </a:ext>
            </a:extLst>
          </p:cNvPr>
          <p:cNvSpPr>
            <a:spLocks noGrp="1"/>
          </p:cNvSpPr>
          <p:nvPr>
            <p:ph type="body" sz="quarter" idx="65" hasCustomPrompt="1"/>
          </p:nvPr>
        </p:nvSpPr>
        <p:spPr>
          <a:xfrm>
            <a:off x="7441522" y="2017242"/>
            <a:ext cx="3852000" cy="961932"/>
          </a:xfrm>
        </p:spPr>
        <p:txBody>
          <a:bodyPr>
            <a:noAutofit/>
          </a:bodyPr>
          <a:lstStyle>
            <a:lvl1pPr marL="180000" indent="-180000">
              <a:lnSpc>
                <a:spcPct val="85000"/>
              </a:lnSpc>
              <a:buFont typeface="Arial" panose="020B0604020202020204" pitchFamily="34" charset="0"/>
              <a:buChar char="•"/>
              <a:defRPr sz="1200">
                <a:latin typeface="Arial" panose="020B0604020202020204" pitchFamily="34" charset="0"/>
                <a:ea typeface="Gibson Book" pitchFamily="50" charset="0"/>
                <a:cs typeface="Arial" panose="020B0604020202020204" pitchFamily="34" charset="0"/>
              </a:defRPr>
            </a:lvl1pPr>
          </a:lstStyle>
          <a:p>
            <a:pPr lvl="0"/>
            <a:r>
              <a:rPr lang="de-DE" dirty="0"/>
              <a:t>Punkt 1</a:t>
            </a:r>
          </a:p>
          <a:p>
            <a:pPr lvl="0"/>
            <a:r>
              <a:rPr lang="de-DE" dirty="0"/>
              <a:t>Punkt 2</a:t>
            </a:r>
            <a:endParaRPr lang="de-CH" dirty="0"/>
          </a:p>
        </p:txBody>
      </p:sp>
      <p:sp>
        <p:nvSpPr>
          <p:cNvPr id="9" name="Textplatzhalter 29">
            <a:extLst>
              <a:ext uri="{FF2B5EF4-FFF2-40B4-BE49-F238E27FC236}">
                <a16:creationId xmlns:a16="http://schemas.microsoft.com/office/drawing/2014/main" id="{D5F09B8B-914D-5913-520E-86BA81E97956}"/>
              </a:ext>
            </a:extLst>
          </p:cNvPr>
          <p:cNvSpPr>
            <a:spLocks noGrp="1"/>
          </p:cNvSpPr>
          <p:nvPr>
            <p:ph type="body" sz="quarter" idx="66" hasCustomPrompt="1"/>
          </p:nvPr>
        </p:nvSpPr>
        <p:spPr>
          <a:xfrm>
            <a:off x="7441522" y="3102503"/>
            <a:ext cx="3852000" cy="337048"/>
          </a:xfrm>
        </p:spPr>
        <p:txBody>
          <a:bodyPr>
            <a:noAutofit/>
          </a:bodyPr>
          <a:lstStyle>
            <a:lvl1pPr marL="0" indent="0">
              <a:buNone/>
              <a:defRPr sz="1400" b="1" i="0">
                <a:latin typeface="Arial" panose="020B0604020202020204" pitchFamily="34" charset="0"/>
                <a:ea typeface="Gibson Medium" pitchFamily="50" charset="0"/>
                <a:cs typeface="Arial" panose="020B0604020202020204" pitchFamily="34" charset="0"/>
              </a:defRPr>
            </a:lvl1pPr>
          </a:lstStyle>
          <a:p>
            <a:pPr lvl="0"/>
            <a:r>
              <a:rPr lang="de-DE" dirty="0"/>
              <a:t>Kernkompetenzen</a:t>
            </a:r>
            <a:endParaRPr lang="de-CH" dirty="0"/>
          </a:p>
        </p:txBody>
      </p:sp>
      <p:sp>
        <p:nvSpPr>
          <p:cNvPr id="11" name="Textplatzhalter 29">
            <a:extLst>
              <a:ext uri="{FF2B5EF4-FFF2-40B4-BE49-F238E27FC236}">
                <a16:creationId xmlns:a16="http://schemas.microsoft.com/office/drawing/2014/main" id="{685511E0-F068-8CB2-9F4F-29EC81187BFC}"/>
              </a:ext>
            </a:extLst>
          </p:cNvPr>
          <p:cNvSpPr>
            <a:spLocks noGrp="1"/>
          </p:cNvSpPr>
          <p:nvPr>
            <p:ph type="body" sz="quarter" idx="67" hasCustomPrompt="1"/>
          </p:nvPr>
        </p:nvSpPr>
        <p:spPr>
          <a:xfrm>
            <a:off x="7441522" y="3516303"/>
            <a:ext cx="3852000" cy="1462675"/>
          </a:xfrm>
        </p:spPr>
        <p:txBody>
          <a:bodyPr>
            <a:noAutofit/>
          </a:bodyPr>
          <a:lstStyle>
            <a:lvl1pPr marL="180000" indent="-180000">
              <a:lnSpc>
                <a:spcPct val="85000"/>
              </a:lnSpc>
              <a:buFont typeface="Arial" panose="020B0604020202020204" pitchFamily="34" charset="0"/>
              <a:buChar char="•"/>
              <a:defRPr sz="1200">
                <a:latin typeface="Arial" panose="020B0604020202020204" pitchFamily="34" charset="0"/>
                <a:ea typeface="Gibson Book" pitchFamily="50" charset="0"/>
                <a:cs typeface="Arial" panose="020B0604020202020204" pitchFamily="34" charset="0"/>
              </a:defRPr>
            </a:lvl1pPr>
          </a:lstStyle>
          <a:p>
            <a:pPr lvl="0"/>
            <a:r>
              <a:rPr lang="de-DE" dirty="0"/>
              <a:t>Punkt 1</a:t>
            </a:r>
          </a:p>
          <a:p>
            <a:pPr lvl="0"/>
            <a:r>
              <a:rPr lang="de-DE" dirty="0"/>
              <a:t>Punkt 2</a:t>
            </a:r>
            <a:endParaRPr lang="de-CH" dirty="0"/>
          </a:p>
        </p:txBody>
      </p:sp>
      <p:sp>
        <p:nvSpPr>
          <p:cNvPr id="12" name="Textplatzhalter 29">
            <a:extLst>
              <a:ext uri="{FF2B5EF4-FFF2-40B4-BE49-F238E27FC236}">
                <a16:creationId xmlns:a16="http://schemas.microsoft.com/office/drawing/2014/main" id="{F11F84BA-12AB-E025-7B89-1DDE395663AD}"/>
              </a:ext>
            </a:extLst>
          </p:cNvPr>
          <p:cNvSpPr>
            <a:spLocks noGrp="1"/>
          </p:cNvSpPr>
          <p:nvPr>
            <p:ph type="body" sz="quarter" idx="68" hasCustomPrompt="1"/>
          </p:nvPr>
        </p:nvSpPr>
        <p:spPr>
          <a:xfrm>
            <a:off x="7441522" y="5102307"/>
            <a:ext cx="3852000" cy="346632"/>
          </a:xfrm>
        </p:spPr>
        <p:txBody>
          <a:bodyPr>
            <a:noAutofit/>
          </a:bodyPr>
          <a:lstStyle>
            <a:lvl1pPr marL="0" indent="0">
              <a:buNone/>
              <a:defRPr sz="1400" b="1" i="0">
                <a:latin typeface="Arial" panose="020B0604020202020204" pitchFamily="34" charset="0"/>
                <a:ea typeface="Gibson Medium" pitchFamily="50" charset="0"/>
                <a:cs typeface="Arial" panose="020B0604020202020204" pitchFamily="34" charset="0"/>
              </a:defRPr>
            </a:lvl1pPr>
          </a:lstStyle>
          <a:p>
            <a:pPr lvl="0"/>
            <a:r>
              <a:rPr lang="de-DE" dirty="0"/>
              <a:t>Sprachen</a:t>
            </a:r>
            <a:endParaRPr lang="de-CH" dirty="0"/>
          </a:p>
        </p:txBody>
      </p:sp>
      <p:sp>
        <p:nvSpPr>
          <p:cNvPr id="13" name="Textplatzhalter 29">
            <a:extLst>
              <a:ext uri="{FF2B5EF4-FFF2-40B4-BE49-F238E27FC236}">
                <a16:creationId xmlns:a16="http://schemas.microsoft.com/office/drawing/2014/main" id="{F531F4C1-F42B-9E20-B0B3-F007278A8157}"/>
              </a:ext>
            </a:extLst>
          </p:cNvPr>
          <p:cNvSpPr>
            <a:spLocks noGrp="1"/>
          </p:cNvSpPr>
          <p:nvPr>
            <p:ph type="body" sz="quarter" idx="69" hasCustomPrompt="1"/>
          </p:nvPr>
        </p:nvSpPr>
        <p:spPr>
          <a:xfrm>
            <a:off x="7441522" y="5523631"/>
            <a:ext cx="3852000" cy="618983"/>
          </a:xfrm>
        </p:spPr>
        <p:txBody>
          <a:bodyPr>
            <a:noAutofit/>
          </a:bodyPr>
          <a:lstStyle>
            <a:lvl1pPr marL="0" indent="0">
              <a:lnSpc>
                <a:spcPct val="85000"/>
              </a:lnSpc>
              <a:buFont typeface="Arial" panose="020B0604020202020204" pitchFamily="34" charset="0"/>
              <a:buNone/>
              <a:defRPr sz="1200">
                <a:latin typeface="Arial" panose="020B0604020202020204" pitchFamily="34" charset="0"/>
                <a:ea typeface="Gibson Book" pitchFamily="50" charset="0"/>
                <a:cs typeface="Arial" panose="020B0604020202020204" pitchFamily="34" charset="0"/>
              </a:defRPr>
            </a:lvl1pPr>
          </a:lstStyle>
          <a:p>
            <a:pPr lvl="0"/>
            <a:r>
              <a:rPr lang="de-CH" dirty="0"/>
              <a:t>Sprache 1</a:t>
            </a:r>
          </a:p>
          <a:p>
            <a:pPr lvl="0"/>
            <a:r>
              <a:rPr lang="de-CH" dirty="0"/>
              <a:t>Sprache 2</a:t>
            </a:r>
          </a:p>
        </p:txBody>
      </p:sp>
      <p:sp>
        <p:nvSpPr>
          <p:cNvPr id="17" name="Textplatzhalter 29">
            <a:extLst>
              <a:ext uri="{FF2B5EF4-FFF2-40B4-BE49-F238E27FC236}">
                <a16:creationId xmlns:a16="http://schemas.microsoft.com/office/drawing/2014/main" id="{E8B9D1B2-AAC2-B6B6-E2BD-BEEAC2EC27CB}"/>
              </a:ext>
            </a:extLst>
          </p:cNvPr>
          <p:cNvSpPr>
            <a:spLocks noGrp="1"/>
          </p:cNvSpPr>
          <p:nvPr>
            <p:ph type="body" sz="quarter" idx="70" hasCustomPrompt="1"/>
          </p:nvPr>
        </p:nvSpPr>
        <p:spPr>
          <a:xfrm>
            <a:off x="479425" y="3182500"/>
            <a:ext cx="2232025" cy="1171726"/>
          </a:xfrm>
        </p:spPr>
        <p:txBody>
          <a:bodyPr>
            <a:noAutofit/>
          </a:bodyPr>
          <a:lstStyle>
            <a:lvl1pPr marL="0" indent="0">
              <a:lnSpc>
                <a:spcPct val="85000"/>
              </a:lnSpc>
              <a:buFont typeface="Arial" panose="020B0604020202020204" pitchFamily="34" charset="0"/>
              <a:buNone/>
              <a:defRPr sz="1200">
                <a:latin typeface="Arial" panose="020B0604020202020204" pitchFamily="34" charset="0"/>
                <a:ea typeface="Gibson Book" pitchFamily="50" charset="0"/>
                <a:cs typeface="Arial" panose="020B0604020202020204" pitchFamily="34" charset="0"/>
              </a:defRPr>
            </a:lvl1pPr>
          </a:lstStyle>
          <a:p>
            <a:pPr lvl="0"/>
            <a:r>
              <a:rPr lang="de-CH" dirty="0"/>
              <a:t>«Zitat»</a:t>
            </a:r>
          </a:p>
        </p:txBody>
      </p:sp>
      <p:sp>
        <p:nvSpPr>
          <p:cNvPr id="25" name="Textplatzhalter 29">
            <a:extLst>
              <a:ext uri="{FF2B5EF4-FFF2-40B4-BE49-F238E27FC236}">
                <a16:creationId xmlns:a16="http://schemas.microsoft.com/office/drawing/2014/main" id="{D5A86D0D-8CD3-047C-DF31-0DF06412FF92}"/>
              </a:ext>
            </a:extLst>
          </p:cNvPr>
          <p:cNvSpPr>
            <a:spLocks noGrp="1"/>
          </p:cNvSpPr>
          <p:nvPr>
            <p:ph type="body" sz="quarter" idx="71" hasCustomPrompt="1"/>
          </p:nvPr>
        </p:nvSpPr>
        <p:spPr>
          <a:xfrm>
            <a:off x="479425" y="4496065"/>
            <a:ext cx="2247900" cy="323954"/>
          </a:xfrm>
        </p:spPr>
        <p:txBody>
          <a:bodyPr>
            <a:noAutofit/>
          </a:bodyPr>
          <a:lstStyle>
            <a:lvl1pPr marL="0" indent="0">
              <a:buNone/>
              <a:defRPr sz="1400" b="1" i="0">
                <a:latin typeface="Arial" panose="020B0604020202020204" pitchFamily="34" charset="0"/>
                <a:ea typeface="Gibson Medium" pitchFamily="50" charset="0"/>
                <a:cs typeface="Arial" panose="020B0604020202020204" pitchFamily="34" charset="0"/>
              </a:defRPr>
            </a:lvl1pPr>
          </a:lstStyle>
          <a:p>
            <a:pPr lvl="0"/>
            <a:r>
              <a:rPr lang="de-DE" dirty="0"/>
              <a:t>Tech &amp; Tools</a:t>
            </a:r>
            <a:endParaRPr lang="de-CH" dirty="0"/>
          </a:p>
        </p:txBody>
      </p:sp>
      <p:sp>
        <p:nvSpPr>
          <p:cNvPr id="28" name="Textplatzhalter 29">
            <a:extLst>
              <a:ext uri="{FF2B5EF4-FFF2-40B4-BE49-F238E27FC236}">
                <a16:creationId xmlns:a16="http://schemas.microsoft.com/office/drawing/2014/main" id="{5C49C246-5AC3-96B1-9EA6-399DD8179799}"/>
              </a:ext>
            </a:extLst>
          </p:cNvPr>
          <p:cNvSpPr>
            <a:spLocks noGrp="1"/>
          </p:cNvSpPr>
          <p:nvPr>
            <p:ph type="body" sz="quarter" idx="72" hasCustomPrompt="1"/>
          </p:nvPr>
        </p:nvSpPr>
        <p:spPr>
          <a:xfrm>
            <a:off x="479425" y="4896771"/>
            <a:ext cx="2247900" cy="1245843"/>
          </a:xfrm>
        </p:spPr>
        <p:txBody>
          <a:bodyPr>
            <a:noAutofit/>
          </a:bodyPr>
          <a:lstStyle>
            <a:lvl1pPr marL="180000" indent="-180000">
              <a:lnSpc>
                <a:spcPct val="85000"/>
              </a:lnSpc>
              <a:buFont typeface="Arial" panose="020B0604020202020204" pitchFamily="34" charset="0"/>
              <a:buChar char="•"/>
              <a:defRPr sz="1200">
                <a:latin typeface="Arial" panose="020B0604020202020204" pitchFamily="34" charset="0"/>
                <a:ea typeface="Gibson Book" pitchFamily="50" charset="0"/>
                <a:cs typeface="Arial" panose="020B0604020202020204" pitchFamily="34" charset="0"/>
              </a:defRPr>
            </a:lvl1pPr>
          </a:lstStyle>
          <a:p>
            <a:pPr lvl="0"/>
            <a:r>
              <a:rPr lang="de-DE" dirty="0"/>
              <a:t>Punkt 1</a:t>
            </a:r>
          </a:p>
          <a:p>
            <a:pPr lvl="0"/>
            <a:r>
              <a:rPr lang="de-DE" dirty="0"/>
              <a:t>Punkt 2</a:t>
            </a:r>
            <a:endParaRPr lang="de-CH" dirty="0"/>
          </a:p>
        </p:txBody>
      </p:sp>
      <p:sp>
        <p:nvSpPr>
          <p:cNvPr id="29" name="Rechteck: abgerundete Ecken 28">
            <a:extLst>
              <a:ext uri="{FF2B5EF4-FFF2-40B4-BE49-F238E27FC236}">
                <a16:creationId xmlns:a16="http://schemas.microsoft.com/office/drawing/2014/main" id="{A36A4A8C-E40F-522D-C23E-8E957BD4933E}"/>
              </a:ext>
            </a:extLst>
          </p:cNvPr>
          <p:cNvSpPr/>
          <p:nvPr userDrawn="1"/>
        </p:nvSpPr>
        <p:spPr>
          <a:xfrm>
            <a:off x="8387046" y="5622051"/>
            <a:ext cx="1846967" cy="54973"/>
          </a:xfrm>
          <a:prstGeom prst="roundRect">
            <a:avLst>
              <a:gd name="adj"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de-CH" sz="1200">
              <a:latin typeface="Arial" panose="020B0604020202020204" pitchFamily="34" charset="0"/>
              <a:cs typeface="Arial" panose="020B0604020202020204" pitchFamily="34" charset="0"/>
            </a:endParaRPr>
          </a:p>
        </p:txBody>
      </p:sp>
      <p:sp>
        <p:nvSpPr>
          <p:cNvPr id="37" name="Rechteck: abgerundete Ecken 36">
            <a:extLst>
              <a:ext uri="{FF2B5EF4-FFF2-40B4-BE49-F238E27FC236}">
                <a16:creationId xmlns:a16="http://schemas.microsoft.com/office/drawing/2014/main" id="{2D15D6B6-6FA9-6F53-9D1A-EDACDF146C11}"/>
              </a:ext>
            </a:extLst>
          </p:cNvPr>
          <p:cNvSpPr/>
          <p:nvPr userDrawn="1"/>
        </p:nvSpPr>
        <p:spPr>
          <a:xfrm>
            <a:off x="8387046" y="5800353"/>
            <a:ext cx="1846967" cy="54973"/>
          </a:xfrm>
          <a:prstGeom prst="roundRect">
            <a:avLst>
              <a:gd name="adj"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de-CH" sz="1200">
              <a:latin typeface="Arial" panose="020B0604020202020204" pitchFamily="34" charset="0"/>
              <a:cs typeface="Arial" panose="020B0604020202020204" pitchFamily="34" charset="0"/>
            </a:endParaRPr>
          </a:p>
        </p:txBody>
      </p:sp>
      <p:sp>
        <p:nvSpPr>
          <p:cNvPr id="38" name="Text Placeholder 15">
            <a:extLst>
              <a:ext uri="{FF2B5EF4-FFF2-40B4-BE49-F238E27FC236}">
                <a16:creationId xmlns:a16="http://schemas.microsoft.com/office/drawing/2014/main" id="{05E39EA0-6101-4010-BB53-6D2953EFC64E}"/>
              </a:ext>
            </a:extLst>
          </p:cNvPr>
          <p:cNvSpPr>
            <a:spLocks noGrp="1"/>
          </p:cNvSpPr>
          <p:nvPr>
            <p:ph type="body" idx="40" hasCustomPrompt="1"/>
          </p:nvPr>
        </p:nvSpPr>
        <p:spPr>
          <a:xfrm>
            <a:off x="8387046" y="5622051"/>
            <a:ext cx="1846966" cy="54971"/>
          </a:xfrm>
          <a:blipFill>
            <a:blip r:embed="rId2">
              <a:extLst>
                <a:ext uri="{96DAC541-7B7A-43D3-8B79-37D633B846F1}">
                  <asvg:svgBlip xmlns:asvg="http://schemas.microsoft.com/office/drawing/2016/SVG/main" r:embed="rId3"/>
                </a:ext>
              </a:extLst>
            </a:blip>
            <a:stretch>
              <a:fillRect/>
            </a:stretch>
          </a:blipFill>
        </p:spPr>
        <p:txBody>
          <a:bodyPr anchor="ctr">
            <a:noAutofit/>
          </a:bodyPr>
          <a:lstStyle>
            <a:lvl1pPr marL="0" indent="0" algn="ctr">
              <a:buNone/>
              <a:defRPr sz="12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39" name="Text Placeholder 15">
            <a:extLst>
              <a:ext uri="{FF2B5EF4-FFF2-40B4-BE49-F238E27FC236}">
                <a16:creationId xmlns:a16="http://schemas.microsoft.com/office/drawing/2014/main" id="{27A05712-EDE0-F527-2C43-0107F020BDF8}"/>
              </a:ext>
            </a:extLst>
          </p:cNvPr>
          <p:cNvSpPr>
            <a:spLocks noGrp="1"/>
          </p:cNvSpPr>
          <p:nvPr>
            <p:ph type="body" idx="73" hasCustomPrompt="1"/>
          </p:nvPr>
        </p:nvSpPr>
        <p:spPr>
          <a:xfrm>
            <a:off x="8387046" y="5800354"/>
            <a:ext cx="1668902" cy="54972"/>
          </a:xfrm>
          <a:blipFill>
            <a:blip r:embed="rId2">
              <a:extLst>
                <a:ext uri="{96DAC541-7B7A-43D3-8B79-37D633B846F1}">
                  <asvg:svgBlip xmlns:asvg="http://schemas.microsoft.com/office/drawing/2016/SVG/main" r:embed="rId3"/>
                </a:ext>
              </a:extLst>
            </a:blip>
            <a:stretch>
              <a:fillRect/>
            </a:stretch>
          </a:blipFill>
        </p:spPr>
        <p:txBody>
          <a:bodyPr anchor="ctr">
            <a:noAutofit/>
          </a:bodyPr>
          <a:lstStyle>
            <a:lvl1pPr marL="0" indent="0" algn="ctr">
              <a:buNone/>
              <a:defRPr sz="12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4" name="Foliennummernplatzhalter 5">
            <a:extLst>
              <a:ext uri="{FF2B5EF4-FFF2-40B4-BE49-F238E27FC236}">
                <a16:creationId xmlns:a16="http://schemas.microsoft.com/office/drawing/2014/main" id="{0FA2812A-926C-792C-C3CC-DDC3C0E6D0A1}"/>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10" name="Titel 46">
            <a:extLst>
              <a:ext uri="{FF2B5EF4-FFF2-40B4-BE49-F238E27FC236}">
                <a16:creationId xmlns:a16="http://schemas.microsoft.com/office/drawing/2014/main" id="{F5871B45-F5F0-8AED-6273-3154A798C468}"/>
              </a:ext>
            </a:extLst>
          </p:cNvPr>
          <p:cNvSpPr>
            <a:spLocks noGrp="1"/>
          </p:cNvSpPr>
          <p:nvPr>
            <p:ph type="title" hasCustomPrompt="1"/>
          </p:nvPr>
        </p:nvSpPr>
        <p:spPr>
          <a:xfrm>
            <a:off x="3311013" y="575390"/>
            <a:ext cx="7982509" cy="433838"/>
          </a:xfrm>
          <a:prstGeom prst="rect">
            <a:avLst/>
          </a:prstGeom>
        </p:spPr>
        <p:txBody>
          <a:bodyPr/>
          <a:lstStyle>
            <a:lvl1pPr>
              <a:defRPr baseline="0">
                <a:latin typeface="Arial" panose="020B0604020202020204" pitchFamily="34" charset="0"/>
                <a:cs typeface="Arial" panose="020B0604020202020204" pitchFamily="34" charset="0"/>
              </a:defRPr>
            </a:lvl1pPr>
          </a:lstStyle>
          <a:p>
            <a:r>
              <a:rPr lang="de-DE" dirty="0"/>
              <a:t>MA-Profil: Vorname Name</a:t>
            </a:r>
            <a:endParaRPr lang="de-CH" dirty="0"/>
          </a:p>
        </p:txBody>
      </p:sp>
      <p:sp>
        <p:nvSpPr>
          <p:cNvPr id="40" name="Textplatzhalter 29">
            <a:extLst>
              <a:ext uri="{FF2B5EF4-FFF2-40B4-BE49-F238E27FC236}">
                <a16:creationId xmlns:a16="http://schemas.microsoft.com/office/drawing/2014/main" id="{CEF3C418-9194-F39F-00D8-1340F4628BC8}"/>
              </a:ext>
            </a:extLst>
          </p:cNvPr>
          <p:cNvSpPr>
            <a:spLocks noGrp="1"/>
          </p:cNvSpPr>
          <p:nvPr>
            <p:ph type="body" sz="quarter" idx="14" hasCustomPrompt="1"/>
          </p:nvPr>
        </p:nvSpPr>
        <p:spPr>
          <a:xfrm>
            <a:off x="3333749" y="1049051"/>
            <a:ext cx="7959773" cy="366794"/>
          </a:xfrm>
        </p:spPr>
        <p:txBody>
          <a:bodyPr/>
          <a:lstStyle>
            <a:lvl1pPr marL="0" indent="0">
              <a:buNone/>
              <a:defRPr sz="2000" b="0">
                <a:latin typeface="Arial" panose="020B0604020202020204" pitchFamily="34" charset="0"/>
                <a:cs typeface="Arial" panose="020B0604020202020204" pitchFamily="34" charset="0"/>
              </a:defRPr>
            </a:lvl1pPr>
          </a:lstStyle>
          <a:p>
            <a:pPr lvl="0"/>
            <a:r>
              <a:rPr lang="de-DE" dirty="0"/>
              <a:t>Funktion</a:t>
            </a:r>
            <a:endParaRPr lang="de-CH" dirty="0"/>
          </a:p>
        </p:txBody>
      </p:sp>
      <p:sp>
        <p:nvSpPr>
          <p:cNvPr id="3" name="Fußzeilenplatzhalter 5">
            <a:extLst>
              <a:ext uri="{FF2B5EF4-FFF2-40B4-BE49-F238E27FC236}">
                <a16:creationId xmlns:a16="http://schemas.microsoft.com/office/drawing/2014/main" id="{0B808F7B-2DD7-746B-5FD4-28E83C8F9929}"/>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Tree>
    <p:extLst>
      <p:ext uri="{BB962C8B-B14F-4D97-AF65-F5344CB8AC3E}">
        <p14:creationId xmlns:p14="http://schemas.microsoft.com/office/powerpoint/2010/main" val="572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valuation Ideen">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2B657F4-F63F-1748-CA8E-3C3BF09A024B}"/>
              </a:ext>
            </a:extLst>
          </p:cNvPr>
          <p:cNvSpPr>
            <a:spLocks noGrp="1"/>
          </p:cNvSpPr>
          <p:nvPr>
            <p:ph type="sldNum" sz="quarter" idx="10"/>
          </p:nvPr>
        </p:nvSpPr>
        <p:spPr/>
        <p:txBody>
          <a:bodyPr/>
          <a:lstStyle>
            <a:lvl1pPr>
              <a:defRPr>
                <a:latin typeface="Arial" panose="020B0604020202020204" pitchFamily="34" charset="0"/>
                <a:cs typeface="Arial" panose="020B0604020202020204" pitchFamily="34" charset="0"/>
              </a:defRPr>
            </a:lvl1pPr>
          </a:lstStyle>
          <a:p>
            <a:fld id="{8B4F2566-6049-46AE-8362-19E16D5BA91B}" type="slidenum">
              <a:rPr lang="en-GB" smtClean="0"/>
              <a:pPr/>
              <a:t>‹#›</a:t>
            </a:fld>
            <a:endParaRPr lang="en-GB" dirty="0"/>
          </a:p>
        </p:txBody>
      </p:sp>
      <p:sp>
        <p:nvSpPr>
          <p:cNvPr id="4" name="Fußzeilenplatzhalter 3">
            <a:extLst>
              <a:ext uri="{FF2B5EF4-FFF2-40B4-BE49-F238E27FC236}">
                <a16:creationId xmlns:a16="http://schemas.microsoft.com/office/drawing/2014/main" id="{921A59F6-7691-9F53-2249-18246A82F863}"/>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8" name="Bildplatzhalter 36">
            <a:extLst>
              <a:ext uri="{FF2B5EF4-FFF2-40B4-BE49-F238E27FC236}">
                <a16:creationId xmlns:a16="http://schemas.microsoft.com/office/drawing/2014/main" id="{0DC30DF5-AF9F-8D86-4350-77F89408788E}"/>
              </a:ext>
            </a:extLst>
          </p:cNvPr>
          <p:cNvSpPr>
            <a:spLocks noGrp="1"/>
          </p:cNvSpPr>
          <p:nvPr>
            <p:ph type="pic" sz="quarter" idx="77" hasCustomPrompt="1"/>
          </p:nvPr>
        </p:nvSpPr>
        <p:spPr>
          <a:xfrm>
            <a:off x="9748839" y="801688"/>
            <a:ext cx="1531937" cy="646112"/>
          </a:xfrm>
          <a:solidFill>
            <a:schemeClr val="bg1">
              <a:lumMod val="95000"/>
            </a:schemeClr>
          </a:solidFill>
        </p:spPr>
        <p:txBody>
          <a:bodyPr anchor="ctr"/>
          <a:lstStyle>
            <a:lvl1pPr marL="36000" indent="0" algn="ctr">
              <a:buNone/>
              <a:defRPr sz="1800">
                <a:latin typeface="Arial" panose="020B0604020202020204" pitchFamily="34" charset="0"/>
                <a:cs typeface="Arial" panose="020B0604020202020204" pitchFamily="34" charset="0"/>
              </a:defRPr>
            </a:lvl1pPr>
          </a:lstStyle>
          <a:p>
            <a:r>
              <a:rPr lang="de-CH" dirty="0"/>
              <a:t>Logo</a:t>
            </a:r>
          </a:p>
        </p:txBody>
      </p:sp>
      <p:sp>
        <p:nvSpPr>
          <p:cNvPr id="10" name="Textfeld 9">
            <a:extLst>
              <a:ext uri="{FF2B5EF4-FFF2-40B4-BE49-F238E27FC236}">
                <a16:creationId xmlns:a16="http://schemas.microsoft.com/office/drawing/2014/main" id="{4A7E65BA-E7A4-72D1-CAC1-5E0D3BBCBD5C}"/>
              </a:ext>
            </a:extLst>
          </p:cNvPr>
          <p:cNvSpPr txBox="1"/>
          <p:nvPr userDrawn="1"/>
        </p:nvSpPr>
        <p:spPr>
          <a:xfrm>
            <a:off x="1160386" y="3607756"/>
            <a:ext cx="1600693" cy="369332"/>
          </a:xfrm>
          <a:prstGeom prst="rect">
            <a:avLst/>
          </a:prstGeom>
          <a:noFill/>
        </p:spPr>
        <p:txBody>
          <a:bodyPr wrap="square">
            <a:spAutoFit/>
          </a:bodyPr>
          <a:lstStyle/>
          <a:p>
            <a:r>
              <a:rPr lang="de-CH" sz="1800" dirty="0">
                <a:solidFill>
                  <a:schemeClr val="tx2"/>
                </a:solidFill>
                <a:latin typeface="Arial" panose="020B0604020202020204" pitchFamily="34" charset="0"/>
                <a:cs typeface="Arial" panose="020B0604020202020204" pitchFamily="34" charset="0"/>
              </a:rPr>
              <a:t>anspruchsvoll</a:t>
            </a:r>
          </a:p>
        </p:txBody>
      </p:sp>
      <p:sp>
        <p:nvSpPr>
          <p:cNvPr id="11" name="Oval 10">
            <a:extLst>
              <a:ext uri="{FF2B5EF4-FFF2-40B4-BE49-F238E27FC236}">
                <a16:creationId xmlns:a16="http://schemas.microsoft.com/office/drawing/2014/main" id="{555CAB33-15F7-6C5E-0705-2BA2D96970F1}"/>
              </a:ext>
            </a:extLst>
          </p:cNvPr>
          <p:cNvSpPr>
            <a:spLocks noChangeArrowheads="1"/>
          </p:cNvSpPr>
          <p:nvPr userDrawn="1"/>
        </p:nvSpPr>
        <p:spPr bwMode="auto">
          <a:xfrm>
            <a:off x="2790842" y="3777130"/>
            <a:ext cx="72000" cy="72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cxnSp>
        <p:nvCxnSpPr>
          <p:cNvPr id="12" name="Gerader Verbinder 11">
            <a:extLst>
              <a:ext uri="{FF2B5EF4-FFF2-40B4-BE49-F238E27FC236}">
                <a16:creationId xmlns:a16="http://schemas.microsoft.com/office/drawing/2014/main" id="{A4AFB212-8B6D-1951-61F4-D120917061D5}"/>
              </a:ext>
            </a:extLst>
          </p:cNvPr>
          <p:cNvCxnSpPr>
            <a:cxnSpLocks/>
          </p:cNvCxnSpPr>
          <p:nvPr userDrawn="1"/>
        </p:nvCxnSpPr>
        <p:spPr>
          <a:xfrm>
            <a:off x="6096069" y="1652642"/>
            <a:ext cx="0" cy="43200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2B6001AC-FCD2-3359-55CD-1EC400DAB1B2}"/>
              </a:ext>
            </a:extLst>
          </p:cNvPr>
          <p:cNvCxnSpPr>
            <a:cxnSpLocks/>
          </p:cNvCxnSpPr>
          <p:nvPr userDrawn="1"/>
        </p:nvCxnSpPr>
        <p:spPr>
          <a:xfrm flipH="1">
            <a:off x="2856069" y="3812642"/>
            <a:ext cx="6480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30D2A7E7-2436-3A8B-1C03-10B17A4C8112}"/>
              </a:ext>
            </a:extLst>
          </p:cNvPr>
          <p:cNvSpPr txBox="1"/>
          <p:nvPr userDrawn="1"/>
        </p:nvSpPr>
        <p:spPr>
          <a:xfrm>
            <a:off x="9480314" y="3607755"/>
            <a:ext cx="960253" cy="369332"/>
          </a:xfrm>
          <a:prstGeom prst="rect">
            <a:avLst/>
          </a:prstGeom>
          <a:noFill/>
        </p:spPr>
        <p:txBody>
          <a:bodyPr wrap="square">
            <a:spAutoFit/>
          </a:bodyPr>
          <a:lstStyle/>
          <a:p>
            <a:pPr algn="r"/>
            <a:r>
              <a:rPr lang="de-CH" sz="1800" dirty="0">
                <a:solidFill>
                  <a:schemeClr val="tx2"/>
                </a:solidFill>
                <a:latin typeface="Arial" panose="020B0604020202020204" pitchFamily="34" charset="0"/>
                <a:cs typeface="Arial" panose="020B0604020202020204" pitchFamily="34" charset="0"/>
              </a:rPr>
              <a:t>einfach</a:t>
            </a:r>
          </a:p>
        </p:txBody>
      </p:sp>
      <p:sp>
        <p:nvSpPr>
          <p:cNvPr id="23" name="Oval 10">
            <a:extLst>
              <a:ext uri="{FF2B5EF4-FFF2-40B4-BE49-F238E27FC236}">
                <a16:creationId xmlns:a16="http://schemas.microsoft.com/office/drawing/2014/main" id="{DD210B28-2F00-99CF-CDF5-A52797E5AACD}"/>
              </a:ext>
            </a:extLst>
          </p:cNvPr>
          <p:cNvSpPr>
            <a:spLocks noChangeArrowheads="1"/>
          </p:cNvSpPr>
          <p:nvPr userDrawn="1"/>
        </p:nvSpPr>
        <p:spPr bwMode="auto">
          <a:xfrm>
            <a:off x="9329296" y="3777130"/>
            <a:ext cx="72000" cy="72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sp>
        <p:nvSpPr>
          <p:cNvPr id="25" name="Textfeld 24">
            <a:extLst>
              <a:ext uri="{FF2B5EF4-FFF2-40B4-BE49-F238E27FC236}">
                <a16:creationId xmlns:a16="http://schemas.microsoft.com/office/drawing/2014/main" id="{82007F13-AACB-F4AD-1A51-19B6C93BE509}"/>
              </a:ext>
            </a:extLst>
          </p:cNvPr>
          <p:cNvSpPr txBox="1"/>
          <p:nvPr userDrawn="1"/>
        </p:nvSpPr>
        <p:spPr>
          <a:xfrm>
            <a:off x="5273237" y="6055809"/>
            <a:ext cx="1645526" cy="369332"/>
          </a:xfrm>
          <a:prstGeom prst="rect">
            <a:avLst/>
          </a:prstGeom>
          <a:noFill/>
        </p:spPr>
        <p:txBody>
          <a:bodyPr wrap="square">
            <a:spAutoFit/>
          </a:bodyPr>
          <a:lstStyle/>
          <a:p>
            <a:pPr algn="ctr"/>
            <a:r>
              <a:rPr lang="de-CH" sz="1800" dirty="0">
                <a:solidFill>
                  <a:schemeClr val="tx2"/>
                </a:solidFill>
                <a:latin typeface="Arial" panose="020B0604020202020204" pitchFamily="34" charset="0"/>
                <a:cs typeface="Arial" panose="020B0604020202020204" pitchFamily="34" charset="0"/>
              </a:rPr>
              <a:t>ungeeignet</a:t>
            </a:r>
          </a:p>
        </p:txBody>
      </p:sp>
      <p:sp>
        <p:nvSpPr>
          <p:cNvPr id="26" name="Textfeld 25">
            <a:extLst>
              <a:ext uri="{FF2B5EF4-FFF2-40B4-BE49-F238E27FC236}">
                <a16:creationId xmlns:a16="http://schemas.microsoft.com/office/drawing/2014/main" id="{05990C98-123C-B6B0-A5C3-E7B4CB211D76}"/>
              </a:ext>
            </a:extLst>
          </p:cNvPr>
          <p:cNvSpPr txBox="1"/>
          <p:nvPr userDrawn="1"/>
        </p:nvSpPr>
        <p:spPr>
          <a:xfrm>
            <a:off x="5488475" y="1236941"/>
            <a:ext cx="1215188" cy="369332"/>
          </a:xfrm>
          <a:prstGeom prst="rect">
            <a:avLst/>
          </a:prstGeom>
          <a:noFill/>
        </p:spPr>
        <p:txBody>
          <a:bodyPr wrap="square">
            <a:spAutoFit/>
          </a:bodyPr>
          <a:lstStyle/>
          <a:p>
            <a:pPr algn="ctr"/>
            <a:r>
              <a:rPr lang="de-CH" sz="1800" dirty="0">
                <a:solidFill>
                  <a:schemeClr val="tx2"/>
                </a:solidFill>
                <a:latin typeface="Arial" panose="020B0604020202020204" pitchFamily="34" charset="0"/>
                <a:cs typeface="Arial" panose="020B0604020202020204" pitchFamily="34" charset="0"/>
              </a:rPr>
              <a:t>ideal</a:t>
            </a:r>
          </a:p>
        </p:txBody>
      </p:sp>
      <p:sp>
        <p:nvSpPr>
          <p:cNvPr id="27" name="Textfeld 26">
            <a:extLst>
              <a:ext uri="{FF2B5EF4-FFF2-40B4-BE49-F238E27FC236}">
                <a16:creationId xmlns:a16="http://schemas.microsoft.com/office/drawing/2014/main" id="{29FDC7DD-148A-2E8F-7019-6650ED796321}"/>
              </a:ext>
            </a:extLst>
          </p:cNvPr>
          <p:cNvSpPr txBox="1"/>
          <p:nvPr userDrawn="1"/>
        </p:nvSpPr>
        <p:spPr>
          <a:xfrm rot="16200000">
            <a:off x="5406851" y="2494483"/>
            <a:ext cx="1378299" cy="369332"/>
          </a:xfrm>
          <a:prstGeom prst="rect">
            <a:avLst/>
          </a:prstGeom>
          <a:solidFill>
            <a:schemeClr val="bg1"/>
          </a:solidFill>
        </p:spPr>
        <p:txBody>
          <a:bodyPr wrap="square">
            <a:spAutoFit/>
          </a:bodyPr>
          <a:lstStyle/>
          <a:p>
            <a:pPr algn="ctr"/>
            <a:r>
              <a:rPr lang="de-CH" sz="1800" b="1" i="0" dirty="0">
                <a:solidFill>
                  <a:schemeClr val="tx2"/>
                </a:solidFill>
                <a:latin typeface="Arial" panose="020B0604020202020204" pitchFamily="34" charset="0"/>
                <a:cs typeface="Arial" panose="020B0604020202020204" pitchFamily="34" charset="0"/>
              </a:rPr>
              <a:t>Eignung</a:t>
            </a:r>
          </a:p>
        </p:txBody>
      </p:sp>
      <p:sp>
        <p:nvSpPr>
          <p:cNvPr id="28" name="Textfeld 27">
            <a:extLst>
              <a:ext uri="{FF2B5EF4-FFF2-40B4-BE49-F238E27FC236}">
                <a16:creationId xmlns:a16="http://schemas.microsoft.com/office/drawing/2014/main" id="{ECA6DDDB-311C-2D62-F6B7-BF2550D1F014}"/>
              </a:ext>
            </a:extLst>
          </p:cNvPr>
          <p:cNvSpPr txBox="1"/>
          <p:nvPr userDrawn="1"/>
        </p:nvSpPr>
        <p:spPr>
          <a:xfrm>
            <a:off x="3647017" y="3607755"/>
            <a:ext cx="1766638" cy="369332"/>
          </a:xfrm>
          <a:prstGeom prst="rect">
            <a:avLst/>
          </a:prstGeom>
          <a:solidFill>
            <a:schemeClr val="bg1"/>
          </a:solidFill>
        </p:spPr>
        <p:txBody>
          <a:bodyPr wrap="square">
            <a:spAutoFit/>
          </a:bodyPr>
          <a:lstStyle/>
          <a:p>
            <a:pPr algn="ctr"/>
            <a:r>
              <a:rPr lang="de-CH" sz="1800" b="1" i="0" dirty="0">
                <a:solidFill>
                  <a:schemeClr val="tx2"/>
                </a:solidFill>
                <a:latin typeface="Arial" panose="020B0604020202020204" pitchFamily="34" charset="0"/>
                <a:cs typeface="Arial" panose="020B0604020202020204" pitchFamily="34" charset="0"/>
              </a:rPr>
              <a:t>Umsetzbarkeit</a:t>
            </a:r>
          </a:p>
        </p:txBody>
      </p:sp>
      <p:sp>
        <p:nvSpPr>
          <p:cNvPr id="30" name="Oval 10">
            <a:extLst>
              <a:ext uri="{FF2B5EF4-FFF2-40B4-BE49-F238E27FC236}">
                <a16:creationId xmlns:a16="http://schemas.microsoft.com/office/drawing/2014/main" id="{23EC7176-DCB2-DF24-EBE4-9DA5BE9A8377}"/>
              </a:ext>
            </a:extLst>
          </p:cNvPr>
          <p:cNvSpPr>
            <a:spLocks noChangeArrowheads="1"/>
          </p:cNvSpPr>
          <p:nvPr userDrawn="1"/>
        </p:nvSpPr>
        <p:spPr bwMode="auto">
          <a:xfrm>
            <a:off x="6060069" y="1581205"/>
            <a:ext cx="72000" cy="72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sp>
        <p:nvSpPr>
          <p:cNvPr id="31" name="Oval 10">
            <a:extLst>
              <a:ext uri="{FF2B5EF4-FFF2-40B4-BE49-F238E27FC236}">
                <a16:creationId xmlns:a16="http://schemas.microsoft.com/office/drawing/2014/main" id="{16F2466A-2D76-7C9D-2469-1441F6401527}"/>
              </a:ext>
            </a:extLst>
          </p:cNvPr>
          <p:cNvSpPr>
            <a:spLocks noChangeArrowheads="1"/>
          </p:cNvSpPr>
          <p:nvPr userDrawn="1"/>
        </p:nvSpPr>
        <p:spPr bwMode="auto">
          <a:xfrm>
            <a:off x="6062007" y="5967618"/>
            <a:ext cx="72000" cy="72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sz="1800">
              <a:latin typeface="Arial" panose="020B0604020202020204" pitchFamily="34" charset="0"/>
              <a:cs typeface="Arial" panose="020B0604020202020204" pitchFamily="34" charset="0"/>
            </a:endParaRPr>
          </a:p>
        </p:txBody>
      </p:sp>
      <p:sp>
        <p:nvSpPr>
          <p:cNvPr id="9" name="Textplatzhalter 9">
            <a:extLst>
              <a:ext uri="{FF2B5EF4-FFF2-40B4-BE49-F238E27FC236}">
                <a16:creationId xmlns:a16="http://schemas.microsoft.com/office/drawing/2014/main" id="{5ADAE38F-510B-09AA-00EC-D0A841B05AF4}"/>
              </a:ext>
            </a:extLst>
          </p:cNvPr>
          <p:cNvSpPr>
            <a:spLocks noGrp="1"/>
          </p:cNvSpPr>
          <p:nvPr>
            <p:ph type="body" sz="quarter" idx="55" hasCustomPrompt="1"/>
          </p:nvPr>
        </p:nvSpPr>
        <p:spPr>
          <a:xfrm>
            <a:off x="372977" y="549275"/>
            <a:ext cx="9028318"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13" name="Titelplatzhalter 1">
            <a:extLst>
              <a:ext uri="{FF2B5EF4-FFF2-40B4-BE49-F238E27FC236}">
                <a16:creationId xmlns:a16="http://schemas.microsoft.com/office/drawing/2014/main" id="{E15ACFDE-D394-F6A7-975B-272BE1845F24}"/>
              </a:ext>
            </a:extLst>
          </p:cNvPr>
          <p:cNvSpPr>
            <a:spLocks noGrp="1"/>
          </p:cNvSpPr>
          <p:nvPr>
            <p:ph type="title" hasCustomPrompt="1"/>
          </p:nvPr>
        </p:nvSpPr>
        <p:spPr>
          <a:xfrm>
            <a:off x="372979" y="901171"/>
            <a:ext cx="9028317" cy="440267"/>
          </a:xfrm>
          <a:prstGeom prst="rect">
            <a:avLst/>
          </a:prstGeom>
        </p:spPr>
        <p:txBody>
          <a:bodyPr vert="horz" lIns="91440" tIns="45720" rIns="91440" bIns="45720" rtlCol="0" anchor="t">
            <a:noAutofit/>
          </a:bodyPr>
          <a:lstStyle>
            <a:lvl1pPr>
              <a:defRPr sz="2600"/>
            </a:lvl1pPr>
          </a:lstStyle>
          <a:p>
            <a:r>
              <a:rPr lang="de-DE" dirty="0"/>
              <a:t>Evaluation Ideen</a:t>
            </a:r>
            <a:endParaRPr lang="de-CH" dirty="0"/>
          </a:p>
        </p:txBody>
      </p:sp>
    </p:spTree>
    <p:extLst>
      <p:ext uri="{BB962C8B-B14F-4D97-AF65-F5344CB8AC3E}">
        <p14:creationId xmlns:p14="http://schemas.microsoft.com/office/powerpoint/2010/main" val="65924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obkonzept: Idee">
    <p:spTree>
      <p:nvGrpSpPr>
        <p:cNvPr id="1" name=""/>
        <p:cNvGrpSpPr/>
        <p:nvPr/>
      </p:nvGrpSpPr>
      <p:grpSpPr>
        <a:xfrm>
          <a:off x="0" y="0"/>
          <a:ext cx="0" cy="0"/>
          <a:chOff x="0" y="0"/>
          <a:chExt cx="0" cy="0"/>
        </a:xfrm>
      </p:grpSpPr>
      <p:sp>
        <p:nvSpPr>
          <p:cNvPr id="25" name="Textplatzhalter 2">
            <a:extLst>
              <a:ext uri="{FF2B5EF4-FFF2-40B4-BE49-F238E27FC236}">
                <a16:creationId xmlns:a16="http://schemas.microsoft.com/office/drawing/2014/main" id="{5C3586F9-8AA1-5214-C9E7-6CF4A9D3EAF2}"/>
              </a:ext>
            </a:extLst>
          </p:cNvPr>
          <p:cNvSpPr>
            <a:spLocks noGrp="1"/>
          </p:cNvSpPr>
          <p:nvPr>
            <p:ph idx="69" hasCustomPrompt="1"/>
          </p:nvPr>
        </p:nvSpPr>
        <p:spPr>
          <a:xfrm>
            <a:off x="8538633" y="1567682"/>
            <a:ext cx="2739072" cy="1593063"/>
          </a:xfrm>
          <a:prstGeom prst="rect">
            <a:avLst/>
          </a:prstGeom>
        </p:spPr>
        <p:txBody>
          <a:bodyPr vert="horz" lIns="72000" tIns="72000" rIns="91440" bIns="45720" rtlCol="0">
            <a:normAutofit/>
          </a:bodyPr>
          <a:lstStyle>
            <a:lvl1pPr marL="0" indent="0">
              <a:lnSpc>
                <a:spcPct val="110000"/>
              </a:lnSpc>
              <a:buFont typeface="Arial" panose="020B0604020202020204" pitchFamily="34" charset="0"/>
              <a:buNone/>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Text</a:t>
            </a:r>
          </a:p>
        </p:txBody>
      </p:sp>
      <p:sp>
        <p:nvSpPr>
          <p:cNvPr id="10" name="Textplatzhalter 2">
            <a:extLst>
              <a:ext uri="{FF2B5EF4-FFF2-40B4-BE49-F238E27FC236}">
                <a16:creationId xmlns:a16="http://schemas.microsoft.com/office/drawing/2014/main" id="{8ACA0533-245D-16EA-A089-D6DC1DC42D96}"/>
              </a:ext>
            </a:extLst>
          </p:cNvPr>
          <p:cNvSpPr>
            <a:spLocks noGrp="1"/>
          </p:cNvSpPr>
          <p:nvPr>
            <p:ph idx="61" hasCustomPrompt="1"/>
          </p:nvPr>
        </p:nvSpPr>
        <p:spPr>
          <a:xfrm>
            <a:off x="5705357" y="1838389"/>
            <a:ext cx="2739071" cy="1317600"/>
          </a:xfrm>
          <a:prstGeom prst="rect">
            <a:avLst/>
          </a:prstGeom>
        </p:spPr>
        <p:txBody>
          <a:bodyPr vert="horz" lIns="72000" tIns="72000" rIns="91440" bIns="45720" rtlCol="0">
            <a:normAutofit/>
          </a:bodyPr>
          <a:lstStyle>
            <a:lvl1pPr marL="0" indent="0">
              <a:lnSpc>
                <a:spcPct val="110000"/>
              </a:lnSpc>
              <a:buFont typeface="Arial" panose="020B0604020202020204" pitchFamily="34" charset="0"/>
              <a:buNone/>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Text</a:t>
            </a:r>
          </a:p>
        </p:txBody>
      </p:sp>
      <p:sp>
        <p:nvSpPr>
          <p:cNvPr id="3" name="Foliennummernplatzhalter 2">
            <a:extLst>
              <a:ext uri="{FF2B5EF4-FFF2-40B4-BE49-F238E27FC236}">
                <a16:creationId xmlns:a16="http://schemas.microsoft.com/office/drawing/2014/main" id="{E68231D7-70B9-9809-7C47-EE02CC6A97DF}"/>
              </a:ext>
            </a:extLst>
          </p:cNvPr>
          <p:cNvSpPr>
            <a:spLocks noGrp="1"/>
          </p:cNvSpPr>
          <p:nvPr>
            <p:ph type="sldNum" sz="quarter" idx="10"/>
          </p:nvPr>
        </p:nvSpPr>
        <p:spPr/>
        <p:txBody>
          <a:bodyPr/>
          <a:lstStyle>
            <a:lvl1pPr>
              <a:defRPr>
                <a:latin typeface="Arial" panose="020B0604020202020204" pitchFamily="34" charset="0"/>
                <a:cs typeface="Arial" panose="020B0604020202020204" pitchFamily="34" charset="0"/>
              </a:defRPr>
            </a:lvl1pPr>
          </a:lstStyle>
          <a:p>
            <a:fld id="{8B4F2566-6049-46AE-8362-19E16D5BA91B}" type="slidenum">
              <a:rPr lang="en-GB" smtClean="0"/>
              <a:pPr/>
              <a:t>‹#›</a:t>
            </a:fld>
            <a:endParaRPr lang="en-GB" dirty="0"/>
          </a:p>
        </p:txBody>
      </p:sp>
      <p:sp>
        <p:nvSpPr>
          <p:cNvPr id="4" name="Fußzeilenplatzhalter 3">
            <a:extLst>
              <a:ext uri="{FF2B5EF4-FFF2-40B4-BE49-F238E27FC236}">
                <a16:creationId xmlns:a16="http://schemas.microsoft.com/office/drawing/2014/main" id="{402659E7-17A3-6335-CD10-5CFB3B8D6AF8}"/>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6" name="Textplatzhalter 17">
            <a:extLst>
              <a:ext uri="{FF2B5EF4-FFF2-40B4-BE49-F238E27FC236}">
                <a16:creationId xmlns:a16="http://schemas.microsoft.com/office/drawing/2014/main" id="{FF28E5C1-871D-9967-6B06-F9C4919B1505}"/>
              </a:ext>
            </a:extLst>
          </p:cNvPr>
          <p:cNvSpPr>
            <a:spLocks noGrp="1"/>
          </p:cNvSpPr>
          <p:nvPr>
            <p:ph type="body" sz="quarter" idx="53" hasCustomPrompt="1"/>
          </p:nvPr>
        </p:nvSpPr>
        <p:spPr>
          <a:xfrm>
            <a:off x="470642" y="1561189"/>
            <a:ext cx="5134161" cy="277200"/>
          </a:xfrm>
        </p:spPr>
        <p:txBody>
          <a:bodyPr lIns="72000" anchor="b">
            <a:noAutofit/>
          </a:bodyPr>
          <a:lstStyle>
            <a:lvl1pPr marL="0" indent="0" algn="l">
              <a:buNone/>
              <a:defRPr sz="1200" b="1">
                <a:solidFill>
                  <a:schemeClr val="tx2"/>
                </a:solidFill>
                <a:latin typeface="Arial" panose="020B0604020202020204" pitchFamily="34" charset="0"/>
                <a:ea typeface="Gibson Book" pitchFamily="50" charset="0"/>
                <a:cs typeface="Arial" panose="020B0604020202020204" pitchFamily="34" charset="0"/>
              </a:defRPr>
            </a:lvl1pPr>
          </a:lstStyle>
          <a:p>
            <a:pPr>
              <a:spcAft>
                <a:spcPts val="300"/>
              </a:spcAft>
            </a:pPr>
            <a:r>
              <a:rPr lang="de-DE" dirty="0"/>
              <a:t>Idee</a:t>
            </a:r>
          </a:p>
        </p:txBody>
      </p:sp>
      <p:sp>
        <p:nvSpPr>
          <p:cNvPr id="7" name="Textplatzhalter 2">
            <a:extLst>
              <a:ext uri="{FF2B5EF4-FFF2-40B4-BE49-F238E27FC236}">
                <a16:creationId xmlns:a16="http://schemas.microsoft.com/office/drawing/2014/main" id="{97367A75-6FF0-0398-1F1E-25DA2E317013}"/>
              </a:ext>
            </a:extLst>
          </p:cNvPr>
          <p:cNvSpPr>
            <a:spLocks noGrp="1"/>
          </p:cNvSpPr>
          <p:nvPr>
            <p:ph idx="64" hasCustomPrompt="1"/>
          </p:nvPr>
        </p:nvSpPr>
        <p:spPr>
          <a:xfrm>
            <a:off x="470643" y="1838390"/>
            <a:ext cx="5134366" cy="4118440"/>
          </a:xfrm>
          <a:prstGeom prst="rect">
            <a:avLst/>
          </a:prstGeom>
        </p:spPr>
        <p:txBody>
          <a:bodyPr vert="horz" lIns="91440" tIns="45720" rIns="91440" bIns="45720" rtlCol="0">
            <a:normAutofit/>
          </a:bodyPr>
          <a:lstStyle>
            <a:lvl1pPr marL="0" indent="0">
              <a:buNone/>
              <a:defRPr sz="12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r>
              <a:rPr lang="de-CH" dirty="0"/>
              <a:t>Beschreibung</a:t>
            </a:r>
          </a:p>
        </p:txBody>
      </p:sp>
      <p:sp>
        <p:nvSpPr>
          <p:cNvPr id="8" name="Rechteck 7">
            <a:extLst>
              <a:ext uri="{FF2B5EF4-FFF2-40B4-BE49-F238E27FC236}">
                <a16:creationId xmlns:a16="http://schemas.microsoft.com/office/drawing/2014/main" id="{BF5BD4D5-9735-A10F-27B7-80BB8D080B37}"/>
              </a:ext>
            </a:extLst>
          </p:cNvPr>
          <p:cNvSpPr/>
          <p:nvPr userDrawn="1"/>
        </p:nvSpPr>
        <p:spPr>
          <a:xfrm>
            <a:off x="470847" y="1562926"/>
            <a:ext cx="5134161" cy="439564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9" name="Textplatzhalter 17">
            <a:extLst>
              <a:ext uri="{FF2B5EF4-FFF2-40B4-BE49-F238E27FC236}">
                <a16:creationId xmlns:a16="http://schemas.microsoft.com/office/drawing/2014/main" id="{0B2B3795-C79B-0D00-E456-8FC37B0D8D5D}"/>
              </a:ext>
            </a:extLst>
          </p:cNvPr>
          <p:cNvSpPr>
            <a:spLocks noGrp="1"/>
          </p:cNvSpPr>
          <p:nvPr>
            <p:ph type="body" sz="quarter" idx="60" hasCustomPrompt="1"/>
          </p:nvPr>
        </p:nvSpPr>
        <p:spPr>
          <a:xfrm>
            <a:off x="5705357" y="1561189"/>
            <a:ext cx="2736000" cy="277200"/>
          </a:xfrm>
        </p:spPr>
        <p:txBody>
          <a:bodyPr lIns="72000" anchor="b">
            <a:noAutofit/>
          </a:bodyPr>
          <a:lstStyle>
            <a:lvl1pPr marL="0" indent="0" algn="l">
              <a:buNone/>
              <a:defRPr sz="1200" b="1">
                <a:solidFill>
                  <a:schemeClr val="tx2"/>
                </a:solidFill>
                <a:latin typeface="Arial" panose="020B0604020202020204" pitchFamily="34" charset="0"/>
                <a:ea typeface="Gibson Book" pitchFamily="50" charset="0"/>
                <a:cs typeface="Arial" panose="020B0604020202020204" pitchFamily="34" charset="0"/>
              </a:defRPr>
            </a:lvl1pPr>
          </a:lstStyle>
          <a:p>
            <a:pPr>
              <a:spcAft>
                <a:spcPts val="300"/>
              </a:spcAft>
            </a:pPr>
            <a:r>
              <a:rPr lang="de-DE" dirty="0"/>
              <a:t>Ideenzettel</a:t>
            </a:r>
          </a:p>
        </p:txBody>
      </p:sp>
      <p:sp>
        <p:nvSpPr>
          <p:cNvPr id="11" name="Rechteck 10">
            <a:extLst>
              <a:ext uri="{FF2B5EF4-FFF2-40B4-BE49-F238E27FC236}">
                <a16:creationId xmlns:a16="http://schemas.microsoft.com/office/drawing/2014/main" id="{10D460AE-E52A-6710-8C16-4DBA1C5ECB43}"/>
              </a:ext>
            </a:extLst>
          </p:cNvPr>
          <p:cNvSpPr/>
          <p:nvPr userDrawn="1"/>
        </p:nvSpPr>
        <p:spPr>
          <a:xfrm>
            <a:off x="5705357" y="1562926"/>
            <a:ext cx="2736000" cy="159306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16" name="Rechteck 15">
            <a:extLst>
              <a:ext uri="{FF2B5EF4-FFF2-40B4-BE49-F238E27FC236}">
                <a16:creationId xmlns:a16="http://schemas.microsoft.com/office/drawing/2014/main" id="{14663DD8-E789-5AC8-7F64-77B95A7E68B1}"/>
              </a:ext>
            </a:extLst>
          </p:cNvPr>
          <p:cNvSpPr/>
          <p:nvPr userDrawn="1"/>
        </p:nvSpPr>
        <p:spPr>
          <a:xfrm>
            <a:off x="5705357" y="3242056"/>
            <a:ext cx="2736000" cy="1317600"/>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17" name="Rechteck 16">
            <a:extLst>
              <a:ext uri="{FF2B5EF4-FFF2-40B4-BE49-F238E27FC236}">
                <a16:creationId xmlns:a16="http://schemas.microsoft.com/office/drawing/2014/main" id="{1D9EE72B-1A92-481E-A5CB-22A91482C415}"/>
              </a:ext>
            </a:extLst>
          </p:cNvPr>
          <p:cNvSpPr/>
          <p:nvPr userDrawn="1"/>
        </p:nvSpPr>
        <p:spPr>
          <a:xfrm>
            <a:off x="5705357" y="4640967"/>
            <a:ext cx="2736000" cy="1317600"/>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18" name="Rechteck 17">
            <a:extLst>
              <a:ext uri="{FF2B5EF4-FFF2-40B4-BE49-F238E27FC236}">
                <a16:creationId xmlns:a16="http://schemas.microsoft.com/office/drawing/2014/main" id="{7696250B-0C62-3CCE-EFC1-8A8FFF8ED90D}"/>
              </a:ext>
            </a:extLst>
          </p:cNvPr>
          <p:cNvSpPr/>
          <p:nvPr userDrawn="1"/>
        </p:nvSpPr>
        <p:spPr>
          <a:xfrm>
            <a:off x="8538634" y="1567682"/>
            <a:ext cx="2736000" cy="159306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19" name="Rechteck 18">
            <a:extLst>
              <a:ext uri="{FF2B5EF4-FFF2-40B4-BE49-F238E27FC236}">
                <a16:creationId xmlns:a16="http://schemas.microsoft.com/office/drawing/2014/main" id="{B72559B6-FF60-FE95-82B0-425DA3D99AD3}"/>
              </a:ext>
            </a:extLst>
          </p:cNvPr>
          <p:cNvSpPr/>
          <p:nvPr userDrawn="1"/>
        </p:nvSpPr>
        <p:spPr>
          <a:xfrm>
            <a:off x="8538634" y="3242056"/>
            <a:ext cx="2736000" cy="1317600"/>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20" name="Rechteck 19">
            <a:extLst>
              <a:ext uri="{FF2B5EF4-FFF2-40B4-BE49-F238E27FC236}">
                <a16:creationId xmlns:a16="http://schemas.microsoft.com/office/drawing/2014/main" id="{E64520D7-302C-8383-F120-94351B7E4590}"/>
              </a:ext>
            </a:extLst>
          </p:cNvPr>
          <p:cNvSpPr/>
          <p:nvPr userDrawn="1"/>
        </p:nvSpPr>
        <p:spPr>
          <a:xfrm>
            <a:off x="8538634" y="4640967"/>
            <a:ext cx="2736000" cy="1317600"/>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21" name="Textplatzhalter 2">
            <a:extLst>
              <a:ext uri="{FF2B5EF4-FFF2-40B4-BE49-F238E27FC236}">
                <a16:creationId xmlns:a16="http://schemas.microsoft.com/office/drawing/2014/main" id="{9B3F7325-3223-0560-9AFB-F931EBE53DF3}"/>
              </a:ext>
            </a:extLst>
          </p:cNvPr>
          <p:cNvSpPr>
            <a:spLocks noGrp="1"/>
          </p:cNvSpPr>
          <p:nvPr>
            <p:ph idx="65" hasCustomPrompt="1"/>
          </p:nvPr>
        </p:nvSpPr>
        <p:spPr>
          <a:xfrm>
            <a:off x="5705357" y="3242056"/>
            <a:ext cx="2739071" cy="1317600"/>
          </a:xfrm>
          <a:prstGeom prst="rect">
            <a:avLst/>
          </a:prstGeom>
        </p:spPr>
        <p:txBody>
          <a:bodyPr vert="horz" lIns="72000" tIns="72000" rIns="91440" bIns="45720" rtlCol="0">
            <a:normAutofit/>
          </a:bodyPr>
          <a:lstStyle>
            <a:lvl1pPr marL="0" indent="0">
              <a:lnSpc>
                <a:spcPct val="110000"/>
              </a:lnSpc>
              <a:buFont typeface="Arial" panose="020B0604020202020204" pitchFamily="34" charset="0"/>
              <a:buNone/>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Text</a:t>
            </a:r>
          </a:p>
        </p:txBody>
      </p:sp>
      <p:sp>
        <p:nvSpPr>
          <p:cNvPr id="22" name="Textplatzhalter 2">
            <a:extLst>
              <a:ext uri="{FF2B5EF4-FFF2-40B4-BE49-F238E27FC236}">
                <a16:creationId xmlns:a16="http://schemas.microsoft.com/office/drawing/2014/main" id="{79E0FF38-DCCA-FA5E-C97A-C5C137D90C94}"/>
              </a:ext>
            </a:extLst>
          </p:cNvPr>
          <p:cNvSpPr>
            <a:spLocks noGrp="1"/>
          </p:cNvSpPr>
          <p:nvPr>
            <p:ph idx="66" hasCustomPrompt="1"/>
          </p:nvPr>
        </p:nvSpPr>
        <p:spPr>
          <a:xfrm>
            <a:off x="5705357" y="4640967"/>
            <a:ext cx="2739071" cy="1317600"/>
          </a:xfrm>
          <a:prstGeom prst="rect">
            <a:avLst/>
          </a:prstGeom>
        </p:spPr>
        <p:txBody>
          <a:bodyPr vert="horz" lIns="72000" tIns="72000" rIns="91440" bIns="45720" rtlCol="0">
            <a:normAutofit/>
          </a:bodyPr>
          <a:lstStyle>
            <a:lvl1pPr marL="0" indent="0">
              <a:lnSpc>
                <a:spcPct val="110000"/>
              </a:lnSpc>
              <a:buFont typeface="Arial" panose="020B0604020202020204" pitchFamily="34" charset="0"/>
              <a:buNone/>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Text</a:t>
            </a:r>
          </a:p>
        </p:txBody>
      </p:sp>
      <p:sp>
        <p:nvSpPr>
          <p:cNvPr id="23" name="Textplatzhalter 2">
            <a:extLst>
              <a:ext uri="{FF2B5EF4-FFF2-40B4-BE49-F238E27FC236}">
                <a16:creationId xmlns:a16="http://schemas.microsoft.com/office/drawing/2014/main" id="{3DB849A5-4695-D59C-05FD-213A5B216228}"/>
              </a:ext>
            </a:extLst>
          </p:cNvPr>
          <p:cNvSpPr>
            <a:spLocks noGrp="1"/>
          </p:cNvSpPr>
          <p:nvPr>
            <p:ph idx="67" hasCustomPrompt="1"/>
          </p:nvPr>
        </p:nvSpPr>
        <p:spPr>
          <a:xfrm>
            <a:off x="8538634" y="4640967"/>
            <a:ext cx="2739071" cy="1317600"/>
          </a:xfrm>
          <a:prstGeom prst="rect">
            <a:avLst/>
          </a:prstGeom>
        </p:spPr>
        <p:txBody>
          <a:bodyPr vert="horz" lIns="72000" tIns="72000" rIns="91440" bIns="45720" rtlCol="0">
            <a:normAutofit/>
          </a:bodyPr>
          <a:lstStyle>
            <a:lvl1pPr marL="0" indent="0">
              <a:lnSpc>
                <a:spcPct val="110000"/>
              </a:lnSpc>
              <a:buFont typeface="Arial" panose="020B0604020202020204" pitchFamily="34" charset="0"/>
              <a:buNone/>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Text</a:t>
            </a:r>
          </a:p>
        </p:txBody>
      </p:sp>
      <p:sp>
        <p:nvSpPr>
          <p:cNvPr id="24" name="Textplatzhalter 2">
            <a:extLst>
              <a:ext uri="{FF2B5EF4-FFF2-40B4-BE49-F238E27FC236}">
                <a16:creationId xmlns:a16="http://schemas.microsoft.com/office/drawing/2014/main" id="{333AE938-0211-FCF3-D023-64D234044FE9}"/>
              </a:ext>
            </a:extLst>
          </p:cNvPr>
          <p:cNvSpPr>
            <a:spLocks noGrp="1"/>
          </p:cNvSpPr>
          <p:nvPr>
            <p:ph idx="68" hasCustomPrompt="1"/>
          </p:nvPr>
        </p:nvSpPr>
        <p:spPr>
          <a:xfrm>
            <a:off x="8538634" y="3242056"/>
            <a:ext cx="2739071" cy="1317600"/>
          </a:xfrm>
          <a:prstGeom prst="rect">
            <a:avLst/>
          </a:prstGeom>
        </p:spPr>
        <p:txBody>
          <a:bodyPr vert="horz" lIns="72000" tIns="72000" rIns="91440" bIns="45720" rtlCol="0">
            <a:normAutofit/>
          </a:bodyPr>
          <a:lstStyle>
            <a:lvl1pPr marL="0" indent="0">
              <a:lnSpc>
                <a:spcPct val="110000"/>
              </a:lnSpc>
              <a:buFont typeface="Arial" panose="020B0604020202020204" pitchFamily="34" charset="0"/>
              <a:buNone/>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Text</a:t>
            </a:r>
          </a:p>
        </p:txBody>
      </p:sp>
      <p:sp>
        <p:nvSpPr>
          <p:cNvPr id="2" name="Textplatzhalter 9">
            <a:extLst>
              <a:ext uri="{FF2B5EF4-FFF2-40B4-BE49-F238E27FC236}">
                <a16:creationId xmlns:a16="http://schemas.microsoft.com/office/drawing/2014/main" id="{01421F74-608E-D8DD-A82E-DACF32040978}"/>
              </a:ext>
            </a:extLst>
          </p:cNvPr>
          <p:cNvSpPr>
            <a:spLocks noGrp="1"/>
          </p:cNvSpPr>
          <p:nvPr>
            <p:ph type="body" sz="quarter" idx="55" hasCustomPrompt="1"/>
          </p:nvPr>
        </p:nvSpPr>
        <p:spPr>
          <a:xfrm>
            <a:off x="372976" y="549275"/>
            <a:ext cx="10901657"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13" name="Titelplatzhalter 1">
            <a:extLst>
              <a:ext uri="{FF2B5EF4-FFF2-40B4-BE49-F238E27FC236}">
                <a16:creationId xmlns:a16="http://schemas.microsoft.com/office/drawing/2014/main" id="{8D588295-FEA4-BD26-E1E0-EBF580BC815D}"/>
              </a:ext>
            </a:extLst>
          </p:cNvPr>
          <p:cNvSpPr>
            <a:spLocks noGrp="1"/>
          </p:cNvSpPr>
          <p:nvPr>
            <p:ph type="title" hasCustomPrompt="1"/>
          </p:nvPr>
        </p:nvSpPr>
        <p:spPr>
          <a:xfrm>
            <a:off x="372979" y="901171"/>
            <a:ext cx="10901656" cy="440267"/>
          </a:xfrm>
          <a:prstGeom prst="rect">
            <a:avLst/>
          </a:prstGeom>
        </p:spPr>
        <p:txBody>
          <a:bodyPr vert="horz" lIns="91440" tIns="45720" rIns="91440" bIns="45720" rtlCol="0" anchor="t">
            <a:noAutofit/>
          </a:bodyPr>
          <a:lstStyle>
            <a:lvl1pPr>
              <a:defRPr sz="2600"/>
            </a:lvl1pPr>
          </a:lstStyle>
          <a:p>
            <a:r>
              <a:rPr lang="de-DE" dirty="0"/>
              <a:t>Grobkonzept</a:t>
            </a:r>
            <a:endParaRPr lang="de-CH" dirty="0"/>
          </a:p>
        </p:txBody>
      </p:sp>
    </p:spTree>
    <p:extLst>
      <p:ext uri="{BB962C8B-B14F-4D97-AF65-F5344CB8AC3E}">
        <p14:creationId xmlns:p14="http://schemas.microsoft.com/office/powerpoint/2010/main" val="127828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Grobkonzept: Bewertung &amp; Beschreibung">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E68231D7-70B9-9809-7C47-EE02CC6A97DF}"/>
              </a:ext>
            </a:extLst>
          </p:cNvPr>
          <p:cNvSpPr>
            <a:spLocks noGrp="1"/>
          </p:cNvSpPr>
          <p:nvPr>
            <p:ph type="sldNum" sz="quarter" idx="10"/>
          </p:nvPr>
        </p:nvSpPr>
        <p:spPr/>
        <p:txBody>
          <a:bodyPr/>
          <a:lstStyle>
            <a:lvl1pPr>
              <a:defRPr>
                <a:latin typeface="Arial" panose="020B0604020202020204" pitchFamily="34" charset="0"/>
                <a:cs typeface="Arial" panose="020B0604020202020204" pitchFamily="34" charset="0"/>
              </a:defRPr>
            </a:lvl1pPr>
          </a:lstStyle>
          <a:p>
            <a:fld id="{8B4F2566-6049-46AE-8362-19E16D5BA91B}" type="slidenum">
              <a:rPr lang="en-GB" smtClean="0"/>
              <a:pPr/>
              <a:t>‹#›</a:t>
            </a:fld>
            <a:endParaRPr lang="en-GB" dirty="0"/>
          </a:p>
        </p:txBody>
      </p:sp>
      <p:sp>
        <p:nvSpPr>
          <p:cNvPr id="4" name="Fußzeilenplatzhalter 3">
            <a:extLst>
              <a:ext uri="{FF2B5EF4-FFF2-40B4-BE49-F238E27FC236}">
                <a16:creationId xmlns:a16="http://schemas.microsoft.com/office/drawing/2014/main" id="{402659E7-17A3-6335-CD10-5CFB3B8D6AF8}"/>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6" name="Textplatzhalter 2">
            <a:extLst>
              <a:ext uri="{FF2B5EF4-FFF2-40B4-BE49-F238E27FC236}">
                <a16:creationId xmlns:a16="http://schemas.microsoft.com/office/drawing/2014/main" id="{E36B0007-5FC2-1CAA-D1FD-1735B7287C9D}"/>
              </a:ext>
            </a:extLst>
          </p:cNvPr>
          <p:cNvSpPr>
            <a:spLocks noGrp="1"/>
          </p:cNvSpPr>
          <p:nvPr>
            <p:ph idx="1" hasCustomPrompt="1"/>
          </p:nvPr>
        </p:nvSpPr>
        <p:spPr>
          <a:xfrm>
            <a:off x="470643" y="1561187"/>
            <a:ext cx="3001651" cy="4388763"/>
          </a:xfrm>
          <a:prstGeom prst="rect">
            <a:avLst/>
          </a:prstGeom>
        </p:spPr>
        <p:txBody>
          <a:bodyPr vert="horz" lIns="91440" tIns="45720" rIns="91440" bIns="45720" rtlCol="0" anchor="ctr">
            <a:normAutofit/>
          </a:bodyPr>
          <a:lstStyle>
            <a:lvl1pPr marL="0" indent="0" algn="ctr">
              <a:buNone/>
              <a:defRPr sz="12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r>
              <a:rPr lang="de-CH" dirty="0"/>
              <a:t>Hier Diagramm einfügen</a:t>
            </a:r>
          </a:p>
        </p:txBody>
      </p:sp>
      <p:sp>
        <p:nvSpPr>
          <p:cNvPr id="7" name="Textplatzhalter 17">
            <a:extLst>
              <a:ext uri="{FF2B5EF4-FFF2-40B4-BE49-F238E27FC236}">
                <a16:creationId xmlns:a16="http://schemas.microsoft.com/office/drawing/2014/main" id="{A918EE39-AC90-80CD-F258-C3397C6BBBEE}"/>
              </a:ext>
            </a:extLst>
          </p:cNvPr>
          <p:cNvSpPr>
            <a:spLocks noGrp="1"/>
          </p:cNvSpPr>
          <p:nvPr>
            <p:ph type="body" sz="quarter" idx="53" hasCustomPrompt="1"/>
          </p:nvPr>
        </p:nvSpPr>
        <p:spPr>
          <a:xfrm>
            <a:off x="470643" y="1561189"/>
            <a:ext cx="3001652" cy="277200"/>
          </a:xfrm>
        </p:spPr>
        <p:txBody>
          <a:bodyPr lIns="72000" anchor="b">
            <a:noAutofit/>
          </a:bodyPr>
          <a:lstStyle>
            <a:lvl1pPr marL="0" indent="0" algn="l">
              <a:buNone/>
              <a:defRPr sz="1200" b="1">
                <a:solidFill>
                  <a:schemeClr val="tx2"/>
                </a:solidFill>
                <a:latin typeface="Arial" panose="020B0604020202020204" pitchFamily="34" charset="0"/>
                <a:ea typeface="Gibson Book" pitchFamily="50" charset="0"/>
                <a:cs typeface="Arial" panose="020B0604020202020204" pitchFamily="34" charset="0"/>
              </a:defRPr>
            </a:lvl1pPr>
          </a:lstStyle>
          <a:p>
            <a:pPr>
              <a:spcAft>
                <a:spcPts val="300"/>
              </a:spcAft>
            </a:pPr>
            <a:r>
              <a:rPr lang="de-DE" dirty="0"/>
              <a:t>Bewertung</a:t>
            </a:r>
          </a:p>
        </p:txBody>
      </p:sp>
      <p:sp>
        <p:nvSpPr>
          <p:cNvPr id="10" name="Textplatzhalter 17">
            <a:extLst>
              <a:ext uri="{FF2B5EF4-FFF2-40B4-BE49-F238E27FC236}">
                <a16:creationId xmlns:a16="http://schemas.microsoft.com/office/drawing/2014/main" id="{F55E2E75-B6E4-AABF-0E05-0BC330E97100}"/>
              </a:ext>
            </a:extLst>
          </p:cNvPr>
          <p:cNvSpPr>
            <a:spLocks noGrp="1"/>
          </p:cNvSpPr>
          <p:nvPr>
            <p:ph type="body" sz="quarter" idx="56" hasCustomPrompt="1"/>
          </p:nvPr>
        </p:nvSpPr>
        <p:spPr>
          <a:xfrm>
            <a:off x="8541705" y="1561189"/>
            <a:ext cx="2736000" cy="277200"/>
          </a:xfrm>
        </p:spPr>
        <p:txBody>
          <a:bodyPr lIns="72000" anchor="b">
            <a:noAutofit/>
          </a:bodyPr>
          <a:lstStyle>
            <a:lvl1pPr marL="0" indent="0" algn="l">
              <a:buNone/>
              <a:defRPr sz="1200" b="1">
                <a:solidFill>
                  <a:schemeClr val="tx2"/>
                </a:solidFill>
                <a:latin typeface="Arial" panose="020B0604020202020204" pitchFamily="34" charset="0"/>
                <a:ea typeface="Gibson Book" pitchFamily="50" charset="0"/>
                <a:cs typeface="Arial" panose="020B0604020202020204" pitchFamily="34" charset="0"/>
              </a:defRPr>
            </a:lvl1pPr>
          </a:lstStyle>
          <a:p>
            <a:pPr>
              <a:spcAft>
                <a:spcPts val="300"/>
              </a:spcAft>
            </a:pPr>
            <a:r>
              <a:rPr lang="de-DE" dirty="0"/>
              <a:t>Weiterführende Ideen</a:t>
            </a:r>
          </a:p>
        </p:txBody>
      </p:sp>
      <p:sp>
        <p:nvSpPr>
          <p:cNvPr id="11" name="Textplatzhalter 2">
            <a:extLst>
              <a:ext uri="{FF2B5EF4-FFF2-40B4-BE49-F238E27FC236}">
                <a16:creationId xmlns:a16="http://schemas.microsoft.com/office/drawing/2014/main" id="{63685196-5E5D-A331-0B1D-A66437336B8C}"/>
              </a:ext>
            </a:extLst>
          </p:cNvPr>
          <p:cNvSpPr>
            <a:spLocks noGrp="1"/>
          </p:cNvSpPr>
          <p:nvPr>
            <p:ph idx="57" hasCustomPrompt="1"/>
          </p:nvPr>
        </p:nvSpPr>
        <p:spPr>
          <a:xfrm>
            <a:off x="8613705" y="1838389"/>
            <a:ext cx="2664000" cy="1872591"/>
          </a:xfrm>
          <a:prstGeom prst="rect">
            <a:avLst/>
          </a:prstGeom>
        </p:spPr>
        <p:txBody>
          <a:bodyPr vert="horz" lIns="72000" tIns="45720" rIns="91440" bIns="45720" rtlCol="0">
            <a:normAutofit/>
          </a:bodyPr>
          <a:lstStyle>
            <a:lvl1pPr marL="171450" indent="-171450">
              <a:lnSpc>
                <a:spcPct val="110000"/>
              </a:lnSpc>
              <a:buFont typeface="Arial" panose="020B0604020202020204" pitchFamily="34" charset="0"/>
              <a:buChar char="•"/>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Weiterführende Ideen</a:t>
            </a:r>
          </a:p>
        </p:txBody>
      </p:sp>
      <p:sp>
        <p:nvSpPr>
          <p:cNvPr id="12" name="Textplatzhalter 17">
            <a:extLst>
              <a:ext uri="{FF2B5EF4-FFF2-40B4-BE49-F238E27FC236}">
                <a16:creationId xmlns:a16="http://schemas.microsoft.com/office/drawing/2014/main" id="{F56E6DCC-6877-28EA-9B46-15B5674266A6}"/>
              </a:ext>
            </a:extLst>
          </p:cNvPr>
          <p:cNvSpPr>
            <a:spLocks noGrp="1"/>
          </p:cNvSpPr>
          <p:nvPr>
            <p:ph type="body" sz="quarter" idx="58" hasCustomPrompt="1"/>
          </p:nvPr>
        </p:nvSpPr>
        <p:spPr>
          <a:xfrm>
            <a:off x="8541705" y="3803006"/>
            <a:ext cx="2736000" cy="489591"/>
          </a:xfrm>
        </p:spPr>
        <p:txBody>
          <a:bodyPr lIns="72000" anchor="t">
            <a:noAutofit/>
          </a:bodyPr>
          <a:lstStyle>
            <a:lvl1pPr marL="0" indent="0" algn="l">
              <a:buNone/>
              <a:defRPr sz="1200" b="1">
                <a:solidFill>
                  <a:schemeClr val="tx2"/>
                </a:solidFill>
                <a:latin typeface="Arial" panose="020B0604020202020204" pitchFamily="34" charset="0"/>
                <a:ea typeface="Gibson Book" pitchFamily="50" charset="0"/>
                <a:cs typeface="Arial" panose="020B0604020202020204" pitchFamily="34" charset="0"/>
              </a:defRPr>
            </a:lvl1p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lang="de-CH" dirty="0"/>
              <a:t>Nächste Schritte</a:t>
            </a:r>
          </a:p>
        </p:txBody>
      </p:sp>
      <p:sp>
        <p:nvSpPr>
          <p:cNvPr id="13" name="Textplatzhalter 2">
            <a:extLst>
              <a:ext uri="{FF2B5EF4-FFF2-40B4-BE49-F238E27FC236}">
                <a16:creationId xmlns:a16="http://schemas.microsoft.com/office/drawing/2014/main" id="{F104CF7A-406A-959B-34CB-98A72CE2F374}"/>
              </a:ext>
            </a:extLst>
          </p:cNvPr>
          <p:cNvSpPr>
            <a:spLocks noGrp="1"/>
          </p:cNvSpPr>
          <p:nvPr>
            <p:ph idx="59" hasCustomPrompt="1"/>
          </p:nvPr>
        </p:nvSpPr>
        <p:spPr>
          <a:xfrm>
            <a:off x="8613705" y="4292599"/>
            <a:ext cx="2664000" cy="1660199"/>
          </a:xfrm>
          <a:prstGeom prst="rect">
            <a:avLst/>
          </a:prstGeom>
        </p:spPr>
        <p:txBody>
          <a:bodyPr vert="horz" lIns="72000" tIns="45720" rIns="91440" bIns="45720" rtlCol="0">
            <a:normAutofit/>
          </a:bodyPr>
          <a:lstStyle>
            <a:lvl1pPr marL="171450" indent="-171450">
              <a:lnSpc>
                <a:spcPct val="110000"/>
              </a:lnSpc>
              <a:buFont typeface="Arial" panose="020B0604020202020204" pitchFamily="34" charset="0"/>
              <a:buChar char="•"/>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Nächste Schritte</a:t>
            </a:r>
          </a:p>
        </p:txBody>
      </p:sp>
      <p:sp>
        <p:nvSpPr>
          <p:cNvPr id="14" name="Textplatzhalter 17">
            <a:extLst>
              <a:ext uri="{FF2B5EF4-FFF2-40B4-BE49-F238E27FC236}">
                <a16:creationId xmlns:a16="http://schemas.microsoft.com/office/drawing/2014/main" id="{FCE5C3D1-8688-7DFC-4C60-53DC1EF5E0E8}"/>
              </a:ext>
            </a:extLst>
          </p:cNvPr>
          <p:cNvSpPr>
            <a:spLocks noGrp="1"/>
          </p:cNvSpPr>
          <p:nvPr>
            <p:ph type="body" sz="quarter" idx="60" hasCustomPrompt="1"/>
          </p:nvPr>
        </p:nvSpPr>
        <p:spPr>
          <a:xfrm>
            <a:off x="5705357" y="1561189"/>
            <a:ext cx="2736000" cy="277200"/>
          </a:xfrm>
        </p:spPr>
        <p:txBody>
          <a:bodyPr lIns="72000" anchor="b">
            <a:noAutofit/>
          </a:bodyPr>
          <a:lstStyle>
            <a:lvl1pPr marL="0" indent="0" algn="l">
              <a:buNone/>
              <a:defRPr sz="1200" b="1">
                <a:solidFill>
                  <a:schemeClr val="tx2"/>
                </a:solidFill>
                <a:latin typeface="Arial" panose="020B0604020202020204" pitchFamily="34" charset="0"/>
                <a:ea typeface="Gibson Book" pitchFamily="50" charset="0"/>
                <a:cs typeface="Arial" panose="020B0604020202020204" pitchFamily="34" charset="0"/>
              </a:defRPr>
            </a:lvl1pPr>
          </a:lstStyle>
          <a:p>
            <a:pPr>
              <a:spcAft>
                <a:spcPts val="300"/>
              </a:spcAft>
            </a:pPr>
            <a:r>
              <a:rPr lang="de-DE" dirty="0"/>
              <a:t>Vorteile</a:t>
            </a:r>
          </a:p>
        </p:txBody>
      </p:sp>
      <p:sp>
        <p:nvSpPr>
          <p:cNvPr id="15" name="Textplatzhalter 2">
            <a:extLst>
              <a:ext uri="{FF2B5EF4-FFF2-40B4-BE49-F238E27FC236}">
                <a16:creationId xmlns:a16="http://schemas.microsoft.com/office/drawing/2014/main" id="{1A2A70A3-CBC0-81C9-B207-E5788616A3AD}"/>
              </a:ext>
            </a:extLst>
          </p:cNvPr>
          <p:cNvSpPr>
            <a:spLocks noGrp="1"/>
          </p:cNvSpPr>
          <p:nvPr>
            <p:ph idx="61" hasCustomPrompt="1"/>
          </p:nvPr>
        </p:nvSpPr>
        <p:spPr>
          <a:xfrm>
            <a:off x="5777357" y="1838389"/>
            <a:ext cx="2664000" cy="1872591"/>
          </a:xfrm>
          <a:prstGeom prst="rect">
            <a:avLst/>
          </a:prstGeom>
        </p:spPr>
        <p:txBody>
          <a:bodyPr vert="horz" lIns="72000" tIns="45720" rIns="91440" bIns="45720" rtlCol="0">
            <a:normAutofit/>
          </a:bodyPr>
          <a:lstStyle>
            <a:lvl1pPr marL="108000" indent="-108000">
              <a:lnSpc>
                <a:spcPct val="110000"/>
              </a:lnSpc>
              <a:buFont typeface="Arial" panose="020B0604020202020204" pitchFamily="34" charset="0"/>
              <a:buChar char="•"/>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Vorteile</a:t>
            </a:r>
          </a:p>
        </p:txBody>
      </p:sp>
      <p:sp>
        <p:nvSpPr>
          <p:cNvPr id="16" name="Textplatzhalter 17">
            <a:extLst>
              <a:ext uri="{FF2B5EF4-FFF2-40B4-BE49-F238E27FC236}">
                <a16:creationId xmlns:a16="http://schemas.microsoft.com/office/drawing/2014/main" id="{106DC8A6-CA0F-0746-C5FD-BABE39030E85}"/>
              </a:ext>
            </a:extLst>
          </p:cNvPr>
          <p:cNvSpPr>
            <a:spLocks noGrp="1"/>
          </p:cNvSpPr>
          <p:nvPr>
            <p:ph type="body" sz="quarter" idx="62" hasCustomPrompt="1"/>
          </p:nvPr>
        </p:nvSpPr>
        <p:spPr>
          <a:xfrm>
            <a:off x="5705357" y="3803004"/>
            <a:ext cx="2736000" cy="489595"/>
          </a:xfrm>
        </p:spPr>
        <p:txBody>
          <a:bodyPr lIns="72000" anchor="t">
            <a:noAutofit/>
          </a:bodyPr>
          <a:lstStyle>
            <a:lvl1pPr marL="0" indent="0" algn="l">
              <a:buNone/>
              <a:defRPr sz="1200" b="1">
                <a:solidFill>
                  <a:schemeClr val="tx2"/>
                </a:solidFill>
                <a:latin typeface="Arial" panose="020B0604020202020204" pitchFamily="34" charset="0"/>
                <a:ea typeface="Gibson Book" pitchFamily="50" charset="0"/>
                <a:cs typeface="Arial" panose="020B0604020202020204" pitchFamily="34" charset="0"/>
              </a:defRPr>
            </a:lvl1pPr>
          </a:lstStyle>
          <a:p>
            <a:pPr>
              <a:spcAft>
                <a:spcPts val="300"/>
              </a:spcAft>
            </a:pPr>
            <a:r>
              <a:rPr lang="de-DE" dirty="0"/>
              <a:t>Nachteile und Verbesserungsvorschläge</a:t>
            </a:r>
          </a:p>
        </p:txBody>
      </p:sp>
      <p:sp>
        <p:nvSpPr>
          <p:cNvPr id="17" name="Textplatzhalter 2">
            <a:extLst>
              <a:ext uri="{FF2B5EF4-FFF2-40B4-BE49-F238E27FC236}">
                <a16:creationId xmlns:a16="http://schemas.microsoft.com/office/drawing/2014/main" id="{B312AC5D-E642-E58F-A0C0-E4B5361B9712}"/>
              </a:ext>
            </a:extLst>
          </p:cNvPr>
          <p:cNvSpPr>
            <a:spLocks noGrp="1"/>
          </p:cNvSpPr>
          <p:nvPr>
            <p:ph idx="63" hasCustomPrompt="1"/>
          </p:nvPr>
        </p:nvSpPr>
        <p:spPr>
          <a:xfrm>
            <a:off x="5777357" y="4292599"/>
            <a:ext cx="2664000" cy="1660199"/>
          </a:xfrm>
          <a:prstGeom prst="rect">
            <a:avLst/>
          </a:prstGeom>
        </p:spPr>
        <p:txBody>
          <a:bodyPr vert="horz" lIns="72000" tIns="45720" rIns="91440" bIns="45720" rtlCol="0">
            <a:normAutofit/>
          </a:bodyPr>
          <a:lstStyle>
            <a:lvl1pPr marL="0" indent="0">
              <a:lnSpc>
                <a:spcPct val="110000"/>
              </a:lnSpc>
              <a:buFont typeface="Arial" panose="020B0604020202020204" pitchFamily="34" charset="0"/>
              <a:buChar char="•"/>
              <a:defRPr sz="1200">
                <a:latin typeface="Arial" panose="020B0604020202020204" pitchFamily="34" charset="0"/>
                <a:cs typeface="Arial" panose="020B0604020202020204" pitchFamily="34" charset="0"/>
              </a:defRPr>
            </a:lvl1pPr>
          </a:lstStyle>
          <a:p>
            <a:pPr marL="171450" marR="0" lvl="0" indent="-171450" algn="l" defTabSz="914400" rtl="0" eaLnBrk="1" fontAlgn="auto" latinLnBrk="0" hangingPunct="1">
              <a:lnSpc>
                <a:spcPct val="90000"/>
              </a:lnSpc>
              <a:spcBef>
                <a:spcPts val="300"/>
              </a:spcBef>
              <a:spcAft>
                <a:spcPts val="0"/>
              </a:spcAft>
              <a:buClrTx/>
              <a:buSzTx/>
              <a:tabLst/>
              <a:defRPr/>
            </a:pPr>
            <a:r>
              <a:rPr lang="de-CH" dirty="0"/>
              <a:t>Nachteile</a:t>
            </a:r>
          </a:p>
        </p:txBody>
      </p:sp>
      <p:sp>
        <p:nvSpPr>
          <p:cNvPr id="18" name="Textplatzhalter 2">
            <a:extLst>
              <a:ext uri="{FF2B5EF4-FFF2-40B4-BE49-F238E27FC236}">
                <a16:creationId xmlns:a16="http://schemas.microsoft.com/office/drawing/2014/main" id="{2B10BA16-E6C0-FE44-2B10-988FEE9C3AC5}"/>
              </a:ext>
            </a:extLst>
          </p:cNvPr>
          <p:cNvSpPr>
            <a:spLocks noGrp="1"/>
          </p:cNvSpPr>
          <p:nvPr>
            <p:ph idx="64" hasCustomPrompt="1"/>
          </p:nvPr>
        </p:nvSpPr>
        <p:spPr>
          <a:xfrm>
            <a:off x="3575713" y="1838390"/>
            <a:ext cx="2029296" cy="4118440"/>
          </a:xfrm>
          <a:prstGeom prst="rect">
            <a:avLst/>
          </a:prstGeom>
        </p:spPr>
        <p:txBody>
          <a:bodyPr vert="horz" lIns="91440" tIns="45720" rIns="91440" bIns="45720" rtlCol="0">
            <a:normAutofit/>
          </a:bodyPr>
          <a:lstStyle>
            <a:lvl1pPr marL="0" indent="0">
              <a:buNone/>
              <a:defRPr sz="12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r>
              <a:rPr lang="de-CH" dirty="0"/>
              <a:t>Beschreibung</a:t>
            </a:r>
          </a:p>
        </p:txBody>
      </p:sp>
      <p:sp>
        <p:nvSpPr>
          <p:cNvPr id="19" name="Textplatzhalter 17">
            <a:extLst>
              <a:ext uri="{FF2B5EF4-FFF2-40B4-BE49-F238E27FC236}">
                <a16:creationId xmlns:a16="http://schemas.microsoft.com/office/drawing/2014/main" id="{2E9127C8-190B-C234-D60B-8B267DE78CA9}"/>
              </a:ext>
            </a:extLst>
          </p:cNvPr>
          <p:cNvSpPr>
            <a:spLocks noGrp="1"/>
          </p:cNvSpPr>
          <p:nvPr>
            <p:ph type="body" sz="quarter" idx="65" hasCustomPrompt="1"/>
          </p:nvPr>
        </p:nvSpPr>
        <p:spPr>
          <a:xfrm>
            <a:off x="3575713" y="1561189"/>
            <a:ext cx="2035831" cy="277200"/>
          </a:xfrm>
        </p:spPr>
        <p:txBody>
          <a:bodyPr lIns="72000" anchor="b">
            <a:noAutofit/>
          </a:bodyPr>
          <a:lstStyle>
            <a:lvl1pPr marL="0" indent="0" algn="l">
              <a:buNone/>
              <a:defRPr sz="1200" b="1">
                <a:solidFill>
                  <a:schemeClr val="tx2"/>
                </a:solidFill>
                <a:latin typeface="Arial" panose="020B0604020202020204" pitchFamily="34" charset="0"/>
                <a:ea typeface="Gibson Book" pitchFamily="50" charset="0"/>
                <a:cs typeface="Arial" panose="020B0604020202020204" pitchFamily="34" charset="0"/>
              </a:defRPr>
            </a:lvl1p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lang="de-DE" dirty="0"/>
              <a:t>Beschreibung</a:t>
            </a:r>
          </a:p>
        </p:txBody>
      </p:sp>
      <p:sp>
        <p:nvSpPr>
          <p:cNvPr id="20" name="Rechteck 19">
            <a:extLst>
              <a:ext uri="{FF2B5EF4-FFF2-40B4-BE49-F238E27FC236}">
                <a16:creationId xmlns:a16="http://schemas.microsoft.com/office/drawing/2014/main" id="{B5F8AB5D-E04B-ADFC-AE9B-90980AFCFF19}"/>
              </a:ext>
            </a:extLst>
          </p:cNvPr>
          <p:cNvSpPr/>
          <p:nvPr userDrawn="1"/>
        </p:nvSpPr>
        <p:spPr>
          <a:xfrm>
            <a:off x="3575713" y="1561187"/>
            <a:ext cx="2035830" cy="438876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21" name="Rechteck 20">
            <a:extLst>
              <a:ext uri="{FF2B5EF4-FFF2-40B4-BE49-F238E27FC236}">
                <a16:creationId xmlns:a16="http://schemas.microsoft.com/office/drawing/2014/main" id="{A3E08A6D-59E6-C3D7-BEF7-C617B929AE1C}"/>
              </a:ext>
            </a:extLst>
          </p:cNvPr>
          <p:cNvSpPr/>
          <p:nvPr userDrawn="1"/>
        </p:nvSpPr>
        <p:spPr>
          <a:xfrm>
            <a:off x="5705357" y="3803006"/>
            <a:ext cx="2739071" cy="214979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22" name="Rechteck 21">
            <a:extLst>
              <a:ext uri="{FF2B5EF4-FFF2-40B4-BE49-F238E27FC236}">
                <a16:creationId xmlns:a16="http://schemas.microsoft.com/office/drawing/2014/main" id="{4D0914BD-5EC7-983C-D81A-DCBD20B0ED4D}"/>
              </a:ext>
            </a:extLst>
          </p:cNvPr>
          <p:cNvSpPr/>
          <p:nvPr userDrawn="1"/>
        </p:nvSpPr>
        <p:spPr>
          <a:xfrm>
            <a:off x="8538241" y="3803006"/>
            <a:ext cx="2742535" cy="214979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23" name="Rechteck 22">
            <a:extLst>
              <a:ext uri="{FF2B5EF4-FFF2-40B4-BE49-F238E27FC236}">
                <a16:creationId xmlns:a16="http://schemas.microsoft.com/office/drawing/2014/main" id="{23F2BEC2-4DD8-F6C5-FF79-2B8692B8F6EA}"/>
              </a:ext>
            </a:extLst>
          </p:cNvPr>
          <p:cNvSpPr/>
          <p:nvPr userDrawn="1"/>
        </p:nvSpPr>
        <p:spPr>
          <a:xfrm>
            <a:off x="470848" y="1561188"/>
            <a:ext cx="3007982" cy="439564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24" name="Rechteck 23">
            <a:extLst>
              <a:ext uri="{FF2B5EF4-FFF2-40B4-BE49-F238E27FC236}">
                <a16:creationId xmlns:a16="http://schemas.microsoft.com/office/drawing/2014/main" id="{AEBBDCB6-73E8-7437-ADA6-78E458572F9C}"/>
              </a:ext>
            </a:extLst>
          </p:cNvPr>
          <p:cNvSpPr/>
          <p:nvPr userDrawn="1"/>
        </p:nvSpPr>
        <p:spPr>
          <a:xfrm>
            <a:off x="5705357" y="1561188"/>
            <a:ext cx="2739071" cy="214979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25" name="Rechteck 24">
            <a:extLst>
              <a:ext uri="{FF2B5EF4-FFF2-40B4-BE49-F238E27FC236}">
                <a16:creationId xmlns:a16="http://schemas.microsoft.com/office/drawing/2014/main" id="{95E9AB3A-B848-3F09-1B66-DA0F60A65EA0}"/>
              </a:ext>
            </a:extLst>
          </p:cNvPr>
          <p:cNvSpPr/>
          <p:nvPr userDrawn="1"/>
        </p:nvSpPr>
        <p:spPr>
          <a:xfrm>
            <a:off x="8538241" y="1561188"/>
            <a:ext cx="2742535" cy="214979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1200">
              <a:latin typeface="Arial" panose="020B0604020202020204" pitchFamily="34" charset="0"/>
              <a:cs typeface="Arial" panose="020B0604020202020204" pitchFamily="34" charset="0"/>
            </a:endParaRPr>
          </a:p>
        </p:txBody>
      </p:sp>
      <p:sp>
        <p:nvSpPr>
          <p:cNvPr id="8" name="Textplatzhalter 9">
            <a:extLst>
              <a:ext uri="{FF2B5EF4-FFF2-40B4-BE49-F238E27FC236}">
                <a16:creationId xmlns:a16="http://schemas.microsoft.com/office/drawing/2014/main" id="{A4DC5E5F-2F47-2691-E1BC-19C250E975BA}"/>
              </a:ext>
            </a:extLst>
          </p:cNvPr>
          <p:cNvSpPr>
            <a:spLocks noGrp="1"/>
          </p:cNvSpPr>
          <p:nvPr>
            <p:ph type="body" sz="quarter" idx="55" hasCustomPrompt="1"/>
          </p:nvPr>
        </p:nvSpPr>
        <p:spPr>
          <a:xfrm>
            <a:off x="372976" y="549275"/>
            <a:ext cx="10901657"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9" name="Titelplatzhalter 1">
            <a:extLst>
              <a:ext uri="{FF2B5EF4-FFF2-40B4-BE49-F238E27FC236}">
                <a16:creationId xmlns:a16="http://schemas.microsoft.com/office/drawing/2014/main" id="{9CD4FA6D-D2BB-5EA8-D612-93B1BB577B98}"/>
              </a:ext>
            </a:extLst>
          </p:cNvPr>
          <p:cNvSpPr>
            <a:spLocks noGrp="1"/>
          </p:cNvSpPr>
          <p:nvPr>
            <p:ph type="title" hasCustomPrompt="1"/>
          </p:nvPr>
        </p:nvSpPr>
        <p:spPr>
          <a:xfrm>
            <a:off x="372979" y="901171"/>
            <a:ext cx="10901656" cy="440267"/>
          </a:xfrm>
          <a:prstGeom prst="rect">
            <a:avLst/>
          </a:prstGeom>
        </p:spPr>
        <p:txBody>
          <a:bodyPr vert="horz" lIns="91440" tIns="45720" rIns="91440" bIns="45720" rtlCol="0" anchor="t">
            <a:noAutofit/>
          </a:bodyPr>
          <a:lstStyle>
            <a:lvl1pPr>
              <a:defRPr sz="2600"/>
            </a:lvl1pPr>
          </a:lstStyle>
          <a:p>
            <a:r>
              <a:rPr lang="de-DE" dirty="0"/>
              <a:t>Grobkonzept</a:t>
            </a:r>
            <a:endParaRPr lang="de-CH" dirty="0"/>
          </a:p>
        </p:txBody>
      </p:sp>
    </p:spTree>
    <p:extLst>
      <p:ext uri="{BB962C8B-B14F-4D97-AF65-F5344CB8AC3E}">
        <p14:creationId xmlns:p14="http://schemas.microsoft.com/office/powerpoint/2010/main" val="606681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ontaktperson">
    <p:spTree>
      <p:nvGrpSpPr>
        <p:cNvPr id="1" name=""/>
        <p:cNvGrpSpPr/>
        <p:nvPr/>
      </p:nvGrpSpPr>
      <p:grpSpPr>
        <a:xfrm>
          <a:off x="0" y="0"/>
          <a:ext cx="0" cy="0"/>
          <a:chOff x="0" y="0"/>
          <a:chExt cx="0" cy="0"/>
        </a:xfrm>
      </p:grpSpPr>
      <p:sp>
        <p:nvSpPr>
          <p:cNvPr id="11" name="Textplatzhalter 2">
            <a:extLst>
              <a:ext uri="{FF2B5EF4-FFF2-40B4-BE49-F238E27FC236}">
                <a16:creationId xmlns:a16="http://schemas.microsoft.com/office/drawing/2014/main" id="{BFE60898-9264-684E-A19C-345017955A19}"/>
              </a:ext>
            </a:extLst>
          </p:cNvPr>
          <p:cNvSpPr>
            <a:spLocks noGrp="1"/>
          </p:cNvSpPr>
          <p:nvPr>
            <p:ph idx="16" hasCustomPrompt="1"/>
          </p:nvPr>
        </p:nvSpPr>
        <p:spPr>
          <a:xfrm>
            <a:off x="3867553" y="2997133"/>
            <a:ext cx="7413223" cy="433388"/>
          </a:xfrm>
          <a:prstGeom prst="rect">
            <a:avLst/>
          </a:prstGeom>
        </p:spPr>
        <p:txBody>
          <a:bodyPr vert="horz" lIns="91440" tIns="45720" rIns="91440" bIns="45720" rtlCol="0" anchor="b">
            <a:noAutofit/>
          </a:bodyPr>
          <a:lstStyle>
            <a:lvl1pPr marL="0" indent="0" algn="l">
              <a:buNone/>
              <a:defRPr sz="2000" b="1" i="0">
                <a:solidFill>
                  <a:schemeClr val="tx2"/>
                </a:solidFill>
                <a:latin typeface="Arial" panose="020B0604020202020204" pitchFamily="34" charset="0"/>
                <a:ea typeface="Gibson Medium" pitchFamily="50" charset="0"/>
                <a:cs typeface="Arial" panose="020B0604020202020204" pitchFamily="34" charset="0"/>
              </a:defRPr>
            </a:lvl1pPr>
          </a:lstStyle>
          <a:p>
            <a:pPr lvl="0"/>
            <a:r>
              <a:rPr lang="de-DE" dirty="0"/>
              <a:t>Vorname Name</a:t>
            </a:r>
            <a:endParaRPr lang="de-CH" dirty="0"/>
          </a:p>
        </p:txBody>
      </p:sp>
      <p:sp>
        <p:nvSpPr>
          <p:cNvPr id="12" name="Textplatzhalter 2">
            <a:extLst>
              <a:ext uri="{FF2B5EF4-FFF2-40B4-BE49-F238E27FC236}">
                <a16:creationId xmlns:a16="http://schemas.microsoft.com/office/drawing/2014/main" id="{048D4367-F212-769F-2FA1-46958EDB5170}"/>
              </a:ext>
            </a:extLst>
          </p:cNvPr>
          <p:cNvSpPr>
            <a:spLocks noGrp="1"/>
          </p:cNvSpPr>
          <p:nvPr>
            <p:ph idx="17" hasCustomPrompt="1"/>
          </p:nvPr>
        </p:nvSpPr>
        <p:spPr>
          <a:xfrm>
            <a:off x="3867552" y="3387296"/>
            <a:ext cx="7413221" cy="369629"/>
          </a:xfrm>
          <a:prstGeom prst="rect">
            <a:avLst/>
          </a:prstGeom>
        </p:spPr>
        <p:txBody>
          <a:bodyPr vert="horz" lIns="91440" tIns="45720" rIns="91440" bIns="45720" rtlCol="0">
            <a:noAutofit/>
          </a:bodyPr>
          <a:lstStyle>
            <a:lvl1pPr marL="0" indent="0" algn="l">
              <a:buNone/>
              <a:defRPr sz="2000" b="0">
                <a:solidFill>
                  <a:schemeClr val="tx2"/>
                </a:solidFill>
                <a:latin typeface="Arial" panose="020B0604020202020204" pitchFamily="34" charset="0"/>
                <a:ea typeface="Gibson Book" pitchFamily="50" charset="0"/>
                <a:cs typeface="Arial" panose="020B0604020202020204" pitchFamily="34" charset="0"/>
              </a:defRPr>
            </a:lvl1pPr>
          </a:lstStyle>
          <a:p>
            <a:pPr lvl="0"/>
            <a:r>
              <a:rPr lang="de-DE" dirty="0"/>
              <a:t>Funktion</a:t>
            </a:r>
            <a:endParaRPr lang="de-CH" dirty="0"/>
          </a:p>
        </p:txBody>
      </p:sp>
      <p:sp>
        <p:nvSpPr>
          <p:cNvPr id="13" name="Textplatzhalter 2">
            <a:extLst>
              <a:ext uri="{FF2B5EF4-FFF2-40B4-BE49-F238E27FC236}">
                <a16:creationId xmlns:a16="http://schemas.microsoft.com/office/drawing/2014/main" id="{47A6A6EE-6F8B-E965-E5C8-0C028793BB0F}"/>
              </a:ext>
            </a:extLst>
          </p:cNvPr>
          <p:cNvSpPr>
            <a:spLocks noGrp="1"/>
          </p:cNvSpPr>
          <p:nvPr>
            <p:ph idx="1" hasCustomPrompt="1"/>
          </p:nvPr>
        </p:nvSpPr>
        <p:spPr>
          <a:xfrm>
            <a:off x="3867552" y="3996604"/>
            <a:ext cx="7413224" cy="964602"/>
          </a:xfrm>
          <a:prstGeom prst="rect">
            <a:avLst/>
          </a:prstGeom>
        </p:spPr>
        <p:txBody>
          <a:bodyPr vert="horz" lIns="91440" tIns="45720" rIns="91440" bIns="45720" rtlCol="0">
            <a:normAutofit/>
          </a:bodyPr>
          <a:lstStyle>
            <a:lvl1pPr marL="0" indent="0">
              <a:buNone/>
              <a:defRPr sz="1200">
                <a:latin typeface="Arial" panose="020B0604020202020204" pitchFamily="34" charset="0"/>
                <a:cs typeface="Arial" panose="020B0604020202020204" pitchFamily="34" charset="0"/>
              </a:defRPr>
            </a:lvl1pPr>
            <a:lvl2pPr>
              <a:defRPr sz="1800"/>
            </a:lvl2pPr>
            <a:lvl3pPr>
              <a:defRPr sz="1600"/>
            </a:lvl3pPr>
            <a:lvl4pPr>
              <a:defRPr sz="1400"/>
            </a:lvl4pPr>
            <a:lvl5pPr>
              <a:defRPr sz="1400"/>
            </a:lvl5pPr>
          </a:lstStyle>
          <a:p>
            <a:pPr lvl="0"/>
            <a:r>
              <a:rPr lang="de-DE" dirty="0"/>
              <a:t>Text</a:t>
            </a:r>
            <a:endParaRPr lang="de-CH" dirty="0"/>
          </a:p>
        </p:txBody>
      </p:sp>
      <p:sp>
        <p:nvSpPr>
          <p:cNvPr id="15" name="AutoShape 3">
            <a:extLst>
              <a:ext uri="{FF2B5EF4-FFF2-40B4-BE49-F238E27FC236}">
                <a16:creationId xmlns:a16="http://schemas.microsoft.com/office/drawing/2014/main" id="{34E766B3-BB39-83A0-FFB2-39AB8677C892}"/>
              </a:ext>
            </a:extLst>
          </p:cNvPr>
          <p:cNvSpPr>
            <a:spLocks noChangeAspect="1" noChangeArrowheads="1" noTextEdit="1"/>
          </p:cNvSpPr>
          <p:nvPr userDrawn="1"/>
        </p:nvSpPr>
        <p:spPr bwMode="auto">
          <a:xfrm>
            <a:off x="590886" y="2083611"/>
            <a:ext cx="2808288" cy="331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CH"/>
          </a:p>
        </p:txBody>
      </p:sp>
      <p:sp>
        <p:nvSpPr>
          <p:cNvPr id="18" name="Line 7">
            <a:extLst>
              <a:ext uri="{FF2B5EF4-FFF2-40B4-BE49-F238E27FC236}">
                <a16:creationId xmlns:a16="http://schemas.microsoft.com/office/drawing/2014/main" id="{2FEFBA3B-FD91-0864-8B97-E930BEAC2B38}"/>
              </a:ext>
            </a:extLst>
          </p:cNvPr>
          <p:cNvSpPr>
            <a:spLocks noChangeShapeType="1"/>
          </p:cNvSpPr>
          <p:nvPr userDrawn="1"/>
        </p:nvSpPr>
        <p:spPr bwMode="auto">
          <a:xfrm>
            <a:off x="1995824" y="5309411"/>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Line 8">
            <a:extLst>
              <a:ext uri="{FF2B5EF4-FFF2-40B4-BE49-F238E27FC236}">
                <a16:creationId xmlns:a16="http://schemas.microsoft.com/office/drawing/2014/main" id="{10A11FC3-239C-0875-AC58-648521959F8C}"/>
              </a:ext>
            </a:extLst>
          </p:cNvPr>
          <p:cNvSpPr>
            <a:spLocks noChangeShapeType="1"/>
          </p:cNvSpPr>
          <p:nvPr userDrawn="1"/>
        </p:nvSpPr>
        <p:spPr bwMode="auto">
          <a:xfrm>
            <a:off x="603586" y="4507723"/>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9">
            <a:extLst>
              <a:ext uri="{FF2B5EF4-FFF2-40B4-BE49-F238E27FC236}">
                <a16:creationId xmlns:a16="http://schemas.microsoft.com/office/drawing/2014/main" id="{FC098265-4215-9230-DBD4-0D22317809F5}"/>
              </a:ext>
            </a:extLst>
          </p:cNvPr>
          <p:cNvSpPr>
            <a:spLocks/>
          </p:cNvSpPr>
          <p:nvPr userDrawn="1"/>
        </p:nvSpPr>
        <p:spPr bwMode="auto">
          <a:xfrm>
            <a:off x="603586" y="2099486"/>
            <a:ext cx="2786063" cy="3209925"/>
          </a:xfrm>
          <a:custGeom>
            <a:avLst/>
            <a:gdLst>
              <a:gd name="T0" fmla="*/ 877 w 1755"/>
              <a:gd name="T1" fmla="*/ 2022 h 2022"/>
              <a:gd name="T2" fmla="*/ 1755 w 1755"/>
              <a:gd name="T3" fmla="*/ 1517 h 2022"/>
              <a:gd name="T4" fmla="*/ 1755 w 1755"/>
              <a:gd name="T5" fmla="*/ 505 h 2022"/>
              <a:gd name="T6" fmla="*/ 877 w 1755"/>
              <a:gd name="T7" fmla="*/ 0 h 2022"/>
              <a:gd name="T8" fmla="*/ 0 w 1755"/>
              <a:gd name="T9" fmla="*/ 505 h 2022"/>
              <a:gd name="T10" fmla="*/ 0 w 1755"/>
              <a:gd name="T11" fmla="*/ 1517 h 2022"/>
            </a:gdLst>
            <a:ahLst/>
            <a:cxnLst>
              <a:cxn ang="0">
                <a:pos x="T0" y="T1"/>
              </a:cxn>
              <a:cxn ang="0">
                <a:pos x="T2" y="T3"/>
              </a:cxn>
              <a:cxn ang="0">
                <a:pos x="T4" y="T5"/>
              </a:cxn>
              <a:cxn ang="0">
                <a:pos x="T6" y="T7"/>
              </a:cxn>
              <a:cxn ang="0">
                <a:pos x="T8" y="T9"/>
              </a:cxn>
              <a:cxn ang="0">
                <a:pos x="T10" y="T11"/>
              </a:cxn>
            </a:cxnLst>
            <a:rect l="0" t="0" r="r" b="b"/>
            <a:pathLst>
              <a:path w="1755" h="2022">
                <a:moveTo>
                  <a:pt x="877" y="2022"/>
                </a:moveTo>
                <a:lnTo>
                  <a:pt x="1755" y="1517"/>
                </a:lnTo>
                <a:lnTo>
                  <a:pt x="1755" y="505"/>
                </a:lnTo>
                <a:lnTo>
                  <a:pt x="877" y="0"/>
                </a:lnTo>
                <a:lnTo>
                  <a:pt x="0" y="505"/>
                </a:lnTo>
                <a:lnTo>
                  <a:pt x="0" y="1517"/>
                </a:lnTo>
              </a:path>
            </a:pathLst>
          </a:custGeom>
          <a:noFill/>
          <a:ln w="25400"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Oval 10">
            <a:extLst>
              <a:ext uri="{FF2B5EF4-FFF2-40B4-BE49-F238E27FC236}">
                <a16:creationId xmlns:a16="http://schemas.microsoft.com/office/drawing/2014/main" id="{7855E763-A5DD-76EA-FF7C-CE0238BEF7D0}"/>
              </a:ext>
            </a:extLst>
          </p:cNvPr>
          <p:cNvSpPr>
            <a:spLocks noChangeArrowheads="1"/>
          </p:cNvSpPr>
          <p:nvPr userDrawn="1"/>
        </p:nvSpPr>
        <p:spPr bwMode="auto">
          <a:xfrm>
            <a:off x="1941987" y="5250672"/>
            <a:ext cx="108000" cy="108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4" name="Bildplatzhalter 11">
            <a:extLst>
              <a:ext uri="{FF2B5EF4-FFF2-40B4-BE49-F238E27FC236}">
                <a16:creationId xmlns:a16="http://schemas.microsoft.com/office/drawing/2014/main" id="{DAFDBE68-0369-2209-36D1-B644D92EB20E}"/>
              </a:ext>
            </a:extLst>
          </p:cNvPr>
          <p:cNvSpPr>
            <a:spLocks noGrp="1"/>
          </p:cNvSpPr>
          <p:nvPr>
            <p:ph type="pic" sz="quarter" idx="13" hasCustomPrompt="1"/>
          </p:nvPr>
        </p:nvSpPr>
        <p:spPr>
          <a:xfrm>
            <a:off x="746787" y="2264586"/>
            <a:ext cx="2498400" cy="2880000"/>
          </a:xfrm>
          <a:custGeom>
            <a:avLst/>
            <a:gdLst>
              <a:gd name="connsiteX0" fmla="*/ 1783627 w 3567253"/>
              <a:gd name="connsiteY0" fmla="*/ 0 h 4131733"/>
              <a:gd name="connsiteX1" fmla="*/ 3567253 w 3567253"/>
              <a:gd name="connsiteY1" fmla="*/ 1036180 h 4131733"/>
              <a:gd name="connsiteX2" fmla="*/ 3567253 w 3567253"/>
              <a:gd name="connsiteY2" fmla="*/ 3095553 h 4131733"/>
              <a:gd name="connsiteX3" fmla="*/ 1783627 w 3567253"/>
              <a:gd name="connsiteY3" fmla="*/ 4131733 h 4131733"/>
              <a:gd name="connsiteX4" fmla="*/ 0 w 3567253"/>
              <a:gd name="connsiteY4" fmla="*/ 3095553 h 4131733"/>
              <a:gd name="connsiteX5" fmla="*/ 0 w 3567253"/>
              <a:gd name="connsiteY5" fmla="*/ 1036180 h 413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253" h="4131733">
                <a:moveTo>
                  <a:pt x="1783627" y="0"/>
                </a:moveTo>
                <a:lnTo>
                  <a:pt x="3567253" y="1036180"/>
                </a:lnTo>
                <a:lnTo>
                  <a:pt x="3567253" y="3095553"/>
                </a:lnTo>
                <a:lnTo>
                  <a:pt x="1783627" y="4131733"/>
                </a:lnTo>
                <a:lnTo>
                  <a:pt x="0" y="3095553"/>
                </a:lnTo>
                <a:lnTo>
                  <a:pt x="0" y="1036180"/>
                </a:lnTo>
                <a:close/>
              </a:path>
            </a:pathLst>
          </a:custGeom>
          <a:solidFill>
            <a:schemeClr val="bg1">
              <a:lumMod val="95000"/>
            </a:schemeClr>
          </a:solidFill>
        </p:spPr>
        <p:txBody>
          <a:bodyPr wrap="square" anchor="ctr">
            <a:noAutofit/>
          </a:bodyPr>
          <a:lstStyle>
            <a:lvl1pPr marL="0" indent="0" algn="ctr">
              <a:buNone/>
              <a:defRPr sz="1800">
                <a:solidFill>
                  <a:schemeClr val="tx2"/>
                </a:solidFill>
                <a:latin typeface="Arial" panose="020B0604020202020204" pitchFamily="34" charset="0"/>
                <a:ea typeface="Gibson Medium" pitchFamily="50" charset="0"/>
                <a:cs typeface="Arial" panose="020B0604020202020204" pitchFamily="34" charset="0"/>
              </a:defRPr>
            </a:lvl1pPr>
          </a:lstStyle>
          <a:p>
            <a:r>
              <a:rPr lang="de-CH" dirty="0"/>
              <a:t>Foto</a:t>
            </a:r>
          </a:p>
        </p:txBody>
      </p:sp>
      <p:sp>
        <p:nvSpPr>
          <p:cNvPr id="4" name="Text Placeholder 15">
            <a:extLst>
              <a:ext uri="{FF2B5EF4-FFF2-40B4-BE49-F238E27FC236}">
                <a16:creationId xmlns:a16="http://schemas.microsoft.com/office/drawing/2014/main" id="{8ABE6CAA-C047-1621-A81C-53D5DB96EDAB}"/>
              </a:ext>
            </a:extLst>
          </p:cNvPr>
          <p:cNvSpPr>
            <a:spLocks noGrp="1"/>
          </p:cNvSpPr>
          <p:nvPr>
            <p:ph type="body" idx="33" hasCustomPrompt="1"/>
          </p:nvPr>
        </p:nvSpPr>
        <p:spPr>
          <a:xfrm>
            <a:off x="3956043" y="2388718"/>
            <a:ext cx="320108" cy="369629"/>
          </a:xfrm>
          <a:blipFill>
            <a:blip r:embed="rId2">
              <a:extLst>
                <a:ext uri="{96DAC541-7B7A-43D3-8B79-37D633B846F1}">
                  <asvg:svgBlip xmlns:asvg="http://schemas.microsoft.com/office/drawing/2016/SVG/main" r:embed="rId3"/>
                </a:ext>
              </a:extLst>
            </a:blip>
            <a:stretch>
              <a:fillRect/>
            </a:stretch>
          </a:blipFill>
        </p:spPr>
        <p:txBody>
          <a:bodyPr anchor="ctr">
            <a:normAutofit/>
          </a:bodyPr>
          <a:lstStyle>
            <a:lvl1pPr marL="0" indent="0" algn="ctr">
              <a:buNone/>
              <a:defRPr sz="2400" b="1" i="0">
                <a:solidFill>
                  <a:schemeClr val="bg1"/>
                </a:solidFill>
                <a:latin typeface="Arial" panose="020B0604020202020204" pitchFamily="34" charset="0"/>
                <a:cs typeface="Arial" panose="020B0604020202020204" pitchFamily="34" charset="0"/>
              </a:defRPr>
            </a:lvl1pPr>
          </a:lstStyle>
          <a:p>
            <a:pPr lvl="0"/>
            <a:r>
              <a:rPr lang="de-DE" dirty="0"/>
              <a:t>  </a:t>
            </a:r>
            <a:endParaRPr lang="en-CH" dirty="0"/>
          </a:p>
        </p:txBody>
      </p:sp>
      <p:sp>
        <p:nvSpPr>
          <p:cNvPr id="3" name="Foliennummernplatzhalter 5">
            <a:extLst>
              <a:ext uri="{FF2B5EF4-FFF2-40B4-BE49-F238E27FC236}">
                <a16:creationId xmlns:a16="http://schemas.microsoft.com/office/drawing/2014/main" id="{8E2735F6-7538-39EF-C3BC-86EEAB2F7754}"/>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2" name="Fußzeilenplatzhalter 5">
            <a:extLst>
              <a:ext uri="{FF2B5EF4-FFF2-40B4-BE49-F238E27FC236}">
                <a16:creationId xmlns:a16="http://schemas.microsoft.com/office/drawing/2014/main" id="{C769401B-B68F-A914-A810-5C5752820EB6}"/>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6" name="Textplatzhalter 9">
            <a:extLst>
              <a:ext uri="{FF2B5EF4-FFF2-40B4-BE49-F238E27FC236}">
                <a16:creationId xmlns:a16="http://schemas.microsoft.com/office/drawing/2014/main" id="{B2DDCEEA-F7BA-29DB-C414-ABE665DCABE9}"/>
              </a:ext>
            </a:extLst>
          </p:cNvPr>
          <p:cNvSpPr>
            <a:spLocks noGrp="1"/>
          </p:cNvSpPr>
          <p:nvPr>
            <p:ph type="body" sz="quarter" idx="55" hasCustomPrompt="1"/>
          </p:nvPr>
        </p:nvSpPr>
        <p:spPr>
          <a:xfrm>
            <a:off x="372976" y="549275"/>
            <a:ext cx="10901657" cy="323850"/>
          </a:xfrm>
        </p:spPr>
        <p:txBody>
          <a:bodyPr lIns="72000"/>
          <a:lstStyle>
            <a:lvl1pPr marL="36000" indent="0">
              <a:buNone/>
              <a:defRPr lang="de-CH" sz="1600" dirty="0">
                <a:solidFill>
                  <a:schemeClr val="bg2"/>
                </a:solidFill>
                <a:latin typeface="Arial" panose="020B0604020202020204" pitchFamily="34" charset="0"/>
                <a:ea typeface="Gibson Medium" pitchFamily="50" charset="0"/>
                <a:cs typeface="Arial" panose="020B0604020202020204" pitchFamily="34" charset="0"/>
              </a:defRPr>
            </a:lvl1pPr>
          </a:lstStyle>
          <a:p>
            <a:pPr lvl="0"/>
            <a:r>
              <a:rPr lang="de-DE" dirty="0"/>
              <a:t>Kapiteltitel</a:t>
            </a:r>
            <a:endParaRPr lang="de-CH" dirty="0"/>
          </a:p>
        </p:txBody>
      </p:sp>
      <p:sp>
        <p:nvSpPr>
          <p:cNvPr id="7" name="Titelplatzhalter 1">
            <a:extLst>
              <a:ext uri="{FF2B5EF4-FFF2-40B4-BE49-F238E27FC236}">
                <a16:creationId xmlns:a16="http://schemas.microsoft.com/office/drawing/2014/main" id="{78F96C9C-29BA-088C-B6E0-08B74E272E5B}"/>
              </a:ext>
            </a:extLst>
          </p:cNvPr>
          <p:cNvSpPr>
            <a:spLocks noGrp="1"/>
          </p:cNvSpPr>
          <p:nvPr>
            <p:ph type="title" hasCustomPrompt="1"/>
          </p:nvPr>
        </p:nvSpPr>
        <p:spPr>
          <a:xfrm>
            <a:off x="372979" y="901171"/>
            <a:ext cx="10901656" cy="440267"/>
          </a:xfrm>
          <a:prstGeom prst="rect">
            <a:avLst/>
          </a:prstGeom>
        </p:spPr>
        <p:txBody>
          <a:bodyPr vert="horz" lIns="91440" tIns="45720" rIns="91440" bIns="45720" rtlCol="0" anchor="t">
            <a:noAutofit/>
          </a:bodyPr>
          <a:lstStyle>
            <a:lvl1pPr>
              <a:defRPr sz="2600"/>
            </a:lvl1pPr>
          </a:lstStyle>
          <a:p>
            <a:r>
              <a:rPr lang="de-DE" dirty="0"/>
              <a:t>Kontaktperson</a:t>
            </a:r>
            <a:endParaRPr lang="de-CH" dirty="0"/>
          </a:p>
        </p:txBody>
      </p:sp>
    </p:spTree>
    <p:extLst>
      <p:ext uri="{BB962C8B-B14F-4D97-AF65-F5344CB8AC3E}">
        <p14:creationId xmlns:p14="http://schemas.microsoft.com/office/powerpoint/2010/main" val="973680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chlussfolie Rotkreuz">
    <p:spTree>
      <p:nvGrpSpPr>
        <p:cNvPr id="1" name=""/>
        <p:cNvGrpSpPr/>
        <p:nvPr/>
      </p:nvGrpSpPr>
      <p:grpSpPr>
        <a:xfrm>
          <a:off x="0" y="0"/>
          <a:ext cx="0" cy="0"/>
          <a:chOff x="0" y="0"/>
          <a:chExt cx="0" cy="0"/>
        </a:xfrm>
      </p:grpSpPr>
      <p:sp>
        <p:nvSpPr>
          <p:cNvPr id="27" name="Rechteck 26">
            <a:extLst>
              <a:ext uri="{FF2B5EF4-FFF2-40B4-BE49-F238E27FC236}">
                <a16:creationId xmlns:a16="http://schemas.microsoft.com/office/drawing/2014/main" id="{594A858A-EEED-8BC4-1FCF-7C2D864CAC20}"/>
              </a:ext>
            </a:extLst>
          </p:cNvPr>
          <p:cNvSpPr/>
          <p:nvPr userDrawn="1"/>
        </p:nvSpPr>
        <p:spPr>
          <a:xfrm>
            <a:off x="270788" y="6084094"/>
            <a:ext cx="722101" cy="720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Rechteck 12">
            <a:extLst>
              <a:ext uri="{FF2B5EF4-FFF2-40B4-BE49-F238E27FC236}">
                <a16:creationId xmlns:a16="http://schemas.microsoft.com/office/drawing/2014/main" id="{960DBD23-D4A9-A2AF-C49F-32A797EA0720}"/>
              </a:ext>
            </a:extLst>
          </p:cNvPr>
          <p:cNvSpPr/>
          <p:nvPr userDrawn="1"/>
        </p:nvSpPr>
        <p:spPr>
          <a:xfrm>
            <a:off x="10554269" y="5897527"/>
            <a:ext cx="1637731" cy="9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4" name="Line 5">
            <a:extLst>
              <a:ext uri="{FF2B5EF4-FFF2-40B4-BE49-F238E27FC236}">
                <a16:creationId xmlns:a16="http://schemas.microsoft.com/office/drawing/2014/main" id="{1F406CAB-59FB-CC5D-E2D9-48E9C6759415}"/>
              </a:ext>
            </a:extLst>
          </p:cNvPr>
          <p:cNvSpPr>
            <a:spLocks noChangeShapeType="1"/>
          </p:cNvSpPr>
          <p:nvPr userDrawn="1"/>
        </p:nvSpPr>
        <p:spPr bwMode="auto">
          <a:xfrm>
            <a:off x="9170988" y="7688262"/>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 name="Freeform 6">
            <a:extLst>
              <a:ext uri="{FF2B5EF4-FFF2-40B4-BE49-F238E27FC236}">
                <a16:creationId xmlns:a16="http://schemas.microsoft.com/office/drawing/2014/main" id="{B37AC830-5557-B7DE-D203-6075457BD275}"/>
              </a:ext>
            </a:extLst>
          </p:cNvPr>
          <p:cNvSpPr>
            <a:spLocks/>
          </p:cNvSpPr>
          <p:nvPr userDrawn="1"/>
        </p:nvSpPr>
        <p:spPr bwMode="auto">
          <a:xfrm>
            <a:off x="10698163" y="-173038"/>
            <a:ext cx="2498725" cy="2887663"/>
          </a:xfrm>
          <a:custGeom>
            <a:avLst/>
            <a:gdLst>
              <a:gd name="T0" fmla="*/ 1574 w 1574"/>
              <a:gd name="T1" fmla="*/ 1365 h 1819"/>
              <a:gd name="T2" fmla="*/ 1574 w 1574"/>
              <a:gd name="T3" fmla="*/ 456 h 1819"/>
              <a:gd name="T4" fmla="*/ 788 w 1574"/>
              <a:gd name="T5" fmla="*/ 0 h 1819"/>
              <a:gd name="T6" fmla="*/ 0 w 1574"/>
              <a:gd name="T7" fmla="*/ 456 h 1819"/>
              <a:gd name="T8" fmla="*/ 0 w 1574"/>
              <a:gd name="T9" fmla="*/ 1365 h 1819"/>
              <a:gd name="T10" fmla="*/ 788 w 1574"/>
              <a:gd name="T11" fmla="*/ 1819 h 1819"/>
              <a:gd name="T12" fmla="*/ 1574 w 1574"/>
              <a:gd name="T13" fmla="*/ 1365 h 1819"/>
            </a:gdLst>
            <a:ahLst/>
            <a:cxnLst>
              <a:cxn ang="0">
                <a:pos x="T0" y="T1"/>
              </a:cxn>
              <a:cxn ang="0">
                <a:pos x="T2" y="T3"/>
              </a:cxn>
              <a:cxn ang="0">
                <a:pos x="T4" y="T5"/>
              </a:cxn>
              <a:cxn ang="0">
                <a:pos x="T6" y="T7"/>
              </a:cxn>
              <a:cxn ang="0">
                <a:pos x="T8" y="T9"/>
              </a:cxn>
              <a:cxn ang="0">
                <a:pos x="T10" y="T11"/>
              </a:cxn>
              <a:cxn ang="0">
                <a:pos x="T12" y="T13"/>
              </a:cxn>
            </a:cxnLst>
            <a:rect l="0" t="0" r="r" b="b"/>
            <a:pathLst>
              <a:path w="1574" h="1819">
                <a:moveTo>
                  <a:pt x="1574" y="1365"/>
                </a:moveTo>
                <a:lnTo>
                  <a:pt x="1574" y="456"/>
                </a:lnTo>
                <a:lnTo>
                  <a:pt x="788" y="0"/>
                </a:lnTo>
                <a:lnTo>
                  <a:pt x="0" y="456"/>
                </a:lnTo>
                <a:lnTo>
                  <a:pt x="0" y="1365"/>
                </a:lnTo>
                <a:lnTo>
                  <a:pt x="788" y="1819"/>
                </a:lnTo>
                <a:lnTo>
                  <a:pt x="1574" y="1365"/>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6" name="Freeform 7">
            <a:extLst>
              <a:ext uri="{FF2B5EF4-FFF2-40B4-BE49-F238E27FC236}">
                <a16:creationId xmlns:a16="http://schemas.microsoft.com/office/drawing/2014/main" id="{AF58C60F-C8DA-B881-B15D-8E7082FDE404}"/>
              </a:ext>
            </a:extLst>
          </p:cNvPr>
          <p:cNvSpPr>
            <a:spLocks/>
          </p:cNvSpPr>
          <p:nvPr userDrawn="1"/>
        </p:nvSpPr>
        <p:spPr bwMode="auto">
          <a:xfrm>
            <a:off x="6530975" y="2233612"/>
            <a:ext cx="2500313" cy="2887663"/>
          </a:xfrm>
          <a:custGeom>
            <a:avLst/>
            <a:gdLst>
              <a:gd name="T0" fmla="*/ 1575 w 1575"/>
              <a:gd name="T1" fmla="*/ 1364 h 1819"/>
              <a:gd name="T2" fmla="*/ 1575 w 1575"/>
              <a:gd name="T3" fmla="*/ 454 h 1819"/>
              <a:gd name="T4" fmla="*/ 787 w 1575"/>
              <a:gd name="T5" fmla="*/ 0 h 1819"/>
              <a:gd name="T6" fmla="*/ 0 w 1575"/>
              <a:gd name="T7" fmla="*/ 454 h 1819"/>
              <a:gd name="T8" fmla="*/ 0 w 1575"/>
              <a:gd name="T9" fmla="*/ 1364 h 1819"/>
              <a:gd name="T10" fmla="*/ 787 w 1575"/>
              <a:gd name="T11" fmla="*/ 1819 h 1819"/>
              <a:gd name="T12" fmla="*/ 1575 w 1575"/>
              <a:gd name="T13" fmla="*/ 1364 h 1819"/>
            </a:gdLst>
            <a:ahLst/>
            <a:cxnLst>
              <a:cxn ang="0">
                <a:pos x="T0" y="T1"/>
              </a:cxn>
              <a:cxn ang="0">
                <a:pos x="T2" y="T3"/>
              </a:cxn>
              <a:cxn ang="0">
                <a:pos x="T4" y="T5"/>
              </a:cxn>
              <a:cxn ang="0">
                <a:pos x="T6" y="T7"/>
              </a:cxn>
              <a:cxn ang="0">
                <a:pos x="T8" y="T9"/>
              </a:cxn>
              <a:cxn ang="0">
                <a:pos x="T10" y="T11"/>
              </a:cxn>
              <a:cxn ang="0">
                <a:pos x="T12" y="T13"/>
              </a:cxn>
            </a:cxnLst>
            <a:rect l="0" t="0" r="r" b="b"/>
            <a:pathLst>
              <a:path w="1575" h="1819">
                <a:moveTo>
                  <a:pt x="1575" y="1364"/>
                </a:moveTo>
                <a:lnTo>
                  <a:pt x="1575" y="454"/>
                </a:lnTo>
                <a:lnTo>
                  <a:pt x="787" y="0"/>
                </a:lnTo>
                <a:lnTo>
                  <a:pt x="0" y="454"/>
                </a:lnTo>
                <a:lnTo>
                  <a:pt x="0" y="1364"/>
                </a:lnTo>
                <a:lnTo>
                  <a:pt x="787" y="1819"/>
                </a:lnTo>
                <a:lnTo>
                  <a:pt x="1575" y="1364"/>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7" name="Freeform 8">
            <a:extLst>
              <a:ext uri="{FF2B5EF4-FFF2-40B4-BE49-F238E27FC236}">
                <a16:creationId xmlns:a16="http://schemas.microsoft.com/office/drawing/2014/main" id="{006BE7F1-CDBD-4B0A-7B3B-BECA19DADBFA}"/>
              </a:ext>
            </a:extLst>
          </p:cNvPr>
          <p:cNvSpPr>
            <a:spLocks/>
          </p:cNvSpPr>
          <p:nvPr userDrawn="1"/>
        </p:nvSpPr>
        <p:spPr bwMode="auto">
          <a:xfrm>
            <a:off x="13336588" y="-331788"/>
            <a:ext cx="2778125" cy="3208338"/>
          </a:xfrm>
          <a:custGeom>
            <a:avLst/>
            <a:gdLst>
              <a:gd name="T0" fmla="*/ 1750 w 1750"/>
              <a:gd name="T1" fmla="*/ 1516 h 2021"/>
              <a:gd name="T2" fmla="*/ 1750 w 1750"/>
              <a:gd name="T3" fmla="*/ 506 h 2021"/>
              <a:gd name="T4" fmla="*/ 875 w 1750"/>
              <a:gd name="T5" fmla="*/ 0 h 2021"/>
              <a:gd name="T6" fmla="*/ 0 w 1750"/>
              <a:gd name="T7" fmla="*/ 506 h 2021"/>
              <a:gd name="T8" fmla="*/ 0 w 1750"/>
              <a:gd name="T9" fmla="*/ 1516 h 2021"/>
              <a:gd name="T10" fmla="*/ 875 w 1750"/>
              <a:gd name="T11" fmla="*/ 2021 h 2021"/>
              <a:gd name="T12" fmla="*/ 1750 w 1750"/>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50" h="2021">
                <a:moveTo>
                  <a:pt x="1750" y="1516"/>
                </a:moveTo>
                <a:lnTo>
                  <a:pt x="1750" y="506"/>
                </a:lnTo>
                <a:lnTo>
                  <a:pt x="875" y="0"/>
                </a:lnTo>
                <a:lnTo>
                  <a:pt x="0" y="506"/>
                </a:lnTo>
                <a:lnTo>
                  <a:pt x="0" y="1516"/>
                </a:lnTo>
                <a:lnTo>
                  <a:pt x="875" y="2021"/>
                </a:lnTo>
                <a:lnTo>
                  <a:pt x="1750"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8" name="Line 9">
            <a:extLst>
              <a:ext uri="{FF2B5EF4-FFF2-40B4-BE49-F238E27FC236}">
                <a16:creationId xmlns:a16="http://schemas.microsoft.com/office/drawing/2014/main" id="{BED2A7BD-562A-1FC2-68FC-6090E1053480}"/>
              </a:ext>
            </a:extLst>
          </p:cNvPr>
          <p:cNvSpPr>
            <a:spLocks noChangeShapeType="1"/>
          </p:cNvSpPr>
          <p:nvPr userDrawn="1"/>
        </p:nvSpPr>
        <p:spPr bwMode="auto">
          <a:xfrm>
            <a:off x="11949113" y="-331788"/>
            <a:ext cx="0" cy="0"/>
          </a:xfrm>
          <a:prstGeom prst="line">
            <a:avLst/>
          </a:prstGeom>
          <a:noFill/>
          <a:ln w="25400" cap="rnd">
            <a:solidFill>
              <a:srgbClr val="004C5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0" name="Line 10">
            <a:extLst>
              <a:ext uri="{FF2B5EF4-FFF2-40B4-BE49-F238E27FC236}">
                <a16:creationId xmlns:a16="http://schemas.microsoft.com/office/drawing/2014/main" id="{79D99896-AC79-2F02-18CD-99BEC873E56B}"/>
              </a:ext>
            </a:extLst>
          </p:cNvPr>
          <p:cNvSpPr>
            <a:spLocks noChangeShapeType="1"/>
          </p:cNvSpPr>
          <p:nvPr userDrawn="1"/>
        </p:nvSpPr>
        <p:spPr bwMode="auto">
          <a:xfrm>
            <a:off x="13336588" y="471487"/>
            <a:ext cx="0" cy="0"/>
          </a:xfrm>
          <a:prstGeom prst="line">
            <a:avLst/>
          </a:prstGeom>
          <a:noFill/>
          <a:ln w="25400" cap="rnd">
            <a:solidFill>
              <a:srgbClr val="004C5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1" name="Freeform 11">
            <a:extLst>
              <a:ext uri="{FF2B5EF4-FFF2-40B4-BE49-F238E27FC236}">
                <a16:creationId xmlns:a16="http://schemas.microsoft.com/office/drawing/2014/main" id="{7520B182-3F18-03F0-E836-27C243E3AC88}"/>
              </a:ext>
            </a:extLst>
          </p:cNvPr>
          <p:cNvSpPr>
            <a:spLocks/>
          </p:cNvSpPr>
          <p:nvPr userDrawn="1"/>
        </p:nvSpPr>
        <p:spPr bwMode="auto">
          <a:xfrm>
            <a:off x="10560050" y="471487"/>
            <a:ext cx="2776538" cy="2405063"/>
          </a:xfrm>
          <a:custGeom>
            <a:avLst/>
            <a:gdLst>
              <a:gd name="T0" fmla="*/ 0 w 1749"/>
              <a:gd name="T1" fmla="*/ 0 h 1515"/>
              <a:gd name="T2" fmla="*/ 0 w 1749"/>
              <a:gd name="T3" fmla="*/ 1010 h 1515"/>
              <a:gd name="T4" fmla="*/ 875 w 1749"/>
              <a:gd name="T5" fmla="*/ 1515 h 1515"/>
              <a:gd name="T6" fmla="*/ 1749 w 1749"/>
              <a:gd name="T7" fmla="*/ 1010 h 1515"/>
              <a:gd name="T8" fmla="*/ 1749 w 1749"/>
              <a:gd name="T9" fmla="*/ 0 h 1515"/>
            </a:gdLst>
            <a:ahLst/>
            <a:cxnLst>
              <a:cxn ang="0">
                <a:pos x="T0" y="T1"/>
              </a:cxn>
              <a:cxn ang="0">
                <a:pos x="T2" y="T3"/>
              </a:cxn>
              <a:cxn ang="0">
                <a:pos x="T4" y="T5"/>
              </a:cxn>
              <a:cxn ang="0">
                <a:pos x="T6" y="T7"/>
              </a:cxn>
              <a:cxn ang="0">
                <a:pos x="T8" y="T9"/>
              </a:cxn>
            </a:cxnLst>
            <a:rect l="0" t="0" r="r" b="b"/>
            <a:pathLst>
              <a:path w="1749" h="1515">
                <a:moveTo>
                  <a:pt x="0" y="0"/>
                </a:moveTo>
                <a:lnTo>
                  <a:pt x="0" y="1010"/>
                </a:lnTo>
                <a:lnTo>
                  <a:pt x="875" y="1515"/>
                </a:lnTo>
                <a:lnTo>
                  <a:pt x="1749" y="1010"/>
                </a:lnTo>
                <a:lnTo>
                  <a:pt x="1749" y="0"/>
                </a:lnTo>
              </a:path>
            </a:pathLst>
          </a:custGeom>
          <a:noFill/>
          <a:ln w="25400"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12">
            <a:extLst>
              <a:ext uri="{FF2B5EF4-FFF2-40B4-BE49-F238E27FC236}">
                <a16:creationId xmlns:a16="http://schemas.microsoft.com/office/drawing/2014/main" id="{A7C701C7-B98F-0610-0255-B4AB69B36B56}"/>
              </a:ext>
            </a:extLst>
          </p:cNvPr>
          <p:cNvSpPr>
            <a:spLocks/>
          </p:cNvSpPr>
          <p:nvPr userDrawn="1"/>
        </p:nvSpPr>
        <p:spPr bwMode="auto">
          <a:xfrm>
            <a:off x="11949113" y="2074862"/>
            <a:ext cx="2776538" cy="3206750"/>
          </a:xfrm>
          <a:custGeom>
            <a:avLst/>
            <a:gdLst>
              <a:gd name="T0" fmla="*/ 1749 w 1749"/>
              <a:gd name="T1" fmla="*/ 1514 h 2020"/>
              <a:gd name="T2" fmla="*/ 1749 w 1749"/>
              <a:gd name="T3" fmla="*/ 504 h 2020"/>
              <a:gd name="T4" fmla="*/ 874 w 1749"/>
              <a:gd name="T5" fmla="*/ 0 h 2020"/>
              <a:gd name="T6" fmla="*/ 0 w 1749"/>
              <a:gd name="T7" fmla="*/ 504 h 2020"/>
              <a:gd name="T8" fmla="*/ 0 w 1749"/>
              <a:gd name="T9" fmla="*/ 1514 h 2020"/>
              <a:gd name="T10" fmla="*/ 874 w 1749"/>
              <a:gd name="T11" fmla="*/ 2020 h 2020"/>
              <a:gd name="T12" fmla="*/ 1749 w 1749"/>
              <a:gd name="T13" fmla="*/ 1514 h 2020"/>
            </a:gdLst>
            <a:ahLst/>
            <a:cxnLst>
              <a:cxn ang="0">
                <a:pos x="T0" y="T1"/>
              </a:cxn>
              <a:cxn ang="0">
                <a:pos x="T2" y="T3"/>
              </a:cxn>
              <a:cxn ang="0">
                <a:pos x="T4" y="T5"/>
              </a:cxn>
              <a:cxn ang="0">
                <a:pos x="T6" y="T7"/>
              </a:cxn>
              <a:cxn ang="0">
                <a:pos x="T8" y="T9"/>
              </a:cxn>
              <a:cxn ang="0">
                <a:pos x="T10" y="T11"/>
              </a:cxn>
              <a:cxn ang="0">
                <a:pos x="T12" y="T13"/>
              </a:cxn>
            </a:cxnLst>
            <a:rect l="0" t="0" r="r" b="b"/>
            <a:pathLst>
              <a:path w="1749" h="2020">
                <a:moveTo>
                  <a:pt x="1749" y="1514"/>
                </a:moveTo>
                <a:lnTo>
                  <a:pt x="1749" y="504"/>
                </a:lnTo>
                <a:lnTo>
                  <a:pt x="874" y="0"/>
                </a:lnTo>
                <a:lnTo>
                  <a:pt x="0" y="504"/>
                </a:lnTo>
                <a:lnTo>
                  <a:pt x="0" y="1514"/>
                </a:lnTo>
                <a:lnTo>
                  <a:pt x="874" y="2020"/>
                </a:lnTo>
                <a:lnTo>
                  <a:pt x="1749" y="1514"/>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13">
            <a:extLst>
              <a:ext uri="{FF2B5EF4-FFF2-40B4-BE49-F238E27FC236}">
                <a16:creationId xmlns:a16="http://schemas.microsoft.com/office/drawing/2014/main" id="{E4E703D6-B7FC-1AAD-D08D-E78FBAD482BC}"/>
              </a:ext>
            </a:extLst>
          </p:cNvPr>
          <p:cNvSpPr>
            <a:spLocks/>
          </p:cNvSpPr>
          <p:nvPr userDrawn="1"/>
        </p:nvSpPr>
        <p:spPr bwMode="auto">
          <a:xfrm>
            <a:off x="9170988" y="2074862"/>
            <a:ext cx="2778125" cy="3206750"/>
          </a:xfrm>
          <a:custGeom>
            <a:avLst/>
            <a:gdLst>
              <a:gd name="T0" fmla="*/ 1750 w 1750"/>
              <a:gd name="T1" fmla="*/ 1514 h 2020"/>
              <a:gd name="T2" fmla="*/ 1750 w 1750"/>
              <a:gd name="T3" fmla="*/ 504 h 2020"/>
              <a:gd name="T4" fmla="*/ 875 w 1750"/>
              <a:gd name="T5" fmla="*/ 0 h 2020"/>
              <a:gd name="T6" fmla="*/ 0 w 1750"/>
              <a:gd name="T7" fmla="*/ 504 h 2020"/>
              <a:gd name="T8" fmla="*/ 0 w 1750"/>
              <a:gd name="T9" fmla="*/ 1514 h 2020"/>
              <a:gd name="T10" fmla="*/ 875 w 1750"/>
              <a:gd name="T11" fmla="*/ 2020 h 2020"/>
              <a:gd name="T12" fmla="*/ 1750 w 1750"/>
              <a:gd name="T13" fmla="*/ 1514 h 2020"/>
            </a:gdLst>
            <a:ahLst/>
            <a:cxnLst>
              <a:cxn ang="0">
                <a:pos x="T0" y="T1"/>
              </a:cxn>
              <a:cxn ang="0">
                <a:pos x="T2" y="T3"/>
              </a:cxn>
              <a:cxn ang="0">
                <a:pos x="T4" y="T5"/>
              </a:cxn>
              <a:cxn ang="0">
                <a:pos x="T6" y="T7"/>
              </a:cxn>
              <a:cxn ang="0">
                <a:pos x="T8" y="T9"/>
              </a:cxn>
              <a:cxn ang="0">
                <a:pos x="T10" y="T11"/>
              </a:cxn>
              <a:cxn ang="0">
                <a:pos x="T12" y="T13"/>
              </a:cxn>
            </a:cxnLst>
            <a:rect l="0" t="0" r="r" b="b"/>
            <a:pathLst>
              <a:path w="1750" h="2020">
                <a:moveTo>
                  <a:pt x="1750" y="1514"/>
                </a:moveTo>
                <a:lnTo>
                  <a:pt x="1750" y="504"/>
                </a:lnTo>
                <a:lnTo>
                  <a:pt x="875" y="0"/>
                </a:lnTo>
                <a:lnTo>
                  <a:pt x="0" y="504"/>
                </a:lnTo>
                <a:lnTo>
                  <a:pt x="0" y="1514"/>
                </a:lnTo>
                <a:lnTo>
                  <a:pt x="875" y="2020"/>
                </a:lnTo>
                <a:lnTo>
                  <a:pt x="1750" y="1514"/>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4">
            <a:extLst>
              <a:ext uri="{FF2B5EF4-FFF2-40B4-BE49-F238E27FC236}">
                <a16:creationId xmlns:a16="http://schemas.microsoft.com/office/drawing/2014/main" id="{E67A5DA1-29F7-C087-43D1-92F5C5A64E77}"/>
              </a:ext>
            </a:extLst>
          </p:cNvPr>
          <p:cNvSpPr>
            <a:spLocks/>
          </p:cNvSpPr>
          <p:nvPr userDrawn="1"/>
        </p:nvSpPr>
        <p:spPr bwMode="auto">
          <a:xfrm>
            <a:off x="6391275" y="2074862"/>
            <a:ext cx="2779713" cy="3206750"/>
          </a:xfrm>
          <a:custGeom>
            <a:avLst/>
            <a:gdLst>
              <a:gd name="T0" fmla="*/ 1751 w 1751"/>
              <a:gd name="T1" fmla="*/ 1514 h 2020"/>
              <a:gd name="T2" fmla="*/ 1751 w 1751"/>
              <a:gd name="T3" fmla="*/ 504 h 2020"/>
              <a:gd name="T4" fmla="*/ 875 w 1751"/>
              <a:gd name="T5" fmla="*/ 0 h 2020"/>
              <a:gd name="T6" fmla="*/ 0 w 1751"/>
              <a:gd name="T7" fmla="*/ 504 h 2020"/>
              <a:gd name="T8" fmla="*/ 0 w 1751"/>
              <a:gd name="T9" fmla="*/ 1514 h 2020"/>
              <a:gd name="T10" fmla="*/ 875 w 1751"/>
              <a:gd name="T11" fmla="*/ 2020 h 2020"/>
            </a:gdLst>
            <a:ahLst/>
            <a:cxnLst>
              <a:cxn ang="0">
                <a:pos x="T0" y="T1"/>
              </a:cxn>
              <a:cxn ang="0">
                <a:pos x="T2" y="T3"/>
              </a:cxn>
              <a:cxn ang="0">
                <a:pos x="T4" y="T5"/>
              </a:cxn>
              <a:cxn ang="0">
                <a:pos x="T6" y="T7"/>
              </a:cxn>
              <a:cxn ang="0">
                <a:pos x="T8" y="T9"/>
              </a:cxn>
              <a:cxn ang="0">
                <a:pos x="T10" y="T11"/>
              </a:cxn>
            </a:cxnLst>
            <a:rect l="0" t="0" r="r" b="b"/>
            <a:pathLst>
              <a:path w="1751" h="2020">
                <a:moveTo>
                  <a:pt x="1751" y="1514"/>
                </a:moveTo>
                <a:lnTo>
                  <a:pt x="1751" y="504"/>
                </a:lnTo>
                <a:lnTo>
                  <a:pt x="875" y="0"/>
                </a:lnTo>
                <a:lnTo>
                  <a:pt x="0" y="504"/>
                </a:lnTo>
                <a:lnTo>
                  <a:pt x="0" y="1514"/>
                </a:lnTo>
                <a:lnTo>
                  <a:pt x="875" y="2020"/>
                </a:lnTo>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Line 16">
            <a:extLst>
              <a:ext uri="{FF2B5EF4-FFF2-40B4-BE49-F238E27FC236}">
                <a16:creationId xmlns:a16="http://schemas.microsoft.com/office/drawing/2014/main" id="{473F96AE-C531-0940-ACDA-DFC3733D0878}"/>
              </a:ext>
            </a:extLst>
          </p:cNvPr>
          <p:cNvSpPr>
            <a:spLocks noChangeShapeType="1"/>
          </p:cNvSpPr>
          <p:nvPr userDrawn="1"/>
        </p:nvSpPr>
        <p:spPr bwMode="auto">
          <a:xfrm>
            <a:off x="10560050" y="5281612"/>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Line 17">
            <a:extLst>
              <a:ext uri="{FF2B5EF4-FFF2-40B4-BE49-F238E27FC236}">
                <a16:creationId xmlns:a16="http://schemas.microsoft.com/office/drawing/2014/main" id="{7966B1CE-D3A3-E9D1-9D47-4F019B90854F}"/>
              </a:ext>
            </a:extLst>
          </p:cNvPr>
          <p:cNvSpPr>
            <a:spLocks noChangeShapeType="1"/>
          </p:cNvSpPr>
          <p:nvPr userDrawn="1"/>
        </p:nvSpPr>
        <p:spPr bwMode="auto">
          <a:xfrm>
            <a:off x="10560050" y="6886575"/>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18">
            <a:extLst>
              <a:ext uri="{FF2B5EF4-FFF2-40B4-BE49-F238E27FC236}">
                <a16:creationId xmlns:a16="http://schemas.microsoft.com/office/drawing/2014/main" id="{7FBE531A-E90B-D3A9-D7BF-607A7AAE15EC}"/>
              </a:ext>
            </a:extLst>
          </p:cNvPr>
          <p:cNvSpPr>
            <a:spLocks/>
          </p:cNvSpPr>
          <p:nvPr userDrawn="1"/>
        </p:nvSpPr>
        <p:spPr bwMode="auto">
          <a:xfrm>
            <a:off x="13336588" y="4479925"/>
            <a:ext cx="2778125" cy="3208338"/>
          </a:xfrm>
          <a:custGeom>
            <a:avLst/>
            <a:gdLst>
              <a:gd name="T0" fmla="*/ 1750 w 1750"/>
              <a:gd name="T1" fmla="*/ 1516 h 2021"/>
              <a:gd name="T2" fmla="*/ 1750 w 1750"/>
              <a:gd name="T3" fmla="*/ 505 h 2021"/>
              <a:gd name="T4" fmla="*/ 875 w 1750"/>
              <a:gd name="T5" fmla="*/ 0 h 2021"/>
              <a:gd name="T6" fmla="*/ 0 w 1750"/>
              <a:gd name="T7" fmla="*/ 505 h 2021"/>
              <a:gd name="T8" fmla="*/ 0 w 1750"/>
              <a:gd name="T9" fmla="*/ 1516 h 2021"/>
              <a:gd name="T10" fmla="*/ 875 w 1750"/>
              <a:gd name="T11" fmla="*/ 2021 h 2021"/>
              <a:gd name="T12" fmla="*/ 1750 w 1750"/>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50" h="2021">
                <a:moveTo>
                  <a:pt x="1750" y="1516"/>
                </a:moveTo>
                <a:lnTo>
                  <a:pt x="1750" y="505"/>
                </a:lnTo>
                <a:lnTo>
                  <a:pt x="875" y="0"/>
                </a:lnTo>
                <a:lnTo>
                  <a:pt x="0" y="505"/>
                </a:lnTo>
                <a:lnTo>
                  <a:pt x="0" y="1516"/>
                </a:lnTo>
                <a:lnTo>
                  <a:pt x="875" y="2021"/>
                </a:lnTo>
                <a:lnTo>
                  <a:pt x="1750"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9">
            <a:extLst>
              <a:ext uri="{FF2B5EF4-FFF2-40B4-BE49-F238E27FC236}">
                <a16:creationId xmlns:a16="http://schemas.microsoft.com/office/drawing/2014/main" id="{A84DEAAD-83E5-99C4-B418-E55A8B259D1A}"/>
              </a:ext>
            </a:extLst>
          </p:cNvPr>
          <p:cNvSpPr>
            <a:spLocks/>
          </p:cNvSpPr>
          <p:nvPr userDrawn="1"/>
        </p:nvSpPr>
        <p:spPr bwMode="auto">
          <a:xfrm>
            <a:off x="10560050" y="4479925"/>
            <a:ext cx="2776538" cy="3208338"/>
          </a:xfrm>
          <a:custGeom>
            <a:avLst/>
            <a:gdLst>
              <a:gd name="T0" fmla="*/ 1749 w 1749"/>
              <a:gd name="T1" fmla="*/ 1516 h 2021"/>
              <a:gd name="T2" fmla="*/ 1749 w 1749"/>
              <a:gd name="T3" fmla="*/ 505 h 2021"/>
              <a:gd name="T4" fmla="*/ 875 w 1749"/>
              <a:gd name="T5" fmla="*/ 0 h 2021"/>
              <a:gd name="T6" fmla="*/ 0 w 1749"/>
              <a:gd name="T7" fmla="*/ 505 h 2021"/>
              <a:gd name="T8" fmla="*/ 0 w 1749"/>
              <a:gd name="T9" fmla="*/ 1516 h 2021"/>
              <a:gd name="T10" fmla="*/ 875 w 1749"/>
              <a:gd name="T11" fmla="*/ 2021 h 2021"/>
              <a:gd name="T12" fmla="*/ 1749 w 1749"/>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49" h="2021">
                <a:moveTo>
                  <a:pt x="1749" y="1516"/>
                </a:moveTo>
                <a:lnTo>
                  <a:pt x="1749" y="505"/>
                </a:lnTo>
                <a:lnTo>
                  <a:pt x="875" y="0"/>
                </a:lnTo>
                <a:lnTo>
                  <a:pt x="0" y="505"/>
                </a:lnTo>
                <a:lnTo>
                  <a:pt x="0" y="1516"/>
                </a:lnTo>
                <a:lnTo>
                  <a:pt x="875" y="2021"/>
                </a:lnTo>
                <a:lnTo>
                  <a:pt x="1749"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Line 20">
            <a:extLst>
              <a:ext uri="{FF2B5EF4-FFF2-40B4-BE49-F238E27FC236}">
                <a16:creationId xmlns:a16="http://schemas.microsoft.com/office/drawing/2014/main" id="{175F6DE2-265B-D0A6-AE13-88164E3621A5}"/>
              </a:ext>
            </a:extLst>
          </p:cNvPr>
          <p:cNvSpPr>
            <a:spLocks noChangeShapeType="1"/>
          </p:cNvSpPr>
          <p:nvPr userDrawn="1"/>
        </p:nvSpPr>
        <p:spPr bwMode="auto">
          <a:xfrm>
            <a:off x="11949113" y="7689850"/>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Line 21">
            <a:extLst>
              <a:ext uri="{FF2B5EF4-FFF2-40B4-BE49-F238E27FC236}">
                <a16:creationId xmlns:a16="http://schemas.microsoft.com/office/drawing/2014/main" id="{910B7452-8ED1-3AD9-2161-F1743B9441AB}"/>
              </a:ext>
            </a:extLst>
          </p:cNvPr>
          <p:cNvSpPr>
            <a:spLocks noChangeShapeType="1"/>
          </p:cNvSpPr>
          <p:nvPr userDrawn="1"/>
        </p:nvSpPr>
        <p:spPr bwMode="auto">
          <a:xfrm>
            <a:off x="6386513" y="4478337"/>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Textfeld 24">
            <a:extLst>
              <a:ext uri="{FF2B5EF4-FFF2-40B4-BE49-F238E27FC236}">
                <a16:creationId xmlns:a16="http://schemas.microsoft.com/office/drawing/2014/main" id="{9B8747D7-331B-00F6-D427-3BB8FC4E1AE3}"/>
              </a:ext>
            </a:extLst>
          </p:cNvPr>
          <p:cNvSpPr txBox="1"/>
          <p:nvPr userDrawn="1"/>
        </p:nvSpPr>
        <p:spPr>
          <a:xfrm>
            <a:off x="863877" y="6195905"/>
            <a:ext cx="5527398" cy="461665"/>
          </a:xfrm>
          <a:prstGeom prst="rect">
            <a:avLst/>
          </a:prstGeom>
          <a:noFill/>
        </p:spPr>
        <p:txBody>
          <a:bodyPr wrap="square" rtlCol="0" anchor="b">
            <a:spAutoFit/>
          </a:bodyPr>
          <a:lstStyle/>
          <a:p>
            <a:r>
              <a:rPr lang="de-DE" sz="1200" b="1" i="0" u="none" dirty="0">
                <a:solidFill>
                  <a:schemeClr val="tx2"/>
                </a:solidFill>
                <a:latin typeface="Arial" panose="020B0604020202020204" pitchFamily="34" charset="0"/>
                <a:ea typeface="Gibson Medium" pitchFamily="50" charset="0"/>
                <a:cs typeface="Arial" panose="020B0604020202020204" pitchFamily="34" charset="0"/>
              </a:rPr>
              <a:t>konplan Schweiz AG </a:t>
            </a:r>
            <a:r>
              <a:rPr lang="de-DE" sz="1200" u="none" dirty="0">
                <a:solidFill>
                  <a:schemeClr val="tx2"/>
                </a:solidFill>
                <a:latin typeface="Arial" panose="020B0604020202020204" pitchFamily="34" charset="0"/>
                <a:ea typeface="Gibson Book" pitchFamily="50" charset="0"/>
                <a:cs typeface="Arial" panose="020B0604020202020204" pitchFamily="34" charset="0"/>
              </a:rPr>
              <a:t>| Suurstoffi 2 | CH-6343 Rotkreuz</a:t>
            </a:r>
          </a:p>
          <a:p>
            <a:r>
              <a:rPr lang="de-DE" sz="1200" u="none" dirty="0">
                <a:solidFill>
                  <a:schemeClr val="tx2"/>
                </a:solidFill>
                <a:latin typeface="Arial" panose="020B0604020202020204" pitchFamily="34" charset="0"/>
                <a:ea typeface="Gibson Book" pitchFamily="50" charset="0"/>
                <a:cs typeface="Arial" panose="020B0604020202020204" pitchFamily="34" charset="0"/>
              </a:rPr>
              <a:t>+41 41 799 30 10 | info@konplan.com | konplan.com</a:t>
            </a:r>
            <a:endParaRPr lang="de-CH" sz="1200" u="none" dirty="0">
              <a:solidFill>
                <a:schemeClr val="tx2"/>
              </a:solidFill>
              <a:latin typeface="Arial" panose="020B0604020202020204" pitchFamily="34" charset="0"/>
              <a:ea typeface="Gibson Book" pitchFamily="50" charset="0"/>
              <a:cs typeface="Arial" panose="020B0604020202020204" pitchFamily="34" charset="0"/>
            </a:endParaRPr>
          </a:p>
        </p:txBody>
      </p:sp>
      <p:pic>
        <p:nvPicPr>
          <p:cNvPr id="9" name="Grafik 8">
            <a:extLst>
              <a:ext uri="{FF2B5EF4-FFF2-40B4-BE49-F238E27FC236}">
                <a16:creationId xmlns:a16="http://schemas.microsoft.com/office/drawing/2014/main" id="{94B3F508-B5CB-852B-7C55-CEE8740FCB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2121" y="6282263"/>
            <a:ext cx="321053" cy="288948"/>
          </a:xfrm>
          <a:prstGeom prst="rect">
            <a:avLst/>
          </a:prstGeom>
        </p:spPr>
      </p:pic>
      <p:sp>
        <p:nvSpPr>
          <p:cNvPr id="29" name="Oval 15">
            <a:extLst>
              <a:ext uri="{FF2B5EF4-FFF2-40B4-BE49-F238E27FC236}">
                <a16:creationId xmlns:a16="http://schemas.microsoft.com/office/drawing/2014/main" id="{4CD62080-6AF6-B386-BFE5-D907B4A813F7}"/>
              </a:ext>
            </a:extLst>
          </p:cNvPr>
          <p:cNvSpPr>
            <a:spLocks noChangeArrowheads="1"/>
          </p:cNvSpPr>
          <p:nvPr userDrawn="1"/>
        </p:nvSpPr>
        <p:spPr bwMode="auto">
          <a:xfrm>
            <a:off x="10510836" y="385762"/>
            <a:ext cx="108000" cy="108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1" name="Oval 22">
            <a:extLst>
              <a:ext uri="{FF2B5EF4-FFF2-40B4-BE49-F238E27FC236}">
                <a16:creationId xmlns:a16="http://schemas.microsoft.com/office/drawing/2014/main" id="{A8EBBBF6-80C1-F92A-E9D8-BD9ECB80F45F}"/>
              </a:ext>
            </a:extLst>
          </p:cNvPr>
          <p:cNvSpPr>
            <a:spLocks noChangeArrowheads="1"/>
          </p:cNvSpPr>
          <p:nvPr userDrawn="1"/>
        </p:nvSpPr>
        <p:spPr bwMode="auto">
          <a:xfrm>
            <a:off x="7727131" y="5217053"/>
            <a:ext cx="108000" cy="108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pic>
        <p:nvPicPr>
          <p:cNvPr id="3" name="Grafik 2">
            <a:hlinkClick r:id="rId4"/>
            <a:extLst>
              <a:ext uri="{FF2B5EF4-FFF2-40B4-BE49-F238E27FC236}">
                <a16:creationId xmlns:a16="http://schemas.microsoft.com/office/drawing/2014/main" id="{4B53D502-6D5D-F68A-91F2-90174D69698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1350723" y="6249700"/>
            <a:ext cx="280800" cy="329636"/>
          </a:xfrm>
          <a:prstGeom prst="rect">
            <a:avLst/>
          </a:prstGeom>
        </p:spPr>
      </p:pic>
      <p:pic>
        <p:nvPicPr>
          <p:cNvPr id="17" name="Grafik 16">
            <a:hlinkClick r:id="rId7"/>
            <a:extLst>
              <a:ext uri="{FF2B5EF4-FFF2-40B4-BE49-F238E27FC236}">
                <a16:creationId xmlns:a16="http://schemas.microsoft.com/office/drawing/2014/main" id="{403FC635-621D-3A91-26A8-6C7DD3FF8128}"/>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0700894" y="6249700"/>
            <a:ext cx="273654" cy="321247"/>
          </a:xfrm>
          <a:prstGeom prst="rect">
            <a:avLst/>
          </a:prstGeom>
        </p:spPr>
      </p:pic>
      <p:pic>
        <p:nvPicPr>
          <p:cNvPr id="24" name="Grafik 23">
            <a:hlinkClick r:id="rId10"/>
            <a:extLst>
              <a:ext uri="{FF2B5EF4-FFF2-40B4-BE49-F238E27FC236}">
                <a16:creationId xmlns:a16="http://schemas.microsoft.com/office/drawing/2014/main" id="{884AB410-D92B-72FE-9F8E-0B64B5310723}"/>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11021017" y="6249700"/>
            <a:ext cx="280800" cy="317425"/>
          </a:xfrm>
          <a:prstGeom prst="rect">
            <a:avLst/>
          </a:prstGeom>
        </p:spPr>
      </p:pic>
      <p:pic>
        <p:nvPicPr>
          <p:cNvPr id="32" name="Grafik 31">
            <a:hlinkClick r:id="rId13"/>
            <a:extLst>
              <a:ext uri="{FF2B5EF4-FFF2-40B4-BE49-F238E27FC236}">
                <a16:creationId xmlns:a16="http://schemas.microsoft.com/office/drawing/2014/main" id="{E1A2500B-BD33-F329-0A2F-60113649EFD8}"/>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1673577" y="6249700"/>
            <a:ext cx="280800" cy="329636"/>
          </a:xfrm>
          <a:prstGeom prst="rect">
            <a:avLst/>
          </a:prstGeom>
        </p:spPr>
      </p:pic>
      <p:sp>
        <p:nvSpPr>
          <p:cNvPr id="28" name="Titel 1">
            <a:extLst>
              <a:ext uri="{FF2B5EF4-FFF2-40B4-BE49-F238E27FC236}">
                <a16:creationId xmlns:a16="http://schemas.microsoft.com/office/drawing/2014/main" id="{345536F8-2A01-DE1B-DFE9-A51AC243E6D4}"/>
              </a:ext>
            </a:extLst>
          </p:cNvPr>
          <p:cNvSpPr>
            <a:spLocks noGrp="1"/>
          </p:cNvSpPr>
          <p:nvPr>
            <p:ph type="title" hasCustomPrompt="1"/>
          </p:nvPr>
        </p:nvSpPr>
        <p:spPr>
          <a:xfrm>
            <a:off x="492121" y="976313"/>
            <a:ext cx="9672605" cy="871869"/>
          </a:xfrm>
        </p:spPr>
        <p:txBody>
          <a:bodyPr anchor="t"/>
          <a:lstStyle>
            <a:lvl1pPr>
              <a:defRPr sz="3000">
                <a:latin typeface="Arial" panose="020B0604020202020204" pitchFamily="34" charset="0"/>
                <a:cs typeface="Arial" panose="020B0604020202020204" pitchFamily="34" charset="0"/>
              </a:defRPr>
            </a:lvl1pPr>
          </a:lstStyle>
          <a:p>
            <a:r>
              <a:rPr lang="de-DE" dirty="0"/>
              <a:t>Vielen Dank!</a:t>
            </a:r>
            <a:endParaRPr lang="de-CH" dirty="0"/>
          </a:p>
        </p:txBody>
      </p:sp>
    </p:spTree>
    <p:extLst>
      <p:ext uri="{BB962C8B-B14F-4D97-AF65-F5344CB8AC3E}">
        <p14:creationId xmlns:p14="http://schemas.microsoft.com/office/powerpoint/2010/main" val="227540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chlussfolie Zürich">
    <p:spTree>
      <p:nvGrpSpPr>
        <p:cNvPr id="1" name=""/>
        <p:cNvGrpSpPr/>
        <p:nvPr/>
      </p:nvGrpSpPr>
      <p:grpSpPr>
        <a:xfrm>
          <a:off x="0" y="0"/>
          <a:ext cx="0" cy="0"/>
          <a:chOff x="0" y="0"/>
          <a:chExt cx="0" cy="0"/>
        </a:xfrm>
      </p:grpSpPr>
      <p:sp>
        <p:nvSpPr>
          <p:cNvPr id="27" name="Rechteck 26">
            <a:extLst>
              <a:ext uri="{FF2B5EF4-FFF2-40B4-BE49-F238E27FC236}">
                <a16:creationId xmlns:a16="http://schemas.microsoft.com/office/drawing/2014/main" id="{594A858A-EEED-8BC4-1FCF-7C2D864CAC20}"/>
              </a:ext>
            </a:extLst>
          </p:cNvPr>
          <p:cNvSpPr/>
          <p:nvPr userDrawn="1"/>
        </p:nvSpPr>
        <p:spPr>
          <a:xfrm>
            <a:off x="270788" y="6084094"/>
            <a:ext cx="722101" cy="720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Rechteck 12">
            <a:extLst>
              <a:ext uri="{FF2B5EF4-FFF2-40B4-BE49-F238E27FC236}">
                <a16:creationId xmlns:a16="http://schemas.microsoft.com/office/drawing/2014/main" id="{960DBD23-D4A9-A2AF-C49F-32A797EA0720}"/>
              </a:ext>
            </a:extLst>
          </p:cNvPr>
          <p:cNvSpPr/>
          <p:nvPr userDrawn="1"/>
        </p:nvSpPr>
        <p:spPr>
          <a:xfrm>
            <a:off x="10554269" y="5897527"/>
            <a:ext cx="1637731" cy="9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4" name="Line 5">
            <a:extLst>
              <a:ext uri="{FF2B5EF4-FFF2-40B4-BE49-F238E27FC236}">
                <a16:creationId xmlns:a16="http://schemas.microsoft.com/office/drawing/2014/main" id="{1F406CAB-59FB-CC5D-E2D9-48E9C6759415}"/>
              </a:ext>
            </a:extLst>
          </p:cNvPr>
          <p:cNvSpPr>
            <a:spLocks noChangeShapeType="1"/>
          </p:cNvSpPr>
          <p:nvPr userDrawn="1"/>
        </p:nvSpPr>
        <p:spPr bwMode="auto">
          <a:xfrm>
            <a:off x="9170988" y="7688262"/>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 name="Freeform 6">
            <a:extLst>
              <a:ext uri="{FF2B5EF4-FFF2-40B4-BE49-F238E27FC236}">
                <a16:creationId xmlns:a16="http://schemas.microsoft.com/office/drawing/2014/main" id="{B37AC830-5557-B7DE-D203-6075457BD275}"/>
              </a:ext>
            </a:extLst>
          </p:cNvPr>
          <p:cNvSpPr>
            <a:spLocks/>
          </p:cNvSpPr>
          <p:nvPr userDrawn="1"/>
        </p:nvSpPr>
        <p:spPr bwMode="auto">
          <a:xfrm>
            <a:off x="10698163" y="-173038"/>
            <a:ext cx="2498725" cy="2887663"/>
          </a:xfrm>
          <a:custGeom>
            <a:avLst/>
            <a:gdLst>
              <a:gd name="T0" fmla="*/ 1574 w 1574"/>
              <a:gd name="T1" fmla="*/ 1365 h 1819"/>
              <a:gd name="T2" fmla="*/ 1574 w 1574"/>
              <a:gd name="T3" fmla="*/ 456 h 1819"/>
              <a:gd name="T4" fmla="*/ 788 w 1574"/>
              <a:gd name="T5" fmla="*/ 0 h 1819"/>
              <a:gd name="T6" fmla="*/ 0 w 1574"/>
              <a:gd name="T7" fmla="*/ 456 h 1819"/>
              <a:gd name="T8" fmla="*/ 0 w 1574"/>
              <a:gd name="T9" fmla="*/ 1365 h 1819"/>
              <a:gd name="T10" fmla="*/ 788 w 1574"/>
              <a:gd name="T11" fmla="*/ 1819 h 1819"/>
              <a:gd name="T12" fmla="*/ 1574 w 1574"/>
              <a:gd name="T13" fmla="*/ 1365 h 1819"/>
            </a:gdLst>
            <a:ahLst/>
            <a:cxnLst>
              <a:cxn ang="0">
                <a:pos x="T0" y="T1"/>
              </a:cxn>
              <a:cxn ang="0">
                <a:pos x="T2" y="T3"/>
              </a:cxn>
              <a:cxn ang="0">
                <a:pos x="T4" y="T5"/>
              </a:cxn>
              <a:cxn ang="0">
                <a:pos x="T6" y="T7"/>
              </a:cxn>
              <a:cxn ang="0">
                <a:pos x="T8" y="T9"/>
              </a:cxn>
              <a:cxn ang="0">
                <a:pos x="T10" y="T11"/>
              </a:cxn>
              <a:cxn ang="0">
                <a:pos x="T12" y="T13"/>
              </a:cxn>
            </a:cxnLst>
            <a:rect l="0" t="0" r="r" b="b"/>
            <a:pathLst>
              <a:path w="1574" h="1819">
                <a:moveTo>
                  <a:pt x="1574" y="1365"/>
                </a:moveTo>
                <a:lnTo>
                  <a:pt x="1574" y="456"/>
                </a:lnTo>
                <a:lnTo>
                  <a:pt x="788" y="0"/>
                </a:lnTo>
                <a:lnTo>
                  <a:pt x="0" y="456"/>
                </a:lnTo>
                <a:lnTo>
                  <a:pt x="0" y="1365"/>
                </a:lnTo>
                <a:lnTo>
                  <a:pt x="788" y="1819"/>
                </a:lnTo>
                <a:lnTo>
                  <a:pt x="1574" y="1365"/>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6" name="Freeform 7">
            <a:extLst>
              <a:ext uri="{FF2B5EF4-FFF2-40B4-BE49-F238E27FC236}">
                <a16:creationId xmlns:a16="http://schemas.microsoft.com/office/drawing/2014/main" id="{AF58C60F-C8DA-B881-B15D-8E7082FDE404}"/>
              </a:ext>
            </a:extLst>
          </p:cNvPr>
          <p:cNvSpPr>
            <a:spLocks/>
          </p:cNvSpPr>
          <p:nvPr userDrawn="1"/>
        </p:nvSpPr>
        <p:spPr bwMode="auto">
          <a:xfrm>
            <a:off x="6530975" y="2233612"/>
            <a:ext cx="2500313" cy="2887663"/>
          </a:xfrm>
          <a:custGeom>
            <a:avLst/>
            <a:gdLst>
              <a:gd name="T0" fmla="*/ 1575 w 1575"/>
              <a:gd name="T1" fmla="*/ 1364 h 1819"/>
              <a:gd name="T2" fmla="*/ 1575 w 1575"/>
              <a:gd name="T3" fmla="*/ 454 h 1819"/>
              <a:gd name="T4" fmla="*/ 787 w 1575"/>
              <a:gd name="T5" fmla="*/ 0 h 1819"/>
              <a:gd name="T6" fmla="*/ 0 w 1575"/>
              <a:gd name="T7" fmla="*/ 454 h 1819"/>
              <a:gd name="T8" fmla="*/ 0 w 1575"/>
              <a:gd name="T9" fmla="*/ 1364 h 1819"/>
              <a:gd name="T10" fmla="*/ 787 w 1575"/>
              <a:gd name="T11" fmla="*/ 1819 h 1819"/>
              <a:gd name="T12" fmla="*/ 1575 w 1575"/>
              <a:gd name="T13" fmla="*/ 1364 h 1819"/>
            </a:gdLst>
            <a:ahLst/>
            <a:cxnLst>
              <a:cxn ang="0">
                <a:pos x="T0" y="T1"/>
              </a:cxn>
              <a:cxn ang="0">
                <a:pos x="T2" y="T3"/>
              </a:cxn>
              <a:cxn ang="0">
                <a:pos x="T4" y="T5"/>
              </a:cxn>
              <a:cxn ang="0">
                <a:pos x="T6" y="T7"/>
              </a:cxn>
              <a:cxn ang="0">
                <a:pos x="T8" y="T9"/>
              </a:cxn>
              <a:cxn ang="0">
                <a:pos x="T10" y="T11"/>
              </a:cxn>
              <a:cxn ang="0">
                <a:pos x="T12" y="T13"/>
              </a:cxn>
            </a:cxnLst>
            <a:rect l="0" t="0" r="r" b="b"/>
            <a:pathLst>
              <a:path w="1575" h="1819">
                <a:moveTo>
                  <a:pt x="1575" y="1364"/>
                </a:moveTo>
                <a:lnTo>
                  <a:pt x="1575" y="454"/>
                </a:lnTo>
                <a:lnTo>
                  <a:pt x="787" y="0"/>
                </a:lnTo>
                <a:lnTo>
                  <a:pt x="0" y="454"/>
                </a:lnTo>
                <a:lnTo>
                  <a:pt x="0" y="1364"/>
                </a:lnTo>
                <a:lnTo>
                  <a:pt x="787" y="1819"/>
                </a:lnTo>
                <a:lnTo>
                  <a:pt x="1575" y="1364"/>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7" name="Freeform 8">
            <a:extLst>
              <a:ext uri="{FF2B5EF4-FFF2-40B4-BE49-F238E27FC236}">
                <a16:creationId xmlns:a16="http://schemas.microsoft.com/office/drawing/2014/main" id="{006BE7F1-CDBD-4B0A-7B3B-BECA19DADBFA}"/>
              </a:ext>
            </a:extLst>
          </p:cNvPr>
          <p:cNvSpPr>
            <a:spLocks/>
          </p:cNvSpPr>
          <p:nvPr userDrawn="1"/>
        </p:nvSpPr>
        <p:spPr bwMode="auto">
          <a:xfrm>
            <a:off x="13336588" y="-331788"/>
            <a:ext cx="2778125" cy="3208338"/>
          </a:xfrm>
          <a:custGeom>
            <a:avLst/>
            <a:gdLst>
              <a:gd name="T0" fmla="*/ 1750 w 1750"/>
              <a:gd name="T1" fmla="*/ 1516 h 2021"/>
              <a:gd name="T2" fmla="*/ 1750 w 1750"/>
              <a:gd name="T3" fmla="*/ 506 h 2021"/>
              <a:gd name="T4" fmla="*/ 875 w 1750"/>
              <a:gd name="T5" fmla="*/ 0 h 2021"/>
              <a:gd name="T6" fmla="*/ 0 w 1750"/>
              <a:gd name="T7" fmla="*/ 506 h 2021"/>
              <a:gd name="T8" fmla="*/ 0 w 1750"/>
              <a:gd name="T9" fmla="*/ 1516 h 2021"/>
              <a:gd name="T10" fmla="*/ 875 w 1750"/>
              <a:gd name="T11" fmla="*/ 2021 h 2021"/>
              <a:gd name="T12" fmla="*/ 1750 w 1750"/>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50" h="2021">
                <a:moveTo>
                  <a:pt x="1750" y="1516"/>
                </a:moveTo>
                <a:lnTo>
                  <a:pt x="1750" y="506"/>
                </a:lnTo>
                <a:lnTo>
                  <a:pt x="875" y="0"/>
                </a:lnTo>
                <a:lnTo>
                  <a:pt x="0" y="506"/>
                </a:lnTo>
                <a:lnTo>
                  <a:pt x="0" y="1516"/>
                </a:lnTo>
                <a:lnTo>
                  <a:pt x="875" y="2021"/>
                </a:lnTo>
                <a:lnTo>
                  <a:pt x="1750"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8" name="Line 9">
            <a:extLst>
              <a:ext uri="{FF2B5EF4-FFF2-40B4-BE49-F238E27FC236}">
                <a16:creationId xmlns:a16="http://schemas.microsoft.com/office/drawing/2014/main" id="{BED2A7BD-562A-1FC2-68FC-6090E1053480}"/>
              </a:ext>
            </a:extLst>
          </p:cNvPr>
          <p:cNvSpPr>
            <a:spLocks noChangeShapeType="1"/>
          </p:cNvSpPr>
          <p:nvPr userDrawn="1"/>
        </p:nvSpPr>
        <p:spPr bwMode="auto">
          <a:xfrm>
            <a:off x="11949113" y="-331788"/>
            <a:ext cx="0" cy="0"/>
          </a:xfrm>
          <a:prstGeom prst="line">
            <a:avLst/>
          </a:prstGeom>
          <a:noFill/>
          <a:ln w="25400" cap="rnd">
            <a:solidFill>
              <a:srgbClr val="004C5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0" name="Line 10">
            <a:extLst>
              <a:ext uri="{FF2B5EF4-FFF2-40B4-BE49-F238E27FC236}">
                <a16:creationId xmlns:a16="http://schemas.microsoft.com/office/drawing/2014/main" id="{79D99896-AC79-2F02-18CD-99BEC873E56B}"/>
              </a:ext>
            </a:extLst>
          </p:cNvPr>
          <p:cNvSpPr>
            <a:spLocks noChangeShapeType="1"/>
          </p:cNvSpPr>
          <p:nvPr userDrawn="1"/>
        </p:nvSpPr>
        <p:spPr bwMode="auto">
          <a:xfrm>
            <a:off x="13336588" y="471487"/>
            <a:ext cx="0" cy="0"/>
          </a:xfrm>
          <a:prstGeom prst="line">
            <a:avLst/>
          </a:prstGeom>
          <a:noFill/>
          <a:ln w="25400" cap="rnd">
            <a:solidFill>
              <a:srgbClr val="004C5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1" name="Freeform 11">
            <a:extLst>
              <a:ext uri="{FF2B5EF4-FFF2-40B4-BE49-F238E27FC236}">
                <a16:creationId xmlns:a16="http://schemas.microsoft.com/office/drawing/2014/main" id="{7520B182-3F18-03F0-E836-27C243E3AC88}"/>
              </a:ext>
            </a:extLst>
          </p:cNvPr>
          <p:cNvSpPr>
            <a:spLocks/>
          </p:cNvSpPr>
          <p:nvPr userDrawn="1"/>
        </p:nvSpPr>
        <p:spPr bwMode="auto">
          <a:xfrm>
            <a:off x="10560050" y="471487"/>
            <a:ext cx="2776538" cy="2405063"/>
          </a:xfrm>
          <a:custGeom>
            <a:avLst/>
            <a:gdLst>
              <a:gd name="T0" fmla="*/ 0 w 1749"/>
              <a:gd name="T1" fmla="*/ 0 h 1515"/>
              <a:gd name="T2" fmla="*/ 0 w 1749"/>
              <a:gd name="T3" fmla="*/ 1010 h 1515"/>
              <a:gd name="T4" fmla="*/ 875 w 1749"/>
              <a:gd name="T5" fmla="*/ 1515 h 1515"/>
              <a:gd name="T6" fmla="*/ 1749 w 1749"/>
              <a:gd name="T7" fmla="*/ 1010 h 1515"/>
              <a:gd name="T8" fmla="*/ 1749 w 1749"/>
              <a:gd name="T9" fmla="*/ 0 h 1515"/>
            </a:gdLst>
            <a:ahLst/>
            <a:cxnLst>
              <a:cxn ang="0">
                <a:pos x="T0" y="T1"/>
              </a:cxn>
              <a:cxn ang="0">
                <a:pos x="T2" y="T3"/>
              </a:cxn>
              <a:cxn ang="0">
                <a:pos x="T4" y="T5"/>
              </a:cxn>
              <a:cxn ang="0">
                <a:pos x="T6" y="T7"/>
              </a:cxn>
              <a:cxn ang="0">
                <a:pos x="T8" y="T9"/>
              </a:cxn>
            </a:cxnLst>
            <a:rect l="0" t="0" r="r" b="b"/>
            <a:pathLst>
              <a:path w="1749" h="1515">
                <a:moveTo>
                  <a:pt x="0" y="0"/>
                </a:moveTo>
                <a:lnTo>
                  <a:pt x="0" y="1010"/>
                </a:lnTo>
                <a:lnTo>
                  <a:pt x="875" y="1515"/>
                </a:lnTo>
                <a:lnTo>
                  <a:pt x="1749" y="1010"/>
                </a:lnTo>
                <a:lnTo>
                  <a:pt x="1749" y="0"/>
                </a:lnTo>
              </a:path>
            </a:pathLst>
          </a:custGeom>
          <a:noFill/>
          <a:ln w="25400"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12">
            <a:extLst>
              <a:ext uri="{FF2B5EF4-FFF2-40B4-BE49-F238E27FC236}">
                <a16:creationId xmlns:a16="http://schemas.microsoft.com/office/drawing/2014/main" id="{A7C701C7-B98F-0610-0255-B4AB69B36B56}"/>
              </a:ext>
            </a:extLst>
          </p:cNvPr>
          <p:cNvSpPr>
            <a:spLocks/>
          </p:cNvSpPr>
          <p:nvPr userDrawn="1"/>
        </p:nvSpPr>
        <p:spPr bwMode="auto">
          <a:xfrm>
            <a:off x="11949113" y="2074862"/>
            <a:ext cx="2776538" cy="3206750"/>
          </a:xfrm>
          <a:custGeom>
            <a:avLst/>
            <a:gdLst>
              <a:gd name="T0" fmla="*/ 1749 w 1749"/>
              <a:gd name="T1" fmla="*/ 1514 h 2020"/>
              <a:gd name="T2" fmla="*/ 1749 w 1749"/>
              <a:gd name="T3" fmla="*/ 504 h 2020"/>
              <a:gd name="T4" fmla="*/ 874 w 1749"/>
              <a:gd name="T5" fmla="*/ 0 h 2020"/>
              <a:gd name="T6" fmla="*/ 0 w 1749"/>
              <a:gd name="T7" fmla="*/ 504 h 2020"/>
              <a:gd name="T8" fmla="*/ 0 w 1749"/>
              <a:gd name="T9" fmla="*/ 1514 h 2020"/>
              <a:gd name="T10" fmla="*/ 874 w 1749"/>
              <a:gd name="T11" fmla="*/ 2020 h 2020"/>
              <a:gd name="T12" fmla="*/ 1749 w 1749"/>
              <a:gd name="T13" fmla="*/ 1514 h 2020"/>
            </a:gdLst>
            <a:ahLst/>
            <a:cxnLst>
              <a:cxn ang="0">
                <a:pos x="T0" y="T1"/>
              </a:cxn>
              <a:cxn ang="0">
                <a:pos x="T2" y="T3"/>
              </a:cxn>
              <a:cxn ang="0">
                <a:pos x="T4" y="T5"/>
              </a:cxn>
              <a:cxn ang="0">
                <a:pos x="T6" y="T7"/>
              </a:cxn>
              <a:cxn ang="0">
                <a:pos x="T8" y="T9"/>
              </a:cxn>
              <a:cxn ang="0">
                <a:pos x="T10" y="T11"/>
              </a:cxn>
              <a:cxn ang="0">
                <a:pos x="T12" y="T13"/>
              </a:cxn>
            </a:cxnLst>
            <a:rect l="0" t="0" r="r" b="b"/>
            <a:pathLst>
              <a:path w="1749" h="2020">
                <a:moveTo>
                  <a:pt x="1749" y="1514"/>
                </a:moveTo>
                <a:lnTo>
                  <a:pt x="1749" y="504"/>
                </a:lnTo>
                <a:lnTo>
                  <a:pt x="874" y="0"/>
                </a:lnTo>
                <a:lnTo>
                  <a:pt x="0" y="504"/>
                </a:lnTo>
                <a:lnTo>
                  <a:pt x="0" y="1514"/>
                </a:lnTo>
                <a:lnTo>
                  <a:pt x="874" y="2020"/>
                </a:lnTo>
                <a:lnTo>
                  <a:pt x="1749" y="1514"/>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13">
            <a:extLst>
              <a:ext uri="{FF2B5EF4-FFF2-40B4-BE49-F238E27FC236}">
                <a16:creationId xmlns:a16="http://schemas.microsoft.com/office/drawing/2014/main" id="{E4E703D6-B7FC-1AAD-D08D-E78FBAD482BC}"/>
              </a:ext>
            </a:extLst>
          </p:cNvPr>
          <p:cNvSpPr>
            <a:spLocks/>
          </p:cNvSpPr>
          <p:nvPr userDrawn="1"/>
        </p:nvSpPr>
        <p:spPr bwMode="auto">
          <a:xfrm>
            <a:off x="9170988" y="2074862"/>
            <a:ext cx="2778125" cy="3206750"/>
          </a:xfrm>
          <a:custGeom>
            <a:avLst/>
            <a:gdLst>
              <a:gd name="T0" fmla="*/ 1750 w 1750"/>
              <a:gd name="T1" fmla="*/ 1514 h 2020"/>
              <a:gd name="T2" fmla="*/ 1750 w 1750"/>
              <a:gd name="T3" fmla="*/ 504 h 2020"/>
              <a:gd name="T4" fmla="*/ 875 w 1750"/>
              <a:gd name="T5" fmla="*/ 0 h 2020"/>
              <a:gd name="T6" fmla="*/ 0 w 1750"/>
              <a:gd name="T7" fmla="*/ 504 h 2020"/>
              <a:gd name="T8" fmla="*/ 0 w 1750"/>
              <a:gd name="T9" fmla="*/ 1514 h 2020"/>
              <a:gd name="T10" fmla="*/ 875 w 1750"/>
              <a:gd name="T11" fmla="*/ 2020 h 2020"/>
              <a:gd name="T12" fmla="*/ 1750 w 1750"/>
              <a:gd name="T13" fmla="*/ 1514 h 2020"/>
            </a:gdLst>
            <a:ahLst/>
            <a:cxnLst>
              <a:cxn ang="0">
                <a:pos x="T0" y="T1"/>
              </a:cxn>
              <a:cxn ang="0">
                <a:pos x="T2" y="T3"/>
              </a:cxn>
              <a:cxn ang="0">
                <a:pos x="T4" y="T5"/>
              </a:cxn>
              <a:cxn ang="0">
                <a:pos x="T6" y="T7"/>
              </a:cxn>
              <a:cxn ang="0">
                <a:pos x="T8" y="T9"/>
              </a:cxn>
              <a:cxn ang="0">
                <a:pos x="T10" y="T11"/>
              </a:cxn>
              <a:cxn ang="0">
                <a:pos x="T12" y="T13"/>
              </a:cxn>
            </a:cxnLst>
            <a:rect l="0" t="0" r="r" b="b"/>
            <a:pathLst>
              <a:path w="1750" h="2020">
                <a:moveTo>
                  <a:pt x="1750" y="1514"/>
                </a:moveTo>
                <a:lnTo>
                  <a:pt x="1750" y="504"/>
                </a:lnTo>
                <a:lnTo>
                  <a:pt x="875" y="0"/>
                </a:lnTo>
                <a:lnTo>
                  <a:pt x="0" y="504"/>
                </a:lnTo>
                <a:lnTo>
                  <a:pt x="0" y="1514"/>
                </a:lnTo>
                <a:lnTo>
                  <a:pt x="875" y="2020"/>
                </a:lnTo>
                <a:lnTo>
                  <a:pt x="1750" y="1514"/>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4">
            <a:extLst>
              <a:ext uri="{FF2B5EF4-FFF2-40B4-BE49-F238E27FC236}">
                <a16:creationId xmlns:a16="http://schemas.microsoft.com/office/drawing/2014/main" id="{E67A5DA1-29F7-C087-43D1-92F5C5A64E77}"/>
              </a:ext>
            </a:extLst>
          </p:cNvPr>
          <p:cNvSpPr>
            <a:spLocks/>
          </p:cNvSpPr>
          <p:nvPr userDrawn="1"/>
        </p:nvSpPr>
        <p:spPr bwMode="auto">
          <a:xfrm>
            <a:off x="6391275" y="2074862"/>
            <a:ext cx="2779713" cy="3206750"/>
          </a:xfrm>
          <a:custGeom>
            <a:avLst/>
            <a:gdLst>
              <a:gd name="T0" fmla="*/ 1751 w 1751"/>
              <a:gd name="T1" fmla="*/ 1514 h 2020"/>
              <a:gd name="T2" fmla="*/ 1751 w 1751"/>
              <a:gd name="T3" fmla="*/ 504 h 2020"/>
              <a:gd name="T4" fmla="*/ 875 w 1751"/>
              <a:gd name="T5" fmla="*/ 0 h 2020"/>
              <a:gd name="T6" fmla="*/ 0 w 1751"/>
              <a:gd name="T7" fmla="*/ 504 h 2020"/>
              <a:gd name="T8" fmla="*/ 0 w 1751"/>
              <a:gd name="T9" fmla="*/ 1514 h 2020"/>
              <a:gd name="T10" fmla="*/ 875 w 1751"/>
              <a:gd name="T11" fmla="*/ 2020 h 2020"/>
            </a:gdLst>
            <a:ahLst/>
            <a:cxnLst>
              <a:cxn ang="0">
                <a:pos x="T0" y="T1"/>
              </a:cxn>
              <a:cxn ang="0">
                <a:pos x="T2" y="T3"/>
              </a:cxn>
              <a:cxn ang="0">
                <a:pos x="T4" y="T5"/>
              </a:cxn>
              <a:cxn ang="0">
                <a:pos x="T6" y="T7"/>
              </a:cxn>
              <a:cxn ang="0">
                <a:pos x="T8" y="T9"/>
              </a:cxn>
              <a:cxn ang="0">
                <a:pos x="T10" y="T11"/>
              </a:cxn>
            </a:cxnLst>
            <a:rect l="0" t="0" r="r" b="b"/>
            <a:pathLst>
              <a:path w="1751" h="2020">
                <a:moveTo>
                  <a:pt x="1751" y="1514"/>
                </a:moveTo>
                <a:lnTo>
                  <a:pt x="1751" y="504"/>
                </a:lnTo>
                <a:lnTo>
                  <a:pt x="875" y="0"/>
                </a:lnTo>
                <a:lnTo>
                  <a:pt x="0" y="504"/>
                </a:lnTo>
                <a:lnTo>
                  <a:pt x="0" y="1514"/>
                </a:lnTo>
                <a:lnTo>
                  <a:pt x="875" y="2020"/>
                </a:lnTo>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Line 16">
            <a:extLst>
              <a:ext uri="{FF2B5EF4-FFF2-40B4-BE49-F238E27FC236}">
                <a16:creationId xmlns:a16="http://schemas.microsoft.com/office/drawing/2014/main" id="{473F96AE-C531-0940-ACDA-DFC3733D0878}"/>
              </a:ext>
            </a:extLst>
          </p:cNvPr>
          <p:cNvSpPr>
            <a:spLocks noChangeShapeType="1"/>
          </p:cNvSpPr>
          <p:nvPr userDrawn="1"/>
        </p:nvSpPr>
        <p:spPr bwMode="auto">
          <a:xfrm>
            <a:off x="10560050" y="5281612"/>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Line 17">
            <a:extLst>
              <a:ext uri="{FF2B5EF4-FFF2-40B4-BE49-F238E27FC236}">
                <a16:creationId xmlns:a16="http://schemas.microsoft.com/office/drawing/2014/main" id="{7966B1CE-D3A3-E9D1-9D47-4F019B90854F}"/>
              </a:ext>
            </a:extLst>
          </p:cNvPr>
          <p:cNvSpPr>
            <a:spLocks noChangeShapeType="1"/>
          </p:cNvSpPr>
          <p:nvPr userDrawn="1"/>
        </p:nvSpPr>
        <p:spPr bwMode="auto">
          <a:xfrm>
            <a:off x="10560050" y="6886575"/>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18">
            <a:extLst>
              <a:ext uri="{FF2B5EF4-FFF2-40B4-BE49-F238E27FC236}">
                <a16:creationId xmlns:a16="http://schemas.microsoft.com/office/drawing/2014/main" id="{7FBE531A-E90B-D3A9-D7BF-607A7AAE15EC}"/>
              </a:ext>
            </a:extLst>
          </p:cNvPr>
          <p:cNvSpPr>
            <a:spLocks/>
          </p:cNvSpPr>
          <p:nvPr userDrawn="1"/>
        </p:nvSpPr>
        <p:spPr bwMode="auto">
          <a:xfrm>
            <a:off x="13336588" y="4479925"/>
            <a:ext cx="2778125" cy="3208338"/>
          </a:xfrm>
          <a:custGeom>
            <a:avLst/>
            <a:gdLst>
              <a:gd name="T0" fmla="*/ 1750 w 1750"/>
              <a:gd name="T1" fmla="*/ 1516 h 2021"/>
              <a:gd name="T2" fmla="*/ 1750 w 1750"/>
              <a:gd name="T3" fmla="*/ 505 h 2021"/>
              <a:gd name="T4" fmla="*/ 875 w 1750"/>
              <a:gd name="T5" fmla="*/ 0 h 2021"/>
              <a:gd name="T6" fmla="*/ 0 w 1750"/>
              <a:gd name="T7" fmla="*/ 505 h 2021"/>
              <a:gd name="T8" fmla="*/ 0 w 1750"/>
              <a:gd name="T9" fmla="*/ 1516 h 2021"/>
              <a:gd name="T10" fmla="*/ 875 w 1750"/>
              <a:gd name="T11" fmla="*/ 2021 h 2021"/>
              <a:gd name="T12" fmla="*/ 1750 w 1750"/>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50" h="2021">
                <a:moveTo>
                  <a:pt x="1750" y="1516"/>
                </a:moveTo>
                <a:lnTo>
                  <a:pt x="1750" y="505"/>
                </a:lnTo>
                <a:lnTo>
                  <a:pt x="875" y="0"/>
                </a:lnTo>
                <a:lnTo>
                  <a:pt x="0" y="505"/>
                </a:lnTo>
                <a:lnTo>
                  <a:pt x="0" y="1516"/>
                </a:lnTo>
                <a:lnTo>
                  <a:pt x="875" y="2021"/>
                </a:lnTo>
                <a:lnTo>
                  <a:pt x="1750"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9">
            <a:extLst>
              <a:ext uri="{FF2B5EF4-FFF2-40B4-BE49-F238E27FC236}">
                <a16:creationId xmlns:a16="http://schemas.microsoft.com/office/drawing/2014/main" id="{A84DEAAD-83E5-99C4-B418-E55A8B259D1A}"/>
              </a:ext>
            </a:extLst>
          </p:cNvPr>
          <p:cNvSpPr>
            <a:spLocks/>
          </p:cNvSpPr>
          <p:nvPr userDrawn="1"/>
        </p:nvSpPr>
        <p:spPr bwMode="auto">
          <a:xfrm>
            <a:off x="10560050" y="4479925"/>
            <a:ext cx="2776538" cy="3208338"/>
          </a:xfrm>
          <a:custGeom>
            <a:avLst/>
            <a:gdLst>
              <a:gd name="T0" fmla="*/ 1749 w 1749"/>
              <a:gd name="T1" fmla="*/ 1516 h 2021"/>
              <a:gd name="T2" fmla="*/ 1749 w 1749"/>
              <a:gd name="T3" fmla="*/ 505 h 2021"/>
              <a:gd name="T4" fmla="*/ 875 w 1749"/>
              <a:gd name="T5" fmla="*/ 0 h 2021"/>
              <a:gd name="T6" fmla="*/ 0 w 1749"/>
              <a:gd name="T7" fmla="*/ 505 h 2021"/>
              <a:gd name="T8" fmla="*/ 0 w 1749"/>
              <a:gd name="T9" fmla="*/ 1516 h 2021"/>
              <a:gd name="T10" fmla="*/ 875 w 1749"/>
              <a:gd name="T11" fmla="*/ 2021 h 2021"/>
              <a:gd name="T12" fmla="*/ 1749 w 1749"/>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49" h="2021">
                <a:moveTo>
                  <a:pt x="1749" y="1516"/>
                </a:moveTo>
                <a:lnTo>
                  <a:pt x="1749" y="505"/>
                </a:lnTo>
                <a:lnTo>
                  <a:pt x="875" y="0"/>
                </a:lnTo>
                <a:lnTo>
                  <a:pt x="0" y="505"/>
                </a:lnTo>
                <a:lnTo>
                  <a:pt x="0" y="1516"/>
                </a:lnTo>
                <a:lnTo>
                  <a:pt x="875" y="2021"/>
                </a:lnTo>
                <a:lnTo>
                  <a:pt x="1749"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Line 20">
            <a:extLst>
              <a:ext uri="{FF2B5EF4-FFF2-40B4-BE49-F238E27FC236}">
                <a16:creationId xmlns:a16="http://schemas.microsoft.com/office/drawing/2014/main" id="{175F6DE2-265B-D0A6-AE13-88164E3621A5}"/>
              </a:ext>
            </a:extLst>
          </p:cNvPr>
          <p:cNvSpPr>
            <a:spLocks noChangeShapeType="1"/>
          </p:cNvSpPr>
          <p:nvPr userDrawn="1"/>
        </p:nvSpPr>
        <p:spPr bwMode="auto">
          <a:xfrm>
            <a:off x="11949113" y="7689850"/>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Line 21">
            <a:extLst>
              <a:ext uri="{FF2B5EF4-FFF2-40B4-BE49-F238E27FC236}">
                <a16:creationId xmlns:a16="http://schemas.microsoft.com/office/drawing/2014/main" id="{910B7452-8ED1-3AD9-2161-F1743B9441AB}"/>
              </a:ext>
            </a:extLst>
          </p:cNvPr>
          <p:cNvSpPr>
            <a:spLocks noChangeShapeType="1"/>
          </p:cNvSpPr>
          <p:nvPr userDrawn="1"/>
        </p:nvSpPr>
        <p:spPr bwMode="auto">
          <a:xfrm>
            <a:off x="6386513" y="4478337"/>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Textfeld 24">
            <a:extLst>
              <a:ext uri="{FF2B5EF4-FFF2-40B4-BE49-F238E27FC236}">
                <a16:creationId xmlns:a16="http://schemas.microsoft.com/office/drawing/2014/main" id="{9B8747D7-331B-00F6-D427-3BB8FC4E1AE3}"/>
              </a:ext>
            </a:extLst>
          </p:cNvPr>
          <p:cNvSpPr txBox="1"/>
          <p:nvPr userDrawn="1"/>
        </p:nvSpPr>
        <p:spPr>
          <a:xfrm>
            <a:off x="863877" y="6195905"/>
            <a:ext cx="4876800" cy="461665"/>
          </a:xfrm>
          <a:prstGeom prst="rect">
            <a:avLst/>
          </a:prstGeom>
          <a:noFill/>
        </p:spPr>
        <p:txBody>
          <a:bodyPr wrap="square" rtlCol="0" anchor="b">
            <a:spAutoFit/>
          </a:bodyPr>
          <a:lstStyle/>
          <a:p>
            <a:r>
              <a:rPr lang="de-DE" sz="1200" b="1" i="0" u="none" dirty="0">
                <a:solidFill>
                  <a:schemeClr val="tx2"/>
                </a:solidFill>
                <a:latin typeface="Arial" panose="020B0604020202020204" pitchFamily="34" charset="0"/>
                <a:ea typeface="Gibson Medium" pitchFamily="50" charset="0"/>
                <a:cs typeface="Arial" panose="020B0604020202020204" pitchFamily="34" charset="0"/>
              </a:rPr>
              <a:t>konplan Schweiz AG </a:t>
            </a:r>
            <a:r>
              <a:rPr lang="de-DE" sz="1200" u="none" dirty="0">
                <a:solidFill>
                  <a:schemeClr val="tx2"/>
                </a:solidFill>
                <a:latin typeface="Arial" panose="020B0604020202020204" pitchFamily="34" charset="0"/>
                <a:ea typeface="Gibson Book" pitchFamily="50" charset="0"/>
                <a:cs typeface="Arial" panose="020B0604020202020204" pitchFamily="34" charset="0"/>
              </a:rPr>
              <a:t>| </a:t>
            </a:r>
            <a:r>
              <a:rPr lang="de-DE" sz="1200" u="none" dirty="0" err="1">
                <a:solidFill>
                  <a:schemeClr val="tx2"/>
                </a:solidFill>
                <a:latin typeface="Arial" panose="020B0604020202020204" pitchFamily="34" charset="0"/>
                <a:ea typeface="Gibson Book" pitchFamily="50" charset="0"/>
                <a:cs typeface="Arial" panose="020B0604020202020204" pitchFamily="34" charset="0"/>
              </a:rPr>
              <a:t>Buckhauserstrasse</a:t>
            </a:r>
            <a:r>
              <a:rPr lang="de-DE" sz="1200" u="none" dirty="0">
                <a:solidFill>
                  <a:schemeClr val="tx2"/>
                </a:solidFill>
                <a:latin typeface="Arial" panose="020B0604020202020204" pitchFamily="34" charset="0"/>
                <a:ea typeface="Gibson Book" pitchFamily="50" charset="0"/>
                <a:cs typeface="Arial" panose="020B0604020202020204" pitchFamily="34" charset="0"/>
              </a:rPr>
              <a:t> 36 | CH-8048 Zürich</a:t>
            </a:r>
          </a:p>
          <a:p>
            <a:r>
              <a:rPr lang="de-DE" sz="1200" u="none" dirty="0">
                <a:solidFill>
                  <a:schemeClr val="tx2"/>
                </a:solidFill>
                <a:latin typeface="Arial" panose="020B0604020202020204" pitchFamily="34" charset="0"/>
                <a:ea typeface="Gibson Book" pitchFamily="50" charset="0"/>
                <a:cs typeface="Arial" panose="020B0604020202020204" pitchFamily="34" charset="0"/>
              </a:rPr>
              <a:t>+41 41 799 30 10 | info@konplan.com | konplan.com</a:t>
            </a:r>
            <a:endParaRPr lang="de-CH" sz="1200" u="none" dirty="0">
              <a:solidFill>
                <a:schemeClr val="tx2"/>
              </a:solidFill>
              <a:latin typeface="Arial" panose="020B0604020202020204" pitchFamily="34" charset="0"/>
              <a:ea typeface="Gibson Book" pitchFamily="50" charset="0"/>
              <a:cs typeface="Arial" panose="020B0604020202020204" pitchFamily="34" charset="0"/>
            </a:endParaRPr>
          </a:p>
        </p:txBody>
      </p:sp>
      <p:pic>
        <p:nvPicPr>
          <p:cNvPr id="9" name="Grafik 8">
            <a:extLst>
              <a:ext uri="{FF2B5EF4-FFF2-40B4-BE49-F238E27FC236}">
                <a16:creationId xmlns:a16="http://schemas.microsoft.com/office/drawing/2014/main" id="{94B3F508-B5CB-852B-7C55-CEE8740FCB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2121" y="6282263"/>
            <a:ext cx="321053" cy="288948"/>
          </a:xfrm>
          <a:prstGeom prst="rect">
            <a:avLst/>
          </a:prstGeom>
        </p:spPr>
      </p:pic>
      <p:sp>
        <p:nvSpPr>
          <p:cNvPr id="29" name="Oval 15">
            <a:extLst>
              <a:ext uri="{FF2B5EF4-FFF2-40B4-BE49-F238E27FC236}">
                <a16:creationId xmlns:a16="http://schemas.microsoft.com/office/drawing/2014/main" id="{4CD62080-6AF6-B386-BFE5-D907B4A813F7}"/>
              </a:ext>
            </a:extLst>
          </p:cNvPr>
          <p:cNvSpPr>
            <a:spLocks noChangeArrowheads="1"/>
          </p:cNvSpPr>
          <p:nvPr userDrawn="1"/>
        </p:nvSpPr>
        <p:spPr bwMode="auto">
          <a:xfrm>
            <a:off x="10510836" y="385762"/>
            <a:ext cx="108000" cy="108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1" name="Oval 22">
            <a:extLst>
              <a:ext uri="{FF2B5EF4-FFF2-40B4-BE49-F238E27FC236}">
                <a16:creationId xmlns:a16="http://schemas.microsoft.com/office/drawing/2014/main" id="{A8EBBBF6-80C1-F92A-E9D8-BD9ECB80F45F}"/>
              </a:ext>
            </a:extLst>
          </p:cNvPr>
          <p:cNvSpPr>
            <a:spLocks noChangeArrowheads="1"/>
          </p:cNvSpPr>
          <p:nvPr userDrawn="1"/>
        </p:nvSpPr>
        <p:spPr bwMode="auto">
          <a:xfrm>
            <a:off x="7727131" y="5217053"/>
            <a:ext cx="108000" cy="108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pic>
        <p:nvPicPr>
          <p:cNvPr id="3" name="Grafik 2">
            <a:hlinkClick r:id="rId4"/>
            <a:extLst>
              <a:ext uri="{FF2B5EF4-FFF2-40B4-BE49-F238E27FC236}">
                <a16:creationId xmlns:a16="http://schemas.microsoft.com/office/drawing/2014/main" id="{6A71E0CA-790A-3D33-31D7-7F270555F283}"/>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1350723" y="6249700"/>
            <a:ext cx="280800" cy="329636"/>
          </a:xfrm>
          <a:prstGeom prst="rect">
            <a:avLst/>
          </a:prstGeom>
        </p:spPr>
      </p:pic>
      <p:pic>
        <p:nvPicPr>
          <p:cNvPr id="17" name="Grafik 16">
            <a:hlinkClick r:id="rId7"/>
            <a:extLst>
              <a:ext uri="{FF2B5EF4-FFF2-40B4-BE49-F238E27FC236}">
                <a16:creationId xmlns:a16="http://schemas.microsoft.com/office/drawing/2014/main" id="{24A5D5D0-A162-7375-466F-D951F2170482}"/>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0700894" y="6249700"/>
            <a:ext cx="273654" cy="321247"/>
          </a:xfrm>
          <a:prstGeom prst="rect">
            <a:avLst/>
          </a:prstGeom>
        </p:spPr>
      </p:pic>
      <p:pic>
        <p:nvPicPr>
          <p:cNvPr id="24" name="Grafik 23">
            <a:hlinkClick r:id="rId10"/>
            <a:extLst>
              <a:ext uri="{FF2B5EF4-FFF2-40B4-BE49-F238E27FC236}">
                <a16:creationId xmlns:a16="http://schemas.microsoft.com/office/drawing/2014/main" id="{8A2B0FDF-F17A-1F15-1F17-C94550E23FE2}"/>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11021017" y="6249700"/>
            <a:ext cx="280800" cy="317425"/>
          </a:xfrm>
          <a:prstGeom prst="rect">
            <a:avLst/>
          </a:prstGeom>
        </p:spPr>
      </p:pic>
      <p:pic>
        <p:nvPicPr>
          <p:cNvPr id="32" name="Grafik 31">
            <a:hlinkClick r:id="rId13"/>
            <a:extLst>
              <a:ext uri="{FF2B5EF4-FFF2-40B4-BE49-F238E27FC236}">
                <a16:creationId xmlns:a16="http://schemas.microsoft.com/office/drawing/2014/main" id="{F2674AFB-90F4-1F1C-117F-A4BE488839B8}"/>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1673577" y="6249700"/>
            <a:ext cx="280800" cy="329636"/>
          </a:xfrm>
          <a:prstGeom prst="rect">
            <a:avLst/>
          </a:prstGeom>
        </p:spPr>
      </p:pic>
      <p:sp>
        <p:nvSpPr>
          <p:cNvPr id="26" name="Titel 1">
            <a:extLst>
              <a:ext uri="{FF2B5EF4-FFF2-40B4-BE49-F238E27FC236}">
                <a16:creationId xmlns:a16="http://schemas.microsoft.com/office/drawing/2014/main" id="{56CCA192-016D-E113-0EAE-25B2F8A1B68B}"/>
              </a:ext>
            </a:extLst>
          </p:cNvPr>
          <p:cNvSpPr>
            <a:spLocks noGrp="1"/>
          </p:cNvSpPr>
          <p:nvPr>
            <p:ph type="title" hasCustomPrompt="1"/>
          </p:nvPr>
        </p:nvSpPr>
        <p:spPr>
          <a:xfrm>
            <a:off x="492121" y="976313"/>
            <a:ext cx="9672605" cy="871869"/>
          </a:xfrm>
        </p:spPr>
        <p:txBody>
          <a:bodyPr anchor="t"/>
          <a:lstStyle>
            <a:lvl1pPr>
              <a:defRPr sz="3000">
                <a:latin typeface="Arial" panose="020B0604020202020204" pitchFamily="34" charset="0"/>
                <a:cs typeface="Arial" panose="020B0604020202020204" pitchFamily="34" charset="0"/>
              </a:defRPr>
            </a:lvl1pPr>
          </a:lstStyle>
          <a:p>
            <a:r>
              <a:rPr lang="de-DE" dirty="0"/>
              <a:t>Vielen Dank!</a:t>
            </a:r>
            <a:endParaRPr lang="de-CH" dirty="0"/>
          </a:p>
        </p:txBody>
      </p:sp>
    </p:spTree>
    <p:extLst>
      <p:ext uri="{BB962C8B-B14F-4D97-AF65-F5344CB8AC3E}">
        <p14:creationId xmlns:p14="http://schemas.microsoft.com/office/powerpoint/2010/main" val="21267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chlussfolie Mannheim">
    <p:spTree>
      <p:nvGrpSpPr>
        <p:cNvPr id="1" name=""/>
        <p:cNvGrpSpPr/>
        <p:nvPr/>
      </p:nvGrpSpPr>
      <p:grpSpPr>
        <a:xfrm>
          <a:off x="0" y="0"/>
          <a:ext cx="0" cy="0"/>
          <a:chOff x="0" y="0"/>
          <a:chExt cx="0" cy="0"/>
        </a:xfrm>
      </p:grpSpPr>
      <p:sp>
        <p:nvSpPr>
          <p:cNvPr id="27" name="Rechteck 26">
            <a:extLst>
              <a:ext uri="{FF2B5EF4-FFF2-40B4-BE49-F238E27FC236}">
                <a16:creationId xmlns:a16="http://schemas.microsoft.com/office/drawing/2014/main" id="{594A858A-EEED-8BC4-1FCF-7C2D864CAC20}"/>
              </a:ext>
            </a:extLst>
          </p:cNvPr>
          <p:cNvSpPr/>
          <p:nvPr userDrawn="1"/>
        </p:nvSpPr>
        <p:spPr>
          <a:xfrm>
            <a:off x="270788" y="6084094"/>
            <a:ext cx="722101" cy="720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Rechteck 12">
            <a:extLst>
              <a:ext uri="{FF2B5EF4-FFF2-40B4-BE49-F238E27FC236}">
                <a16:creationId xmlns:a16="http://schemas.microsoft.com/office/drawing/2014/main" id="{960DBD23-D4A9-A2AF-C49F-32A797EA0720}"/>
              </a:ext>
            </a:extLst>
          </p:cNvPr>
          <p:cNvSpPr/>
          <p:nvPr userDrawn="1"/>
        </p:nvSpPr>
        <p:spPr>
          <a:xfrm>
            <a:off x="10554269" y="5897527"/>
            <a:ext cx="1637731" cy="9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4" name="Line 5">
            <a:extLst>
              <a:ext uri="{FF2B5EF4-FFF2-40B4-BE49-F238E27FC236}">
                <a16:creationId xmlns:a16="http://schemas.microsoft.com/office/drawing/2014/main" id="{1F406CAB-59FB-CC5D-E2D9-48E9C6759415}"/>
              </a:ext>
            </a:extLst>
          </p:cNvPr>
          <p:cNvSpPr>
            <a:spLocks noChangeShapeType="1"/>
          </p:cNvSpPr>
          <p:nvPr userDrawn="1"/>
        </p:nvSpPr>
        <p:spPr bwMode="auto">
          <a:xfrm>
            <a:off x="9170988" y="7688262"/>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 name="Freeform 6">
            <a:extLst>
              <a:ext uri="{FF2B5EF4-FFF2-40B4-BE49-F238E27FC236}">
                <a16:creationId xmlns:a16="http://schemas.microsoft.com/office/drawing/2014/main" id="{B37AC830-5557-B7DE-D203-6075457BD275}"/>
              </a:ext>
            </a:extLst>
          </p:cNvPr>
          <p:cNvSpPr>
            <a:spLocks/>
          </p:cNvSpPr>
          <p:nvPr userDrawn="1"/>
        </p:nvSpPr>
        <p:spPr bwMode="auto">
          <a:xfrm>
            <a:off x="10698163" y="-173038"/>
            <a:ext cx="2498725" cy="2887663"/>
          </a:xfrm>
          <a:custGeom>
            <a:avLst/>
            <a:gdLst>
              <a:gd name="T0" fmla="*/ 1574 w 1574"/>
              <a:gd name="T1" fmla="*/ 1365 h 1819"/>
              <a:gd name="T2" fmla="*/ 1574 w 1574"/>
              <a:gd name="T3" fmla="*/ 456 h 1819"/>
              <a:gd name="T4" fmla="*/ 788 w 1574"/>
              <a:gd name="T5" fmla="*/ 0 h 1819"/>
              <a:gd name="T6" fmla="*/ 0 w 1574"/>
              <a:gd name="T7" fmla="*/ 456 h 1819"/>
              <a:gd name="T8" fmla="*/ 0 w 1574"/>
              <a:gd name="T9" fmla="*/ 1365 h 1819"/>
              <a:gd name="T10" fmla="*/ 788 w 1574"/>
              <a:gd name="T11" fmla="*/ 1819 h 1819"/>
              <a:gd name="T12" fmla="*/ 1574 w 1574"/>
              <a:gd name="T13" fmla="*/ 1365 h 1819"/>
            </a:gdLst>
            <a:ahLst/>
            <a:cxnLst>
              <a:cxn ang="0">
                <a:pos x="T0" y="T1"/>
              </a:cxn>
              <a:cxn ang="0">
                <a:pos x="T2" y="T3"/>
              </a:cxn>
              <a:cxn ang="0">
                <a:pos x="T4" y="T5"/>
              </a:cxn>
              <a:cxn ang="0">
                <a:pos x="T6" y="T7"/>
              </a:cxn>
              <a:cxn ang="0">
                <a:pos x="T8" y="T9"/>
              </a:cxn>
              <a:cxn ang="0">
                <a:pos x="T10" y="T11"/>
              </a:cxn>
              <a:cxn ang="0">
                <a:pos x="T12" y="T13"/>
              </a:cxn>
            </a:cxnLst>
            <a:rect l="0" t="0" r="r" b="b"/>
            <a:pathLst>
              <a:path w="1574" h="1819">
                <a:moveTo>
                  <a:pt x="1574" y="1365"/>
                </a:moveTo>
                <a:lnTo>
                  <a:pt x="1574" y="456"/>
                </a:lnTo>
                <a:lnTo>
                  <a:pt x="788" y="0"/>
                </a:lnTo>
                <a:lnTo>
                  <a:pt x="0" y="456"/>
                </a:lnTo>
                <a:lnTo>
                  <a:pt x="0" y="1365"/>
                </a:lnTo>
                <a:lnTo>
                  <a:pt x="788" y="1819"/>
                </a:lnTo>
                <a:lnTo>
                  <a:pt x="1574" y="1365"/>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6" name="Freeform 7">
            <a:extLst>
              <a:ext uri="{FF2B5EF4-FFF2-40B4-BE49-F238E27FC236}">
                <a16:creationId xmlns:a16="http://schemas.microsoft.com/office/drawing/2014/main" id="{AF58C60F-C8DA-B881-B15D-8E7082FDE404}"/>
              </a:ext>
            </a:extLst>
          </p:cNvPr>
          <p:cNvSpPr>
            <a:spLocks/>
          </p:cNvSpPr>
          <p:nvPr userDrawn="1"/>
        </p:nvSpPr>
        <p:spPr bwMode="auto">
          <a:xfrm>
            <a:off x="6530975" y="2233612"/>
            <a:ext cx="2500313" cy="2887663"/>
          </a:xfrm>
          <a:custGeom>
            <a:avLst/>
            <a:gdLst>
              <a:gd name="T0" fmla="*/ 1575 w 1575"/>
              <a:gd name="T1" fmla="*/ 1364 h 1819"/>
              <a:gd name="T2" fmla="*/ 1575 w 1575"/>
              <a:gd name="T3" fmla="*/ 454 h 1819"/>
              <a:gd name="T4" fmla="*/ 787 w 1575"/>
              <a:gd name="T5" fmla="*/ 0 h 1819"/>
              <a:gd name="T6" fmla="*/ 0 w 1575"/>
              <a:gd name="T7" fmla="*/ 454 h 1819"/>
              <a:gd name="T8" fmla="*/ 0 w 1575"/>
              <a:gd name="T9" fmla="*/ 1364 h 1819"/>
              <a:gd name="T10" fmla="*/ 787 w 1575"/>
              <a:gd name="T11" fmla="*/ 1819 h 1819"/>
              <a:gd name="T12" fmla="*/ 1575 w 1575"/>
              <a:gd name="T13" fmla="*/ 1364 h 1819"/>
            </a:gdLst>
            <a:ahLst/>
            <a:cxnLst>
              <a:cxn ang="0">
                <a:pos x="T0" y="T1"/>
              </a:cxn>
              <a:cxn ang="0">
                <a:pos x="T2" y="T3"/>
              </a:cxn>
              <a:cxn ang="0">
                <a:pos x="T4" y="T5"/>
              </a:cxn>
              <a:cxn ang="0">
                <a:pos x="T6" y="T7"/>
              </a:cxn>
              <a:cxn ang="0">
                <a:pos x="T8" y="T9"/>
              </a:cxn>
              <a:cxn ang="0">
                <a:pos x="T10" y="T11"/>
              </a:cxn>
              <a:cxn ang="0">
                <a:pos x="T12" y="T13"/>
              </a:cxn>
            </a:cxnLst>
            <a:rect l="0" t="0" r="r" b="b"/>
            <a:pathLst>
              <a:path w="1575" h="1819">
                <a:moveTo>
                  <a:pt x="1575" y="1364"/>
                </a:moveTo>
                <a:lnTo>
                  <a:pt x="1575" y="454"/>
                </a:lnTo>
                <a:lnTo>
                  <a:pt x="787" y="0"/>
                </a:lnTo>
                <a:lnTo>
                  <a:pt x="0" y="454"/>
                </a:lnTo>
                <a:lnTo>
                  <a:pt x="0" y="1364"/>
                </a:lnTo>
                <a:lnTo>
                  <a:pt x="787" y="1819"/>
                </a:lnTo>
                <a:lnTo>
                  <a:pt x="1575" y="1364"/>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7" name="Freeform 8">
            <a:extLst>
              <a:ext uri="{FF2B5EF4-FFF2-40B4-BE49-F238E27FC236}">
                <a16:creationId xmlns:a16="http://schemas.microsoft.com/office/drawing/2014/main" id="{006BE7F1-CDBD-4B0A-7B3B-BECA19DADBFA}"/>
              </a:ext>
            </a:extLst>
          </p:cNvPr>
          <p:cNvSpPr>
            <a:spLocks/>
          </p:cNvSpPr>
          <p:nvPr userDrawn="1"/>
        </p:nvSpPr>
        <p:spPr bwMode="auto">
          <a:xfrm>
            <a:off x="13336588" y="-331788"/>
            <a:ext cx="2778125" cy="3208338"/>
          </a:xfrm>
          <a:custGeom>
            <a:avLst/>
            <a:gdLst>
              <a:gd name="T0" fmla="*/ 1750 w 1750"/>
              <a:gd name="T1" fmla="*/ 1516 h 2021"/>
              <a:gd name="T2" fmla="*/ 1750 w 1750"/>
              <a:gd name="T3" fmla="*/ 506 h 2021"/>
              <a:gd name="T4" fmla="*/ 875 w 1750"/>
              <a:gd name="T5" fmla="*/ 0 h 2021"/>
              <a:gd name="T6" fmla="*/ 0 w 1750"/>
              <a:gd name="T7" fmla="*/ 506 h 2021"/>
              <a:gd name="T8" fmla="*/ 0 w 1750"/>
              <a:gd name="T9" fmla="*/ 1516 h 2021"/>
              <a:gd name="T10" fmla="*/ 875 w 1750"/>
              <a:gd name="T11" fmla="*/ 2021 h 2021"/>
              <a:gd name="T12" fmla="*/ 1750 w 1750"/>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50" h="2021">
                <a:moveTo>
                  <a:pt x="1750" y="1516"/>
                </a:moveTo>
                <a:lnTo>
                  <a:pt x="1750" y="506"/>
                </a:lnTo>
                <a:lnTo>
                  <a:pt x="875" y="0"/>
                </a:lnTo>
                <a:lnTo>
                  <a:pt x="0" y="506"/>
                </a:lnTo>
                <a:lnTo>
                  <a:pt x="0" y="1516"/>
                </a:lnTo>
                <a:lnTo>
                  <a:pt x="875" y="2021"/>
                </a:lnTo>
                <a:lnTo>
                  <a:pt x="1750"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8" name="Line 9">
            <a:extLst>
              <a:ext uri="{FF2B5EF4-FFF2-40B4-BE49-F238E27FC236}">
                <a16:creationId xmlns:a16="http://schemas.microsoft.com/office/drawing/2014/main" id="{BED2A7BD-562A-1FC2-68FC-6090E1053480}"/>
              </a:ext>
            </a:extLst>
          </p:cNvPr>
          <p:cNvSpPr>
            <a:spLocks noChangeShapeType="1"/>
          </p:cNvSpPr>
          <p:nvPr userDrawn="1"/>
        </p:nvSpPr>
        <p:spPr bwMode="auto">
          <a:xfrm>
            <a:off x="11949113" y="-331788"/>
            <a:ext cx="0" cy="0"/>
          </a:xfrm>
          <a:prstGeom prst="line">
            <a:avLst/>
          </a:prstGeom>
          <a:noFill/>
          <a:ln w="25400" cap="rnd">
            <a:solidFill>
              <a:srgbClr val="004C5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0" name="Line 10">
            <a:extLst>
              <a:ext uri="{FF2B5EF4-FFF2-40B4-BE49-F238E27FC236}">
                <a16:creationId xmlns:a16="http://schemas.microsoft.com/office/drawing/2014/main" id="{79D99896-AC79-2F02-18CD-99BEC873E56B}"/>
              </a:ext>
            </a:extLst>
          </p:cNvPr>
          <p:cNvSpPr>
            <a:spLocks noChangeShapeType="1"/>
          </p:cNvSpPr>
          <p:nvPr userDrawn="1"/>
        </p:nvSpPr>
        <p:spPr bwMode="auto">
          <a:xfrm>
            <a:off x="13336588" y="471487"/>
            <a:ext cx="0" cy="0"/>
          </a:xfrm>
          <a:prstGeom prst="line">
            <a:avLst/>
          </a:prstGeom>
          <a:noFill/>
          <a:ln w="25400" cap="rnd">
            <a:solidFill>
              <a:srgbClr val="004C5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1" name="Freeform 11">
            <a:extLst>
              <a:ext uri="{FF2B5EF4-FFF2-40B4-BE49-F238E27FC236}">
                <a16:creationId xmlns:a16="http://schemas.microsoft.com/office/drawing/2014/main" id="{7520B182-3F18-03F0-E836-27C243E3AC88}"/>
              </a:ext>
            </a:extLst>
          </p:cNvPr>
          <p:cNvSpPr>
            <a:spLocks/>
          </p:cNvSpPr>
          <p:nvPr userDrawn="1"/>
        </p:nvSpPr>
        <p:spPr bwMode="auto">
          <a:xfrm>
            <a:off x="10560050" y="471487"/>
            <a:ext cx="2776538" cy="2405063"/>
          </a:xfrm>
          <a:custGeom>
            <a:avLst/>
            <a:gdLst>
              <a:gd name="T0" fmla="*/ 0 w 1749"/>
              <a:gd name="T1" fmla="*/ 0 h 1515"/>
              <a:gd name="T2" fmla="*/ 0 w 1749"/>
              <a:gd name="T3" fmla="*/ 1010 h 1515"/>
              <a:gd name="T4" fmla="*/ 875 w 1749"/>
              <a:gd name="T5" fmla="*/ 1515 h 1515"/>
              <a:gd name="T6" fmla="*/ 1749 w 1749"/>
              <a:gd name="T7" fmla="*/ 1010 h 1515"/>
              <a:gd name="T8" fmla="*/ 1749 w 1749"/>
              <a:gd name="T9" fmla="*/ 0 h 1515"/>
            </a:gdLst>
            <a:ahLst/>
            <a:cxnLst>
              <a:cxn ang="0">
                <a:pos x="T0" y="T1"/>
              </a:cxn>
              <a:cxn ang="0">
                <a:pos x="T2" y="T3"/>
              </a:cxn>
              <a:cxn ang="0">
                <a:pos x="T4" y="T5"/>
              </a:cxn>
              <a:cxn ang="0">
                <a:pos x="T6" y="T7"/>
              </a:cxn>
              <a:cxn ang="0">
                <a:pos x="T8" y="T9"/>
              </a:cxn>
            </a:cxnLst>
            <a:rect l="0" t="0" r="r" b="b"/>
            <a:pathLst>
              <a:path w="1749" h="1515">
                <a:moveTo>
                  <a:pt x="0" y="0"/>
                </a:moveTo>
                <a:lnTo>
                  <a:pt x="0" y="1010"/>
                </a:lnTo>
                <a:lnTo>
                  <a:pt x="875" y="1515"/>
                </a:lnTo>
                <a:lnTo>
                  <a:pt x="1749" y="1010"/>
                </a:lnTo>
                <a:lnTo>
                  <a:pt x="1749" y="0"/>
                </a:lnTo>
              </a:path>
            </a:pathLst>
          </a:custGeom>
          <a:noFill/>
          <a:ln w="25400"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12">
            <a:extLst>
              <a:ext uri="{FF2B5EF4-FFF2-40B4-BE49-F238E27FC236}">
                <a16:creationId xmlns:a16="http://schemas.microsoft.com/office/drawing/2014/main" id="{A7C701C7-B98F-0610-0255-B4AB69B36B56}"/>
              </a:ext>
            </a:extLst>
          </p:cNvPr>
          <p:cNvSpPr>
            <a:spLocks/>
          </p:cNvSpPr>
          <p:nvPr userDrawn="1"/>
        </p:nvSpPr>
        <p:spPr bwMode="auto">
          <a:xfrm>
            <a:off x="11949113" y="2074862"/>
            <a:ext cx="2776538" cy="3206750"/>
          </a:xfrm>
          <a:custGeom>
            <a:avLst/>
            <a:gdLst>
              <a:gd name="T0" fmla="*/ 1749 w 1749"/>
              <a:gd name="T1" fmla="*/ 1514 h 2020"/>
              <a:gd name="T2" fmla="*/ 1749 w 1749"/>
              <a:gd name="T3" fmla="*/ 504 h 2020"/>
              <a:gd name="T4" fmla="*/ 874 w 1749"/>
              <a:gd name="T5" fmla="*/ 0 h 2020"/>
              <a:gd name="T6" fmla="*/ 0 w 1749"/>
              <a:gd name="T7" fmla="*/ 504 h 2020"/>
              <a:gd name="T8" fmla="*/ 0 w 1749"/>
              <a:gd name="T9" fmla="*/ 1514 h 2020"/>
              <a:gd name="T10" fmla="*/ 874 w 1749"/>
              <a:gd name="T11" fmla="*/ 2020 h 2020"/>
              <a:gd name="T12" fmla="*/ 1749 w 1749"/>
              <a:gd name="T13" fmla="*/ 1514 h 2020"/>
            </a:gdLst>
            <a:ahLst/>
            <a:cxnLst>
              <a:cxn ang="0">
                <a:pos x="T0" y="T1"/>
              </a:cxn>
              <a:cxn ang="0">
                <a:pos x="T2" y="T3"/>
              </a:cxn>
              <a:cxn ang="0">
                <a:pos x="T4" y="T5"/>
              </a:cxn>
              <a:cxn ang="0">
                <a:pos x="T6" y="T7"/>
              </a:cxn>
              <a:cxn ang="0">
                <a:pos x="T8" y="T9"/>
              </a:cxn>
              <a:cxn ang="0">
                <a:pos x="T10" y="T11"/>
              </a:cxn>
              <a:cxn ang="0">
                <a:pos x="T12" y="T13"/>
              </a:cxn>
            </a:cxnLst>
            <a:rect l="0" t="0" r="r" b="b"/>
            <a:pathLst>
              <a:path w="1749" h="2020">
                <a:moveTo>
                  <a:pt x="1749" y="1514"/>
                </a:moveTo>
                <a:lnTo>
                  <a:pt x="1749" y="504"/>
                </a:lnTo>
                <a:lnTo>
                  <a:pt x="874" y="0"/>
                </a:lnTo>
                <a:lnTo>
                  <a:pt x="0" y="504"/>
                </a:lnTo>
                <a:lnTo>
                  <a:pt x="0" y="1514"/>
                </a:lnTo>
                <a:lnTo>
                  <a:pt x="874" y="2020"/>
                </a:lnTo>
                <a:lnTo>
                  <a:pt x="1749" y="1514"/>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13">
            <a:extLst>
              <a:ext uri="{FF2B5EF4-FFF2-40B4-BE49-F238E27FC236}">
                <a16:creationId xmlns:a16="http://schemas.microsoft.com/office/drawing/2014/main" id="{E4E703D6-B7FC-1AAD-D08D-E78FBAD482BC}"/>
              </a:ext>
            </a:extLst>
          </p:cNvPr>
          <p:cNvSpPr>
            <a:spLocks/>
          </p:cNvSpPr>
          <p:nvPr userDrawn="1"/>
        </p:nvSpPr>
        <p:spPr bwMode="auto">
          <a:xfrm>
            <a:off x="9170988" y="2074862"/>
            <a:ext cx="2778125" cy="3206750"/>
          </a:xfrm>
          <a:custGeom>
            <a:avLst/>
            <a:gdLst>
              <a:gd name="T0" fmla="*/ 1750 w 1750"/>
              <a:gd name="T1" fmla="*/ 1514 h 2020"/>
              <a:gd name="T2" fmla="*/ 1750 w 1750"/>
              <a:gd name="T3" fmla="*/ 504 h 2020"/>
              <a:gd name="T4" fmla="*/ 875 w 1750"/>
              <a:gd name="T5" fmla="*/ 0 h 2020"/>
              <a:gd name="T6" fmla="*/ 0 w 1750"/>
              <a:gd name="T7" fmla="*/ 504 h 2020"/>
              <a:gd name="T8" fmla="*/ 0 w 1750"/>
              <a:gd name="T9" fmla="*/ 1514 h 2020"/>
              <a:gd name="T10" fmla="*/ 875 w 1750"/>
              <a:gd name="T11" fmla="*/ 2020 h 2020"/>
              <a:gd name="T12" fmla="*/ 1750 w 1750"/>
              <a:gd name="T13" fmla="*/ 1514 h 2020"/>
            </a:gdLst>
            <a:ahLst/>
            <a:cxnLst>
              <a:cxn ang="0">
                <a:pos x="T0" y="T1"/>
              </a:cxn>
              <a:cxn ang="0">
                <a:pos x="T2" y="T3"/>
              </a:cxn>
              <a:cxn ang="0">
                <a:pos x="T4" y="T5"/>
              </a:cxn>
              <a:cxn ang="0">
                <a:pos x="T6" y="T7"/>
              </a:cxn>
              <a:cxn ang="0">
                <a:pos x="T8" y="T9"/>
              </a:cxn>
              <a:cxn ang="0">
                <a:pos x="T10" y="T11"/>
              </a:cxn>
              <a:cxn ang="0">
                <a:pos x="T12" y="T13"/>
              </a:cxn>
            </a:cxnLst>
            <a:rect l="0" t="0" r="r" b="b"/>
            <a:pathLst>
              <a:path w="1750" h="2020">
                <a:moveTo>
                  <a:pt x="1750" y="1514"/>
                </a:moveTo>
                <a:lnTo>
                  <a:pt x="1750" y="504"/>
                </a:lnTo>
                <a:lnTo>
                  <a:pt x="875" y="0"/>
                </a:lnTo>
                <a:lnTo>
                  <a:pt x="0" y="504"/>
                </a:lnTo>
                <a:lnTo>
                  <a:pt x="0" y="1514"/>
                </a:lnTo>
                <a:lnTo>
                  <a:pt x="875" y="2020"/>
                </a:lnTo>
                <a:lnTo>
                  <a:pt x="1750" y="1514"/>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4">
            <a:extLst>
              <a:ext uri="{FF2B5EF4-FFF2-40B4-BE49-F238E27FC236}">
                <a16:creationId xmlns:a16="http://schemas.microsoft.com/office/drawing/2014/main" id="{E67A5DA1-29F7-C087-43D1-92F5C5A64E77}"/>
              </a:ext>
            </a:extLst>
          </p:cNvPr>
          <p:cNvSpPr>
            <a:spLocks/>
          </p:cNvSpPr>
          <p:nvPr userDrawn="1"/>
        </p:nvSpPr>
        <p:spPr bwMode="auto">
          <a:xfrm>
            <a:off x="6391275" y="2074862"/>
            <a:ext cx="2779713" cy="3206750"/>
          </a:xfrm>
          <a:custGeom>
            <a:avLst/>
            <a:gdLst>
              <a:gd name="T0" fmla="*/ 1751 w 1751"/>
              <a:gd name="T1" fmla="*/ 1514 h 2020"/>
              <a:gd name="T2" fmla="*/ 1751 w 1751"/>
              <a:gd name="T3" fmla="*/ 504 h 2020"/>
              <a:gd name="T4" fmla="*/ 875 w 1751"/>
              <a:gd name="T5" fmla="*/ 0 h 2020"/>
              <a:gd name="T6" fmla="*/ 0 w 1751"/>
              <a:gd name="T7" fmla="*/ 504 h 2020"/>
              <a:gd name="T8" fmla="*/ 0 w 1751"/>
              <a:gd name="T9" fmla="*/ 1514 h 2020"/>
              <a:gd name="T10" fmla="*/ 875 w 1751"/>
              <a:gd name="T11" fmla="*/ 2020 h 2020"/>
            </a:gdLst>
            <a:ahLst/>
            <a:cxnLst>
              <a:cxn ang="0">
                <a:pos x="T0" y="T1"/>
              </a:cxn>
              <a:cxn ang="0">
                <a:pos x="T2" y="T3"/>
              </a:cxn>
              <a:cxn ang="0">
                <a:pos x="T4" y="T5"/>
              </a:cxn>
              <a:cxn ang="0">
                <a:pos x="T6" y="T7"/>
              </a:cxn>
              <a:cxn ang="0">
                <a:pos x="T8" y="T9"/>
              </a:cxn>
              <a:cxn ang="0">
                <a:pos x="T10" y="T11"/>
              </a:cxn>
            </a:cxnLst>
            <a:rect l="0" t="0" r="r" b="b"/>
            <a:pathLst>
              <a:path w="1751" h="2020">
                <a:moveTo>
                  <a:pt x="1751" y="1514"/>
                </a:moveTo>
                <a:lnTo>
                  <a:pt x="1751" y="504"/>
                </a:lnTo>
                <a:lnTo>
                  <a:pt x="875" y="0"/>
                </a:lnTo>
                <a:lnTo>
                  <a:pt x="0" y="504"/>
                </a:lnTo>
                <a:lnTo>
                  <a:pt x="0" y="1514"/>
                </a:lnTo>
                <a:lnTo>
                  <a:pt x="875" y="2020"/>
                </a:lnTo>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Line 16">
            <a:extLst>
              <a:ext uri="{FF2B5EF4-FFF2-40B4-BE49-F238E27FC236}">
                <a16:creationId xmlns:a16="http://schemas.microsoft.com/office/drawing/2014/main" id="{473F96AE-C531-0940-ACDA-DFC3733D0878}"/>
              </a:ext>
            </a:extLst>
          </p:cNvPr>
          <p:cNvSpPr>
            <a:spLocks noChangeShapeType="1"/>
          </p:cNvSpPr>
          <p:nvPr userDrawn="1"/>
        </p:nvSpPr>
        <p:spPr bwMode="auto">
          <a:xfrm>
            <a:off x="10560050" y="5281612"/>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Line 17">
            <a:extLst>
              <a:ext uri="{FF2B5EF4-FFF2-40B4-BE49-F238E27FC236}">
                <a16:creationId xmlns:a16="http://schemas.microsoft.com/office/drawing/2014/main" id="{7966B1CE-D3A3-E9D1-9D47-4F019B90854F}"/>
              </a:ext>
            </a:extLst>
          </p:cNvPr>
          <p:cNvSpPr>
            <a:spLocks noChangeShapeType="1"/>
          </p:cNvSpPr>
          <p:nvPr userDrawn="1"/>
        </p:nvSpPr>
        <p:spPr bwMode="auto">
          <a:xfrm>
            <a:off x="10560050" y="6886575"/>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18">
            <a:extLst>
              <a:ext uri="{FF2B5EF4-FFF2-40B4-BE49-F238E27FC236}">
                <a16:creationId xmlns:a16="http://schemas.microsoft.com/office/drawing/2014/main" id="{7FBE531A-E90B-D3A9-D7BF-607A7AAE15EC}"/>
              </a:ext>
            </a:extLst>
          </p:cNvPr>
          <p:cNvSpPr>
            <a:spLocks/>
          </p:cNvSpPr>
          <p:nvPr userDrawn="1"/>
        </p:nvSpPr>
        <p:spPr bwMode="auto">
          <a:xfrm>
            <a:off x="13336588" y="4479925"/>
            <a:ext cx="2778125" cy="3208338"/>
          </a:xfrm>
          <a:custGeom>
            <a:avLst/>
            <a:gdLst>
              <a:gd name="T0" fmla="*/ 1750 w 1750"/>
              <a:gd name="T1" fmla="*/ 1516 h 2021"/>
              <a:gd name="T2" fmla="*/ 1750 w 1750"/>
              <a:gd name="T3" fmla="*/ 505 h 2021"/>
              <a:gd name="T4" fmla="*/ 875 w 1750"/>
              <a:gd name="T5" fmla="*/ 0 h 2021"/>
              <a:gd name="T6" fmla="*/ 0 w 1750"/>
              <a:gd name="T7" fmla="*/ 505 h 2021"/>
              <a:gd name="T8" fmla="*/ 0 w 1750"/>
              <a:gd name="T9" fmla="*/ 1516 h 2021"/>
              <a:gd name="T10" fmla="*/ 875 w 1750"/>
              <a:gd name="T11" fmla="*/ 2021 h 2021"/>
              <a:gd name="T12" fmla="*/ 1750 w 1750"/>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50" h="2021">
                <a:moveTo>
                  <a:pt x="1750" y="1516"/>
                </a:moveTo>
                <a:lnTo>
                  <a:pt x="1750" y="505"/>
                </a:lnTo>
                <a:lnTo>
                  <a:pt x="875" y="0"/>
                </a:lnTo>
                <a:lnTo>
                  <a:pt x="0" y="505"/>
                </a:lnTo>
                <a:lnTo>
                  <a:pt x="0" y="1516"/>
                </a:lnTo>
                <a:lnTo>
                  <a:pt x="875" y="2021"/>
                </a:lnTo>
                <a:lnTo>
                  <a:pt x="1750"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9">
            <a:extLst>
              <a:ext uri="{FF2B5EF4-FFF2-40B4-BE49-F238E27FC236}">
                <a16:creationId xmlns:a16="http://schemas.microsoft.com/office/drawing/2014/main" id="{A84DEAAD-83E5-99C4-B418-E55A8B259D1A}"/>
              </a:ext>
            </a:extLst>
          </p:cNvPr>
          <p:cNvSpPr>
            <a:spLocks/>
          </p:cNvSpPr>
          <p:nvPr userDrawn="1"/>
        </p:nvSpPr>
        <p:spPr bwMode="auto">
          <a:xfrm>
            <a:off x="10560050" y="4479925"/>
            <a:ext cx="2776538" cy="3208338"/>
          </a:xfrm>
          <a:custGeom>
            <a:avLst/>
            <a:gdLst>
              <a:gd name="T0" fmla="*/ 1749 w 1749"/>
              <a:gd name="T1" fmla="*/ 1516 h 2021"/>
              <a:gd name="T2" fmla="*/ 1749 w 1749"/>
              <a:gd name="T3" fmla="*/ 505 h 2021"/>
              <a:gd name="T4" fmla="*/ 875 w 1749"/>
              <a:gd name="T5" fmla="*/ 0 h 2021"/>
              <a:gd name="T6" fmla="*/ 0 w 1749"/>
              <a:gd name="T7" fmla="*/ 505 h 2021"/>
              <a:gd name="T8" fmla="*/ 0 w 1749"/>
              <a:gd name="T9" fmla="*/ 1516 h 2021"/>
              <a:gd name="T10" fmla="*/ 875 w 1749"/>
              <a:gd name="T11" fmla="*/ 2021 h 2021"/>
              <a:gd name="T12" fmla="*/ 1749 w 1749"/>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49" h="2021">
                <a:moveTo>
                  <a:pt x="1749" y="1516"/>
                </a:moveTo>
                <a:lnTo>
                  <a:pt x="1749" y="505"/>
                </a:lnTo>
                <a:lnTo>
                  <a:pt x="875" y="0"/>
                </a:lnTo>
                <a:lnTo>
                  <a:pt x="0" y="505"/>
                </a:lnTo>
                <a:lnTo>
                  <a:pt x="0" y="1516"/>
                </a:lnTo>
                <a:lnTo>
                  <a:pt x="875" y="2021"/>
                </a:lnTo>
                <a:lnTo>
                  <a:pt x="1749"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Line 20">
            <a:extLst>
              <a:ext uri="{FF2B5EF4-FFF2-40B4-BE49-F238E27FC236}">
                <a16:creationId xmlns:a16="http://schemas.microsoft.com/office/drawing/2014/main" id="{175F6DE2-265B-D0A6-AE13-88164E3621A5}"/>
              </a:ext>
            </a:extLst>
          </p:cNvPr>
          <p:cNvSpPr>
            <a:spLocks noChangeShapeType="1"/>
          </p:cNvSpPr>
          <p:nvPr userDrawn="1"/>
        </p:nvSpPr>
        <p:spPr bwMode="auto">
          <a:xfrm>
            <a:off x="11949113" y="7689850"/>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Line 21">
            <a:extLst>
              <a:ext uri="{FF2B5EF4-FFF2-40B4-BE49-F238E27FC236}">
                <a16:creationId xmlns:a16="http://schemas.microsoft.com/office/drawing/2014/main" id="{910B7452-8ED1-3AD9-2161-F1743B9441AB}"/>
              </a:ext>
            </a:extLst>
          </p:cNvPr>
          <p:cNvSpPr>
            <a:spLocks noChangeShapeType="1"/>
          </p:cNvSpPr>
          <p:nvPr userDrawn="1"/>
        </p:nvSpPr>
        <p:spPr bwMode="auto">
          <a:xfrm>
            <a:off x="6386513" y="4478337"/>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Textfeld 24">
            <a:extLst>
              <a:ext uri="{FF2B5EF4-FFF2-40B4-BE49-F238E27FC236}">
                <a16:creationId xmlns:a16="http://schemas.microsoft.com/office/drawing/2014/main" id="{9B8747D7-331B-00F6-D427-3BB8FC4E1AE3}"/>
              </a:ext>
            </a:extLst>
          </p:cNvPr>
          <p:cNvSpPr txBox="1"/>
          <p:nvPr userDrawn="1"/>
        </p:nvSpPr>
        <p:spPr>
          <a:xfrm>
            <a:off x="863876" y="6195905"/>
            <a:ext cx="5527399" cy="461665"/>
          </a:xfrm>
          <a:prstGeom prst="rect">
            <a:avLst/>
          </a:prstGeom>
          <a:noFill/>
        </p:spPr>
        <p:txBody>
          <a:bodyPr wrap="square" rtlCol="0" anchor="b">
            <a:spAutoFit/>
          </a:bodyPr>
          <a:lstStyle/>
          <a:p>
            <a:r>
              <a:rPr lang="de-DE" sz="1200" b="1" i="0" u="none" dirty="0">
                <a:solidFill>
                  <a:schemeClr val="tx2"/>
                </a:solidFill>
                <a:latin typeface="Arial" panose="020B0604020202020204" pitchFamily="34" charset="0"/>
                <a:ea typeface="Gibson Medium" pitchFamily="50" charset="0"/>
                <a:cs typeface="Arial" panose="020B0604020202020204" pitchFamily="34" charset="0"/>
              </a:rPr>
              <a:t>konplan Deutschland GmbH </a:t>
            </a:r>
            <a:r>
              <a:rPr lang="de-DE" sz="1200" u="none" dirty="0">
                <a:solidFill>
                  <a:schemeClr val="tx2"/>
                </a:solidFill>
                <a:latin typeface="Arial" panose="020B0604020202020204" pitchFamily="34" charset="0"/>
                <a:ea typeface="Gibson Book" pitchFamily="50" charset="0"/>
                <a:cs typeface="Arial" panose="020B0604020202020204" pitchFamily="34" charset="0"/>
              </a:rPr>
              <a:t>| Konrad-Zuse-Ring 26 | DE-68163 Mannheim</a:t>
            </a:r>
          </a:p>
          <a:p>
            <a:r>
              <a:rPr lang="de-DE" sz="1200" u="none" dirty="0">
                <a:solidFill>
                  <a:schemeClr val="tx2"/>
                </a:solidFill>
                <a:latin typeface="Arial" panose="020B0604020202020204" pitchFamily="34" charset="0"/>
                <a:ea typeface="Gibson Book" pitchFamily="50" charset="0"/>
                <a:cs typeface="Arial" panose="020B0604020202020204" pitchFamily="34" charset="0"/>
              </a:rPr>
              <a:t>+49 621 121 868 00 | info.de@konplan.com | konplan.com</a:t>
            </a:r>
            <a:endParaRPr lang="de-CH" sz="1200" u="none" dirty="0">
              <a:solidFill>
                <a:schemeClr val="tx2"/>
              </a:solidFill>
              <a:latin typeface="Arial" panose="020B0604020202020204" pitchFamily="34" charset="0"/>
              <a:ea typeface="Gibson Book" pitchFamily="50" charset="0"/>
              <a:cs typeface="Arial" panose="020B0604020202020204" pitchFamily="34" charset="0"/>
            </a:endParaRPr>
          </a:p>
        </p:txBody>
      </p:sp>
      <p:pic>
        <p:nvPicPr>
          <p:cNvPr id="9" name="Grafik 8">
            <a:extLst>
              <a:ext uri="{FF2B5EF4-FFF2-40B4-BE49-F238E27FC236}">
                <a16:creationId xmlns:a16="http://schemas.microsoft.com/office/drawing/2014/main" id="{94B3F508-B5CB-852B-7C55-CEE8740FCB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2121" y="6282263"/>
            <a:ext cx="321053" cy="288948"/>
          </a:xfrm>
          <a:prstGeom prst="rect">
            <a:avLst/>
          </a:prstGeom>
        </p:spPr>
      </p:pic>
      <p:sp>
        <p:nvSpPr>
          <p:cNvPr id="29" name="Oval 15">
            <a:extLst>
              <a:ext uri="{FF2B5EF4-FFF2-40B4-BE49-F238E27FC236}">
                <a16:creationId xmlns:a16="http://schemas.microsoft.com/office/drawing/2014/main" id="{4CD62080-6AF6-B386-BFE5-D907B4A813F7}"/>
              </a:ext>
            </a:extLst>
          </p:cNvPr>
          <p:cNvSpPr>
            <a:spLocks noChangeArrowheads="1"/>
          </p:cNvSpPr>
          <p:nvPr userDrawn="1"/>
        </p:nvSpPr>
        <p:spPr bwMode="auto">
          <a:xfrm>
            <a:off x="10510836" y="385762"/>
            <a:ext cx="108000" cy="108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1" name="Oval 22">
            <a:extLst>
              <a:ext uri="{FF2B5EF4-FFF2-40B4-BE49-F238E27FC236}">
                <a16:creationId xmlns:a16="http://schemas.microsoft.com/office/drawing/2014/main" id="{A8EBBBF6-80C1-F92A-E9D8-BD9ECB80F45F}"/>
              </a:ext>
            </a:extLst>
          </p:cNvPr>
          <p:cNvSpPr>
            <a:spLocks noChangeArrowheads="1"/>
          </p:cNvSpPr>
          <p:nvPr userDrawn="1"/>
        </p:nvSpPr>
        <p:spPr bwMode="auto">
          <a:xfrm>
            <a:off x="7727131" y="5217053"/>
            <a:ext cx="108000" cy="108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pic>
        <p:nvPicPr>
          <p:cNvPr id="3" name="Grafik 2">
            <a:hlinkClick r:id="rId4"/>
            <a:extLst>
              <a:ext uri="{FF2B5EF4-FFF2-40B4-BE49-F238E27FC236}">
                <a16:creationId xmlns:a16="http://schemas.microsoft.com/office/drawing/2014/main" id="{20407318-CEB2-DDEC-ADEA-C85E4DF86DE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1350723" y="6249700"/>
            <a:ext cx="280800" cy="329636"/>
          </a:xfrm>
          <a:prstGeom prst="rect">
            <a:avLst/>
          </a:prstGeom>
        </p:spPr>
      </p:pic>
      <p:pic>
        <p:nvPicPr>
          <p:cNvPr id="17" name="Grafik 16">
            <a:hlinkClick r:id="rId7"/>
            <a:extLst>
              <a:ext uri="{FF2B5EF4-FFF2-40B4-BE49-F238E27FC236}">
                <a16:creationId xmlns:a16="http://schemas.microsoft.com/office/drawing/2014/main" id="{9ED8E817-0F29-92AA-AF2C-9B49383D71E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0700894" y="6249700"/>
            <a:ext cx="273654" cy="321247"/>
          </a:xfrm>
          <a:prstGeom prst="rect">
            <a:avLst/>
          </a:prstGeom>
        </p:spPr>
      </p:pic>
      <p:pic>
        <p:nvPicPr>
          <p:cNvPr id="24" name="Grafik 23">
            <a:hlinkClick r:id="rId10"/>
            <a:extLst>
              <a:ext uri="{FF2B5EF4-FFF2-40B4-BE49-F238E27FC236}">
                <a16:creationId xmlns:a16="http://schemas.microsoft.com/office/drawing/2014/main" id="{9604B200-FADB-7490-E029-9D8F54811D77}"/>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11021017" y="6249700"/>
            <a:ext cx="280800" cy="317425"/>
          </a:xfrm>
          <a:prstGeom prst="rect">
            <a:avLst/>
          </a:prstGeom>
        </p:spPr>
      </p:pic>
      <p:pic>
        <p:nvPicPr>
          <p:cNvPr id="32" name="Grafik 31">
            <a:hlinkClick r:id="rId13"/>
            <a:extLst>
              <a:ext uri="{FF2B5EF4-FFF2-40B4-BE49-F238E27FC236}">
                <a16:creationId xmlns:a16="http://schemas.microsoft.com/office/drawing/2014/main" id="{D350AAF0-5703-B1CE-DC0D-8571EC7E9B4F}"/>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1673577" y="6249700"/>
            <a:ext cx="280800" cy="329636"/>
          </a:xfrm>
          <a:prstGeom prst="rect">
            <a:avLst/>
          </a:prstGeom>
        </p:spPr>
      </p:pic>
      <p:sp>
        <p:nvSpPr>
          <p:cNvPr id="2" name="Titel 1">
            <a:extLst>
              <a:ext uri="{FF2B5EF4-FFF2-40B4-BE49-F238E27FC236}">
                <a16:creationId xmlns:a16="http://schemas.microsoft.com/office/drawing/2014/main" id="{F798A19A-25AC-329C-42F6-8E0E706D0A3F}"/>
              </a:ext>
            </a:extLst>
          </p:cNvPr>
          <p:cNvSpPr>
            <a:spLocks noGrp="1"/>
          </p:cNvSpPr>
          <p:nvPr>
            <p:ph type="title" hasCustomPrompt="1"/>
          </p:nvPr>
        </p:nvSpPr>
        <p:spPr>
          <a:xfrm>
            <a:off x="492121" y="976313"/>
            <a:ext cx="9672605" cy="871869"/>
          </a:xfrm>
        </p:spPr>
        <p:txBody>
          <a:bodyPr anchor="t"/>
          <a:lstStyle>
            <a:lvl1pPr>
              <a:defRPr sz="3000">
                <a:latin typeface="Arial" panose="020B0604020202020204" pitchFamily="34" charset="0"/>
                <a:cs typeface="Arial" panose="020B0604020202020204" pitchFamily="34" charset="0"/>
              </a:defRPr>
            </a:lvl1pPr>
          </a:lstStyle>
          <a:p>
            <a:r>
              <a:rPr lang="de-DE" dirty="0"/>
              <a:t>Vielen Dank!</a:t>
            </a:r>
            <a:endParaRPr lang="de-CH" dirty="0"/>
          </a:p>
        </p:txBody>
      </p:sp>
    </p:spTree>
    <p:extLst>
      <p:ext uri="{BB962C8B-B14F-4D97-AF65-F5344CB8AC3E}">
        <p14:creationId xmlns:p14="http://schemas.microsoft.com/office/powerpoint/2010/main" val="310107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chlussfolie Donauwörth">
    <p:spTree>
      <p:nvGrpSpPr>
        <p:cNvPr id="1" name=""/>
        <p:cNvGrpSpPr/>
        <p:nvPr/>
      </p:nvGrpSpPr>
      <p:grpSpPr>
        <a:xfrm>
          <a:off x="0" y="0"/>
          <a:ext cx="0" cy="0"/>
          <a:chOff x="0" y="0"/>
          <a:chExt cx="0" cy="0"/>
        </a:xfrm>
      </p:grpSpPr>
      <p:sp>
        <p:nvSpPr>
          <p:cNvPr id="27" name="Rechteck 26">
            <a:extLst>
              <a:ext uri="{FF2B5EF4-FFF2-40B4-BE49-F238E27FC236}">
                <a16:creationId xmlns:a16="http://schemas.microsoft.com/office/drawing/2014/main" id="{594A858A-EEED-8BC4-1FCF-7C2D864CAC20}"/>
              </a:ext>
            </a:extLst>
          </p:cNvPr>
          <p:cNvSpPr/>
          <p:nvPr userDrawn="1"/>
        </p:nvSpPr>
        <p:spPr>
          <a:xfrm>
            <a:off x="270788" y="6084094"/>
            <a:ext cx="722101" cy="720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13" name="Rechteck 12">
            <a:extLst>
              <a:ext uri="{FF2B5EF4-FFF2-40B4-BE49-F238E27FC236}">
                <a16:creationId xmlns:a16="http://schemas.microsoft.com/office/drawing/2014/main" id="{960DBD23-D4A9-A2AF-C49F-32A797EA0720}"/>
              </a:ext>
            </a:extLst>
          </p:cNvPr>
          <p:cNvSpPr/>
          <p:nvPr userDrawn="1"/>
        </p:nvSpPr>
        <p:spPr>
          <a:xfrm>
            <a:off x="10554269" y="5897527"/>
            <a:ext cx="1637731" cy="9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latin typeface="Arial" panose="020B0604020202020204" pitchFamily="34" charset="0"/>
              <a:cs typeface="Arial" panose="020B0604020202020204" pitchFamily="34" charset="0"/>
            </a:endParaRPr>
          </a:p>
        </p:txBody>
      </p:sp>
      <p:sp>
        <p:nvSpPr>
          <p:cNvPr id="4" name="Line 5">
            <a:extLst>
              <a:ext uri="{FF2B5EF4-FFF2-40B4-BE49-F238E27FC236}">
                <a16:creationId xmlns:a16="http://schemas.microsoft.com/office/drawing/2014/main" id="{1F406CAB-59FB-CC5D-E2D9-48E9C6759415}"/>
              </a:ext>
            </a:extLst>
          </p:cNvPr>
          <p:cNvSpPr>
            <a:spLocks noChangeShapeType="1"/>
          </p:cNvSpPr>
          <p:nvPr userDrawn="1"/>
        </p:nvSpPr>
        <p:spPr bwMode="auto">
          <a:xfrm>
            <a:off x="9170988" y="7688262"/>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5" name="Freeform 6">
            <a:extLst>
              <a:ext uri="{FF2B5EF4-FFF2-40B4-BE49-F238E27FC236}">
                <a16:creationId xmlns:a16="http://schemas.microsoft.com/office/drawing/2014/main" id="{B37AC830-5557-B7DE-D203-6075457BD275}"/>
              </a:ext>
            </a:extLst>
          </p:cNvPr>
          <p:cNvSpPr>
            <a:spLocks/>
          </p:cNvSpPr>
          <p:nvPr userDrawn="1"/>
        </p:nvSpPr>
        <p:spPr bwMode="auto">
          <a:xfrm>
            <a:off x="10698163" y="-173038"/>
            <a:ext cx="2498725" cy="2887663"/>
          </a:xfrm>
          <a:custGeom>
            <a:avLst/>
            <a:gdLst>
              <a:gd name="T0" fmla="*/ 1574 w 1574"/>
              <a:gd name="T1" fmla="*/ 1365 h 1819"/>
              <a:gd name="T2" fmla="*/ 1574 w 1574"/>
              <a:gd name="T3" fmla="*/ 456 h 1819"/>
              <a:gd name="T4" fmla="*/ 788 w 1574"/>
              <a:gd name="T5" fmla="*/ 0 h 1819"/>
              <a:gd name="T6" fmla="*/ 0 w 1574"/>
              <a:gd name="T7" fmla="*/ 456 h 1819"/>
              <a:gd name="T8" fmla="*/ 0 w 1574"/>
              <a:gd name="T9" fmla="*/ 1365 h 1819"/>
              <a:gd name="T10" fmla="*/ 788 w 1574"/>
              <a:gd name="T11" fmla="*/ 1819 h 1819"/>
              <a:gd name="T12" fmla="*/ 1574 w 1574"/>
              <a:gd name="T13" fmla="*/ 1365 h 1819"/>
            </a:gdLst>
            <a:ahLst/>
            <a:cxnLst>
              <a:cxn ang="0">
                <a:pos x="T0" y="T1"/>
              </a:cxn>
              <a:cxn ang="0">
                <a:pos x="T2" y="T3"/>
              </a:cxn>
              <a:cxn ang="0">
                <a:pos x="T4" y="T5"/>
              </a:cxn>
              <a:cxn ang="0">
                <a:pos x="T6" y="T7"/>
              </a:cxn>
              <a:cxn ang="0">
                <a:pos x="T8" y="T9"/>
              </a:cxn>
              <a:cxn ang="0">
                <a:pos x="T10" y="T11"/>
              </a:cxn>
              <a:cxn ang="0">
                <a:pos x="T12" y="T13"/>
              </a:cxn>
            </a:cxnLst>
            <a:rect l="0" t="0" r="r" b="b"/>
            <a:pathLst>
              <a:path w="1574" h="1819">
                <a:moveTo>
                  <a:pt x="1574" y="1365"/>
                </a:moveTo>
                <a:lnTo>
                  <a:pt x="1574" y="456"/>
                </a:lnTo>
                <a:lnTo>
                  <a:pt x="788" y="0"/>
                </a:lnTo>
                <a:lnTo>
                  <a:pt x="0" y="456"/>
                </a:lnTo>
                <a:lnTo>
                  <a:pt x="0" y="1365"/>
                </a:lnTo>
                <a:lnTo>
                  <a:pt x="788" y="1819"/>
                </a:lnTo>
                <a:lnTo>
                  <a:pt x="1574" y="1365"/>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6" name="Freeform 7">
            <a:extLst>
              <a:ext uri="{FF2B5EF4-FFF2-40B4-BE49-F238E27FC236}">
                <a16:creationId xmlns:a16="http://schemas.microsoft.com/office/drawing/2014/main" id="{AF58C60F-C8DA-B881-B15D-8E7082FDE404}"/>
              </a:ext>
            </a:extLst>
          </p:cNvPr>
          <p:cNvSpPr>
            <a:spLocks/>
          </p:cNvSpPr>
          <p:nvPr userDrawn="1"/>
        </p:nvSpPr>
        <p:spPr bwMode="auto">
          <a:xfrm>
            <a:off x="6530975" y="2233612"/>
            <a:ext cx="2500313" cy="2887663"/>
          </a:xfrm>
          <a:custGeom>
            <a:avLst/>
            <a:gdLst>
              <a:gd name="T0" fmla="*/ 1575 w 1575"/>
              <a:gd name="T1" fmla="*/ 1364 h 1819"/>
              <a:gd name="T2" fmla="*/ 1575 w 1575"/>
              <a:gd name="T3" fmla="*/ 454 h 1819"/>
              <a:gd name="T4" fmla="*/ 787 w 1575"/>
              <a:gd name="T5" fmla="*/ 0 h 1819"/>
              <a:gd name="T6" fmla="*/ 0 w 1575"/>
              <a:gd name="T7" fmla="*/ 454 h 1819"/>
              <a:gd name="T8" fmla="*/ 0 w 1575"/>
              <a:gd name="T9" fmla="*/ 1364 h 1819"/>
              <a:gd name="T10" fmla="*/ 787 w 1575"/>
              <a:gd name="T11" fmla="*/ 1819 h 1819"/>
              <a:gd name="T12" fmla="*/ 1575 w 1575"/>
              <a:gd name="T13" fmla="*/ 1364 h 1819"/>
            </a:gdLst>
            <a:ahLst/>
            <a:cxnLst>
              <a:cxn ang="0">
                <a:pos x="T0" y="T1"/>
              </a:cxn>
              <a:cxn ang="0">
                <a:pos x="T2" y="T3"/>
              </a:cxn>
              <a:cxn ang="0">
                <a:pos x="T4" y="T5"/>
              </a:cxn>
              <a:cxn ang="0">
                <a:pos x="T6" y="T7"/>
              </a:cxn>
              <a:cxn ang="0">
                <a:pos x="T8" y="T9"/>
              </a:cxn>
              <a:cxn ang="0">
                <a:pos x="T10" y="T11"/>
              </a:cxn>
              <a:cxn ang="0">
                <a:pos x="T12" y="T13"/>
              </a:cxn>
            </a:cxnLst>
            <a:rect l="0" t="0" r="r" b="b"/>
            <a:pathLst>
              <a:path w="1575" h="1819">
                <a:moveTo>
                  <a:pt x="1575" y="1364"/>
                </a:moveTo>
                <a:lnTo>
                  <a:pt x="1575" y="454"/>
                </a:lnTo>
                <a:lnTo>
                  <a:pt x="787" y="0"/>
                </a:lnTo>
                <a:lnTo>
                  <a:pt x="0" y="454"/>
                </a:lnTo>
                <a:lnTo>
                  <a:pt x="0" y="1364"/>
                </a:lnTo>
                <a:lnTo>
                  <a:pt x="787" y="1819"/>
                </a:lnTo>
                <a:lnTo>
                  <a:pt x="1575" y="1364"/>
                </a:lnTo>
                <a:close/>
              </a:path>
            </a:pathLst>
          </a:custGeom>
          <a:solidFill>
            <a:srgbClr val="B5DD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7" name="Freeform 8">
            <a:extLst>
              <a:ext uri="{FF2B5EF4-FFF2-40B4-BE49-F238E27FC236}">
                <a16:creationId xmlns:a16="http://schemas.microsoft.com/office/drawing/2014/main" id="{006BE7F1-CDBD-4B0A-7B3B-BECA19DADBFA}"/>
              </a:ext>
            </a:extLst>
          </p:cNvPr>
          <p:cNvSpPr>
            <a:spLocks/>
          </p:cNvSpPr>
          <p:nvPr userDrawn="1"/>
        </p:nvSpPr>
        <p:spPr bwMode="auto">
          <a:xfrm>
            <a:off x="13336588" y="-331788"/>
            <a:ext cx="2778125" cy="3208338"/>
          </a:xfrm>
          <a:custGeom>
            <a:avLst/>
            <a:gdLst>
              <a:gd name="T0" fmla="*/ 1750 w 1750"/>
              <a:gd name="T1" fmla="*/ 1516 h 2021"/>
              <a:gd name="T2" fmla="*/ 1750 w 1750"/>
              <a:gd name="T3" fmla="*/ 506 h 2021"/>
              <a:gd name="T4" fmla="*/ 875 w 1750"/>
              <a:gd name="T5" fmla="*/ 0 h 2021"/>
              <a:gd name="T6" fmla="*/ 0 w 1750"/>
              <a:gd name="T7" fmla="*/ 506 h 2021"/>
              <a:gd name="T8" fmla="*/ 0 w 1750"/>
              <a:gd name="T9" fmla="*/ 1516 h 2021"/>
              <a:gd name="T10" fmla="*/ 875 w 1750"/>
              <a:gd name="T11" fmla="*/ 2021 h 2021"/>
              <a:gd name="T12" fmla="*/ 1750 w 1750"/>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50" h="2021">
                <a:moveTo>
                  <a:pt x="1750" y="1516"/>
                </a:moveTo>
                <a:lnTo>
                  <a:pt x="1750" y="506"/>
                </a:lnTo>
                <a:lnTo>
                  <a:pt x="875" y="0"/>
                </a:lnTo>
                <a:lnTo>
                  <a:pt x="0" y="506"/>
                </a:lnTo>
                <a:lnTo>
                  <a:pt x="0" y="1516"/>
                </a:lnTo>
                <a:lnTo>
                  <a:pt x="875" y="2021"/>
                </a:lnTo>
                <a:lnTo>
                  <a:pt x="1750"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8" name="Line 9">
            <a:extLst>
              <a:ext uri="{FF2B5EF4-FFF2-40B4-BE49-F238E27FC236}">
                <a16:creationId xmlns:a16="http://schemas.microsoft.com/office/drawing/2014/main" id="{BED2A7BD-562A-1FC2-68FC-6090E1053480}"/>
              </a:ext>
            </a:extLst>
          </p:cNvPr>
          <p:cNvSpPr>
            <a:spLocks noChangeShapeType="1"/>
          </p:cNvSpPr>
          <p:nvPr userDrawn="1"/>
        </p:nvSpPr>
        <p:spPr bwMode="auto">
          <a:xfrm>
            <a:off x="11949113" y="-331788"/>
            <a:ext cx="0" cy="0"/>
          </a:xfrm>
          <a:prstGeom prst="line">
            <a:avLst/>
          </a:prstGeom>
          <a:noFill/>
          <a:ln w="25400" cap="rnd">
            <a:solidFill>
              <a:srgbClr val="004C5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0" name="Line 10">
            <a:extLst>
              <a:ext uri="{FF2B5EF4-FFF2-40B4-BE49-F238E27FC236}">
                <a16:creationId xmlns:a16="http://schemas.microsoft.com/office/drawing/2014/main" id="{79D99896-AC79-2F02-18CD-99BEC873E56B}"/>
              </a:ext>
            </a:extLst>
          </p:cNvPr>
          <p:cNvSpPr>
            <a:spLocks noChangeShapeType="1"/>
          </p:cNvSpPr>
          <p:nvPr userDrawn="1"/>
        </p:nvSpPr>
        <p:spPr bwMode="auto">
          <a:xfrm>
            <a:off x="13336588" y="471487"/>
            <a:ext cx="0" cy="0"/>
          </a:xfrm>
          <a:prstGeom prst="line">
            <a:avLst/>
          </a:prstGeom>
          <a:noFill/>
          <a:ln w="25400" cap="rnd">
            <a:solidFill>
              <a:srgbClr val="004C5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1" name="Freeform 11">
            <a:extLst>
              <a:ext uri="{FF2B5EF4-FFF2-40B4-BE49-F238E27FC236}">
                <a16:creationId xmlns:a16="http://schemas.microsoft.com/office/drawing/2014/main" id="{7520B182-3F18-03F0-E836-27C243E3AC88}"/>
              </a:ext>
            </a:extLst>
          </p:cNvPr>
          <p:cNvSpPr>
            <a:spLocks/>
          </p:cNvSpPr>
          <p:nvPr userDrawn="1"/>
        </p:nvSpPr>
        <p:spPr bwMode="auto">
          <a:xfrm>
            <a:off x="10560050" y="471487"/>
            <a:ext cx="2776538" cy="2405063"/>
          </a:xfrm>
          <a:custGeom>
            <a:avLst/>
            <a:gdLst>
              <a:gd name="T0" fmla="*/ 0 w 1749"/>
              <a:gd name="T1" fmla="*/ 0 h 1515"/>
              <a:gd name="T2" fmla="*/ 0 w 1749"/>
              <a:gd name="T3" fmla="*/ 1010 h 1515"/>
              <a:gd name="T4" fmla="*/ 875 w 1749"/>
              <a:gd name="T5" fmla="*/ 1515 h 1515"/>
              <a:gd name="T6" fmla="*/ 1749 w 1749"/>
              <a:gd name="T7" fmla="*/ 1010 h 1515"/>
              <a:gd name="T8" fmla="*/ 1749 w 1749"/>
              <a:gd name="T9" fmla="*/ 0 h 1515"/>
            </a:gdLst>
            <a:ahLst/>
            <a:cxnLst>
              <a:cxn ang="0">
                <a:pos x="T0" y="T1"/>
              </a:cxn>
              <a:cxn ang="0">
                <a:pos x="T2" y="T3"/>
              </a:cxn>
              <a:cxn ang="0">
                <a:pos x="T4" y="T5"/>
              </a:cxn>
              <a:cxn ang="0">
                <a:pos x="T6" y="T7"/>
              </a:cxn>
              <a:cxn ang="0">
                <a:pos x="T8" y="T9"/>
              </a:cxn>
            </a:cxnLst>
            <a:rect l="0" t="0" r="r" b="b"/>
            <a:pathLst>
              <a:path w="1749" h="1515">
                <a:moveTo>
                  <a:pt x="0" y="0"/>
                </a:moveTo>
                <a:lnTo>
                  <a:pt x="0" y="1010"/>
                </a:lnTo>
                <a:lnTo>
                  <a:pt x="875" y="1515"/>
                </a:lnTo>
                <a:lnTo>
                  <a:pt x="1749" y="1010"/>
                </a:lnTo>
                <a:lnTo>
                  <a:pt x="1749" y="0"/>
                </a:lnTo>
              </a:path>
            </a:pathLst>
          </a:custGeom>
          <a:noFill/>
          <a:ln w="25400" cap="rnd">
            <a:solidFill>
              <a:srgbClr val="004C5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4" name="Freeform 12">
            <a:extLst>
              <a:ext uri="{FF2B5EF4-FFF2-40B4-BE49-F238E27FC236}">
                <a16:creationId xmlns:a16="http://schemas.microsoft.com/office/drawing/2014/main" id="{A7C701C7-B98F-0610-0255-B4AB69B36B56}"/>
              </a:ext>
            </a:extLst>
          </p:cNvPr>
          <p:cNvSpPr>
            <a:spLocks/>
          </p:cNvSpPr>
          <p:nvPr userDrawn="1"/>
        </p:nvSpPr>
        <p:spPr bwMode="auto">
          <a:xfrm>
            <a:off x="11949113" y="2074862"/>
            <a:ext cx="2776538" cy="3206750"/>
          </a:xfrm>
          <a:custGeom>
            <a:avLst/>
            <a:gdLst>
              <a:gd name="T0" fmla="*/ 1749 w 1749"/>
              <a:gd name="T1" fmla="*/ 1514 h 2020"/>
              <a:gd name="T2" fmla="*/ 1749 w 1749"/>
              <a:gd name="T3" fmla="*/ 504 h 2020"/>
              <a:gd name="T4" fmla="*/ 874 w 1749"/>
              <a:gd name="T5" fmla="*/ 0 h 2020"/>
              <a:gd name="T6" fmla="*/ 0 w 1749"/>
              <a:gd name="T7" fmla="*/ 504 h 2020"/>
              <a:gd name="T8" fmla="*/ 0 w 1749"/>
              <a:gd name="T9" fmla="*/ 1514 h 2020"/>
              <a:gd name="T10" fmla="*/ 874 w 1749"/>
              <a:gd name="T11" fmla="*/ 2020 h 2020"/>
              <a:gd name="T12" fmla="*/ 1749 w 1749"/>
              <a:gd name="T13" fmla="*/ 1514 h 2020"/>
            </a:gdLst>
            <a:ahLst/>
            <a:cxnLst>
              <a:cxn ang="0">
                <a:pos x="T0" y="T1"/>
              </a:cxn>
              <a:cxn ang="0">
                <a:pos x="T2" y="T3"/>
              </a:cxn>
              <a:cxn ang="0">
                <a:pos x="T4" y="T5"/>
              </a:cxn>
              <a:cxn ang="0">
                <a:pos x="T6" y="T7"/>
              </a:cxn>
              <a:cxn ang="0">
                <a:pos x="T8" y="T9"/>
              </a:cxn>
              <a:cxn ang="0">
                <a:pos x="T10" y="T11"/>
              </a:cxn>
              <a:cxn ang="0">
                <a:pos x="T12" y="T13"/>
              </a:cxn>
            </a:cxnLst>
            <a:rect l="0" t="0" r="r" b="b"/>
            <a:pathLst>
              <a:path w="1749" h="2020">
                <a:moveTo>
                  <a:pt x="1749" y="1514"/>
                </a:moveTo>
                <a:lnTo>
                  <a:pt x="1749" y="504"/>
                </a:lnTo>
                <a:lnTo>
                  <a:pt x="874" y="0"/>
                </a:lnTo>
                <a:lnTo>
                  <a:pt x="0" y="504"/>
                </a:lnTo>
                <a:lnTo>
                  <a:pt x="0" y="1514"/>
                </a:lnTo>
                <a:lnTo>
                  <a:pt x="874" y="2020"/>
                </a:lnTo>
                <a:lnTo>
                  <a:pt x="1749" y="1514"/>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5" name="Freeform 13">
            <a:extLst>
              <a:ext uri="{FF2B5EF4-FFF2-40B4-BE49-F238E27FC236}">
                <a16:creationId xmlns:a16="http://schemas.microsoft.com/office/drawing/2014/main" id="{E4E703D6-B7FC-1AAD-D08D-E78FBAD482BC}"/>
              </a:ext>
            </a:extLst>
          </p:cNvPr>
          <p:cNvSpPr>
            <a:spLocks/>
          </p:cNvSpPr>
          <p:nvPr userDrawn="1"/>
        </p:nvSpPr>
        <p:spPr bwMode="auto">
          <a:xfrm>
            <a:off x="9170988" y="2074862"/>
            <a:ext cx="2778125" cy="3206750"/>
          </a:xfrm>
          <a:custGeom>
            <a:avLst/>
            <a:gdLst>
              <a:gd name="T0" fmla="*/ 1750 w 1750"/>
              <a:gd name="T1" fmla="*/ 1514 h 2020"/>
              <a:gd name="T2" fmla="*/ 1750 w 1750"/>
              <a:gd name="T3" fmla="*/ 504 h 2020"/>
              <a:gd name="T4" fmla="*/ 875 w 1750"/>
              <a:gd name="T5" fmla="*/ 0 h 2020"/>
              <a:gd name="T6" fmla="*/ 0 w 1750"/>
              <a:gd name="T7" fmla="*/ 504 h 2020"/>
              <a:gd name="T8" fmla="*/ 0 w 1750"/>
              <a:gd name="T9" fmla="*/ 1514 h 2020"/>
              <a:gd name="T10" fmla="*/ 875 w 1750"/>
              <a:gd name="T11" fmla="*/ 2020 h 2020"/>
              <a:gd name="T12" fmla="*/ 1750 w 1750"/>
              <a:gd name="T13" fmla="*/ 1514 h 2020"/>
            </a:gdLst>
            <a:ahLst/>
            <a:cxnLst>
              <a:cxn ang="0">
                <a:pos x="T0" y="T1"/>
              </a:cxn>
              <a:cxn ang="0">
                <a:pos x="T2" y="T3"/>
              </a:cxn>
              <a:cxn ang="0">
                <a:pos x="T4" y="T5"/>
              </a:cxn>
              <a:cxn ang="0">
                <a:pos x="T6" y="T7"/>
              </a:cxn>
              <a:cxn ang="0">
                <a:pos x="T8" y="T9"/>
              </a:cxn>
              <a:cxn ang="0">
                <a:pos x="T10" y="T11"/>
              </a:cxn>
              <a:cxn ang="0">
                <a:pos x="T12" y="T13"/>
              </a:cxn>
            </a:cxnLst>
            <a:rect l="0" t="0" r="r" b="b"/>
            <a:pathLst>
              <a:path w="1750" h="2020">
                <a:moveTo>
                  <a:pt x="1750" y="1514"/>
                </a:moveTo>
                <a:lnTo>
                  <a:pt x="1750" y="504"/>
                </a:lnTo>
                <a:lnTo>
                  <a:pt x="875" y="0"/>
                </a:lnTo>
                <a:lnTo>
                  <a:pt x="0" y="504"/>
                </a:lnTo>
                <a:lnTo>
                  <a:pt x="0" y="1514"/>
                </a:lnTo>
                <a:lnTo>
                  <a:pt x="875" y="2020"/>
                </a:lnTo>
                <a:lnTo>
                  <a:pt x="1750" y="1514"/>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6" name="Freeform 14">
            <a:extLst>
              <a:ext uri="{FF2B5EF4-FFF2-40B4-BE49-F238E27FC236}">
                <a16:creationId xmlns:a16="http://schemas.microsoft.com/office/drawing/2014/main" id="{E67A5DA1-29F7-C087-43D1-92F5C5A64E77}"/>
              </a:ext>
            </a:extLst>
          </p:cNvPr>
          <p:cNvSpPr>
            <a:spLocks/>
          </p:cNvSpPr>
          <p:nvPr userDrawn="1"/>
        </p:nvSpPr>
        <p:spPr bwMode="auto">
          <a:xfrm>
            <a:off x="6391275" y="2074862"/>
            <a:ext cx="2779713" cy="3206750"/>
          </a:xfrm>
          <a:custGeom>
            <a:avLst/>
            <a:gdLst>
              <a:gd name="T0" fmla="*/ 1751 w 1751"/>
              <a:gd name="T1" fmla="*/ 1514 h 2020"/>
              <a:gd name="T2" fmla="*/ 1751 w 1751"/>
              <a:gd name="T3" fmla="*/ 504 h 2020"/>
              <a:gd name="T4" fmla="*/ 875 w 1751"/>
              <a:gd name="T5" fmla="*/ 0 h 2020"/>
              <a:gd name="T6" fmla="*/ 0 w 1751"/>
              <a:gd name="T7" fmla="*/ 504 h 2020"/>
              <a:gd name="T8" fmla="*/ 0 w 1751"/>
              <a:gd name="T9" fmla="*/ 1514 h 2020"/>
              <a:gd name="T10" fmla="*/ 875 w 1751"/>
              <a:gd name="T11" fmla="*/ 2020 h 2020"/>
            </a:gdLst>
            <a:ahLst/>
            <a:cxnLst>
              <a:cxn ang="0">
                <a:pos x="T0" y="T1"/>
              </a:cxn>
              <a:cxn ang="0">
                <a:pos x="T2" y="T3"/>
              </a:cxn>
              <a:cxn ang="0">
                <a:pos x="T4" y="T5"/>
              </a:cxn>
              <a:cxn ang="0">
                <a:pos x="T6" y="T7"/>
              </a:cxn>
              <a:cxn ang="0">
                <a:pos x="T8" y="T9"/>
              </a:cxn>
              <a:cxn ang="0">
                <a:pos x="T10" y="T11"/>
              </a:cxn>
            </a:cxnLst>
            <a:rect l="0" t="0" r="r" b="b"/>
            <a:pathLst>
              <a:path w="1751" h="2020">
                <a:moveTo>
                  <a:pt x="1751" y="1514"/>
                </a:moveTo>
                <a:lnTo>
                  <a:pt x="1751" y="504"/>
                </a:lnTo>
                <a:lnTo>
                  <a:pt x="875" y="0"/>
                </a:lnTo>
                <a:lnTo>
                  <a:pt x="0" y="504"/>
                </a:lnTo>
                <a:lnTo>
                  <a:pt x="0" y="1514"/>
                </a:lnTo>
                <a:lnTo>
                  <a:pt x="875" y="2020"/>
                </a:lnTo>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8" name="Line 16">
            <a:extLst>
              <a:ext uri="{FF2B5EF4-FFF2-40B4-BE49-F238E27FC236}">
                <a16:creationId xmlns:a16="http://schemas.microsoft.com/office/drawing/2014/main" id="{473F96AE-C531-0940-ACDA-DFC3733D0878}"/>
              </a:ext>
            </a:extLst>
          </p:cNvPr>
          <p:cNvSpPr>
            <a:spLocks noChangeShapeType="1"/>
          </p:cNvSpPr>
          <p:nvPr userDrawn="1"/>
        </p:nvSpPr>
        <p:spPr bwMode="auto">
          <a:xfrm>
            <a:off x="10560050" y="5281612"/>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19" name="Line 17">
            <a:extLst>
              <a:ext uri="{FF2B5EF4-FFF2-40B4-BE49-F238E27FC236}">
                <a16:creationId xmlns:a16="http://schemas.microsoft.com/office/drawing/2014/main" id="{7966B1CE-D3A3-E9D1-9D47-4F019B90854F}"/>
              </a:ext>
            </a:extLst>
          </p:cNvPr>
          <p:cNvSpPr>
            <a:spLocks noChangeShapeType="1"/>
          </p:cNvSpPr>
          <p:nvPr userDrawn="1"/>
        </p:nvSpPr>
        <p:spPr bwMode="auto">
          <a:xfrm>
            <a:off x="10560050" y="6886575"/>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0" name="Freeform 18">
            <a:extLst>
              <a:ext uri="{FF2B5EF4-FFF2-40B4-BE49-F238E27FC236}">
                <a16:creationId xmlns:a16="http://schemas.microsoft.com/office/drawing/2014/main" id="{7FBE531A-E90B-D3A9-D7BF-607A7AAE15EC}"/>
              </a:ext>
            </a:extLst>
          </p:cNvPr>
          <p:cNvSpPr>
            <a:spLocks/>
          </p:cNvSpPr>
          <p:nvPr userDrawn="1"/>
        </p:nvSpPr>
        <p:spPr bwMode="auto">
          <a:xfrm>
            <a:off x="13336588" y="4479925"/>
            <a:ext cx="2778125" cy="3208338"/>
          </a:xfrm>
          <a:custGeom>
            <a:avLst/>
            <a:gdLst>
              <a:gd name="T0" fmla="*/ 1750 w 1750"/>
              <a:gd name="T1" fmla="*/ 1516 h 2021"/>
              <a:gd name="T2" fmla="*/ 1750 w 1750"/>
              <a:gd name="T3" fmla="*/ 505 h 2021"/>
              <a:gd name="T4" fmla="*/ 875 w 1750"/>
              <a:gd name="T5" fmla="*/ 0 h 2021"/>
              <a:gd name="T6" fmla="*/ 0 w 1750"/>
              <a:gd name="T7" fmla="*/ 505 h 2021"/>
              <a:gd name="T8" fmla="*/ 0 w 1750"/>
              <a:gd name="T9" fmla="*/ 1516 h 2021"/>
              <a:gd name="T10" fmla="*/ 875 w 1750"/>
              <a:gd name="T11" fmla="*/ 2021 h 2021"/>
              <a:gd name="T12" fmla="*/ 1750 w 1750"/>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50" h="2021">
                <a:moveTo>
                  <a:pt x="1750" y="1516"/>
                </a:moveTo>
                <a:lnTo>
                  <a:pt x="1750" y="505"/>
                </a:lnTo>
                <a:lnTo>
                  <a:pt x="875" y="0"/>
                </a:lnTo>
                <a:lnTo>
                  <a:pt x="0" y="505"/>
                </a:lnTo>
                <a:lnTo>
                  <a:pt x="0" y="1516"/>
                </a:lnTo>
                <a:lnTo>
                  <a:pt x="875" y="2021"/>
                </a:lnTo>
                <a:lnTo>
                  <a:pt x="1750"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1" name="Freeform 19">
            <a:extLst>
              <a:ext uri="{FF2B5EF4-FFF2-40B4-BE49-F238E27FC236}">
                <a16:creationId xmlns:a16="http://schemas.microsoft.com/office/drawing/2014/main" id="{A84DEAAD-83E5-99C4-B418-E55A8B259D1A}"/>
              </a:ext>
            </a:extLst>
          </p:cNvPr>
          <p:cNvSpPr>
            <a:spLocks/>
          </p:cNvSpPr>
          <p:nvPr userDrawn="1"/>
        </p:nvSpPr>
        <p:spPr bwMode="auto">
          <a:xfrm>
            <a:off x="10560050" y="4479925"/>
            <a:ext cx="2776538" cy="3208338"/>
          </a:xfrm>
          <a:custGeom>
            <a:avLst/>
            <a:gdLst>
              <a:gd name="T0" fmla="*/ 1749 w 1749"/>
              <a:gd name="T1" fmla="*/ 1516 h 2021"/>
              <a:gd name="T2" fmla="*/ 1749 w 1749"/>
              <a:gd name="T3" fmla="*/ 505 h 2021"/>
              <a:gd name="T4" fmla="*/ 875 w 1749"/>
              <a:gd name="T5" fmla="*/ 0 h 2021"/>
              <a:gd name="T6" fmla="*/ 0 w 1749"/>
              <a:gd name="T7" fmla="*/ 505 h 2021"/>
              <a:gd name="T8" fmla="*/ 0 w 1749"/>
              <a:gd name="T9" fmla="*/ 1516 h 2021"/>
              <a:gd name="T10" fmla="*/ 875 w 1749"/>
              <a:gd name="T11" fmla="*/ 2021 h 2021"/>
              <a:gd name="T12" fmla="*/ 1749 w 1749"/>
              <a:gd name="T13" fmla="*/ 1516 h 2021"/>
            </a:gdLst>
            <a:ahLst/>
            <a:cxnLst>
              <a:cxn ang="0">
                <a:pos x="T0" y="T1"/>
              </a:cxn>
              <a:cxn ang="0">
                <a:pos x="T2" y="T3"/>
              </a:cxn>
              <a:cxn ang="0">
                <a:pos x="T4" y="T5"/>
              </a:cxn>
              <a:cxn ang="0">
                <a:pos x="T6" y="T7"/>
              </a:cxn>
              <a:cxn ang="0">
                <a:pos x="T8" y="T9"/>
              </a:cxn>
              <a:cxn ang="0">
                <a:pos x="T10" y="T11"/>
              </a:cxn>
              <a:cxn ang="0">
                <a:pos x="T12" y="T13"/>
              </a:cxn>
            </a:cxnLst>
            <a:rect l="0" t="0" r="r" b="b"/>
            <a:pathLst>
              <a:path w="1749" h="2021">
                <a:moveTo>
                  <a:pt x="1749" y="1516"/>
                </a:moveTo>
                <a:lnTo>
                  <a:pt x="1749" y="505"/>
                </a:lnTo>
                <a:lnTo>
                  <a:pt x="875" y="0"/>
                </a:lnTo>
                <a:lnTo>
                  <a:pt x="0" y="505"/>
                </a:lnTo>
                <a:lnTo>
                  <a:pt x="0" y="1516"/>
                </a:lnTo>
                <a:lnTo>
                  <a:pt x="875" y="2021"/>
                </a:lnTo>
                <a:lnTo>
                  <a:pt x="1749" y="1516"/>
                </a:lnTo>
                <a:close/>
              </a:path>
            </a:pathLst>
          </a:custGeom>
          <a:noFill/>
          <a:ln w="25400" cap="flat">
            <a:solidFill>
              <a:srgbClr val="004C5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2" name="Line 20">
            <a:extLst>
              <a:ext uri="{FF2B5EF4-FFF2-40B4-BE49-F238E27FC236}">
                <a16:creationId xmlns:a16="http://schemas.microsoft.com/office/drawing/2014/main" id="{175F6DE2-265B-D0A6-AE13-88164E3621A5}"/>
              </a:ext>
            </a:extLst>
          </p:cNvPr>
          <p:cNvSpPr>
            <a:spLocks noChangeShapeType="1"/>
          </p:cNvSpPr>
          <p:nvPr userDrawn="1"/>
        </p:nvSpPr>
        <p:spPr bwMode="auto">
          <a:xfrm>
            <a:off x="11949113" y="7689850"/>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3" name="Line 21">
            <a:extLst>
              <a:ext uri="{FF2B5EF4-FFF2-40B4-BE49-F238E27FC236}">
                <a16:creationId xmlns:a16="http://schemas.microsoft.com/office/drawing/2014/main" id="{910B7452-8ED1-3AD9-2161-F1743B9441AB}"/>
              </a:ext>
            </a:extLst>
          </p:cNvPr>
          <p:cNvSpPr>
            <a:spLocks noChangeShapeType="1"/>
          </p:cNvSpPr>
          <p:nvPr userDrawn="1"/>
        </p:nvSpPr>
        <p:spPr bwMode="auto">
          <a:xfrm>
            <a:off x="6386513" y="4478337"/>
            <a:ext cx="0" cy="0"/>
          </a:xfrm>
          <a:prstGeom prst="line">
            <a:avLst/>
          </a:prstGeom>
          <a:noFill/>
          <a:ln w="25400" cap="flat">
            <a:solidFill>
              <a:srgbClr val="004C5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25" name="Textfeld 24">
            <a:extLst>
              <a:ext uri="{FF2B5EF4-FFF2-40B4-BE49-F238E27FC236}">
                <a16:creationId xmlns:a16="http://schemas.microsoft.com/office/drawing/2014/main" id="{9B8747D7-331B-00F6-D427-3BB8FC4E1AE3}"/>
              </a:ext>
            </a:extLst>
          </p:cNvPr>
          <p:cNvSpPr txBox="1"/>
          <p:nvPr userDrawn="1"/>
        </p:nvSpPr>
        <p:spPr>
          <a:xfrm>
            <a:off x="863877" y="6195905"/>
            <a:ext cx="5527398" cy="461665"/>
          </a:xfrm>
          <a:prstGeom prst="rect">
            <a:avLst/>
          </a:prstGeom>
          <a:noFill/>
        </p:spPr>
        <p:txBody>
          <a:bodyPr wrap="square" rtlCol="0" anchor="b">
            <a:spAutoFit/>
          </a:bodyPr>
          <a:lstStyle/>
          <a:p>
            <a:r>
              <a:rPr lang="de-DE" sz="1200" b="1" u="none" dirty="0">
                <a:solidFill>
                  <a:schemeClr val="tx2"/>
                </a:solidFill>
                <a:latin typeface="Arial" panose="020B0604020202020204" pitchFamily="34" charset="0"/>
                <a:ea typeface="Gibson Medium" pitchFamily="50" charset="0"/>
                <a:cs typeface="Arial" panose="020B0604020202020204" pitchFamily="34" charset="0"/>
              </a:rPr>
              <a:t>konplan Deutschland GmbH </a:t>
            </a:r>
            <a:r>
              <a:rPr lang="de-DE" sz="1200" u="none" dirty="0">
                <a:solidFill>
                  <a:schemeClr val="tx2"/>
                </a:solidFill>
                <a:latin typeface="Arial" panose="020B0604020202020204" pitchFamily="34" charset="0"/>
                <a:ea typeface="Gibson Book" pitchFamily="50" charset="0"/>
                <a:cs typeface="Arial" panose="020B0604020202020204" pitchFamily="34" charset="0"/>
              </a:rPr>
              <a:t>| Sonnenstraße 6 | DE-86609 Donauwörth</a:t>
            </a:r>
          </a:p>
          <a:p>
            <a:r>
              <a:rPr lang="de-DE" sz="1200" u="none" dirty="0">
                <a:solidFill>
                  <a:schemeClr val="tx2"/>
                </a:solidFill>
                <a:latin typeface="Arial" panose="020B0604020202020204" pitchFamily="34" charset="0"/>
                <a:ea typeface="Gibson Book" pitchFamily="50" charset="0"/>
                <a:cs typeface="Arial" panose="020B0604020202020204" pitchFamily="34" charset="0"/>
              </a:rPr>
              <a:t>+49 621 121 868 00 | info.de@konplan.com | konplan.com</a:t>
            </a:r>
            <a:endParaRPr lang="de-CH" sz="1200" u="none" dirty="0">
              <a:solidFill>
                <a:schemeClr val="tx2"/>
              </a:solidFill>
              <a:latin typeface="Arial" panose="020B0604020202020204" pitchFamily="34" charset="0"/>
              <a:ea typeface="Gibson Book" pitchFamily="50" charset="0"/>
              <a:cs typeface="Arial" panose="020B0604020202020204" pitchFamily="34" charset="0"/>
            </a:endParaRPr>
          </a:p>
        </p:txBody>
      </p:sp>
      <p:pic>
        <p:nvPicPr>
          <p:cNvPr id="26" name="Grafik 25">
            <a:hlinkClick r:id="rId2"/>
            <a:extLst>
              <a:ext uri="{FF2B5EF4-FFF2-40B4-BE49-F238E27FC236}">
                <a16:creationId xmlns:a16="http://schemas.microsoft.com/office/drawing/2014/main" id="{E6CF46C6-79CB-F58A-D247-DE03660E89D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350723" y="6249700"/>
            <a:ext cx="280800" cy="329636"/>
          </a:xfrm>
          <a:prstGeom prst="rect">
            <a:avLst/>
          </a:prstGeom>
        </p:spPr>
      </p:pic>
      <p:pic>
        <p:nvPicPr>
          <p:cNvPr id="28" name="Grafik 27">
            <a:hlinkClick r:id="rId5"/>
            <a:extLst>
              <a:ext uri="{FF2B5EF4-FFF2-40B4-BE49-F238E27FC236}">
                <a16:creationId xmlns:a16="http://schemas.microsoft.com/office/drawing/2014/main" id="{18A29444-A543-A51A-36CC-EC4F8397FAB6}"/>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10700894" y="6249700"/>
            <a:ext cx="273654" cy="321247"/>
          </a:xfrm>
          <a:prstGeom prst="rect">
            <a:avLst/>
          </a:prstGeom>
        </p:spPr>
      </p:pic>
      <p:pic>
        <p:nvPicPr>
          <p:cNvPr id="30" name="Grafik 29">
            <a:hlinkClick r:id="rId8"/>
            <a:extLst>
              <a:ext uri="{FF2B5EF4-FFF2-40B4-BE49-F238E27FC236}">
                <a16:creationId xmlns:a16="http://schemas.microsoft.com/office/drawing/2014/main" id="{98FBEF67-AA17-C9E3-0C05-FC4E890FE94C}"/>
              </a:ext>
            </a:extLst>
          </p:cNvPr>
          <p:cNvPicPr>
            <a:picLocks noChangeAspect="1"/>
          </p:cNvPicPr>
          <p:nvPr userDrawn="1"/>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11021017" y="6249700"/>
            <a:ext cx="280800" cy="317425"/>
          </a:xfrm>
          <a:prstGeom prst="rect">
            <a:avLst/>
          </a:prstGeom>
        </p:spPr>
      </p:pic>
      <p:pic>
        <p:nvPicPr>
          <p:cNvPr id="9" name="Grafik 8">
            <a:extLst>
              <a:ext uri="{FF2B5EF4-FFF2-40B4-BE49-F238E27FC236}">
                <a16:creationId xmlns:a16="http://schemas.microsoft.com/office/drawing/2014/main" id="{94B3F508-B5CB-852B-7C55-CEE8740FCB1A}"/>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92121" y="6282263"/>
            <a:ext cx="321053" cy="288948"/>
          </a:xfrm>
          <a:prstGeom prst="rect">
            <a:avLst/>
          </a:prstGeom>
        </p:spPr>
      </p:pic>
      <p:sp>
        <p:nvSpPr>
          <p:cNvPr id="29" name="Oval 15">
            <a:extLst>
              <a:ext uri="{FF2B5EF4-FFF2-40B4-BE49-F238E27FC236}">
                <a16:creationId xmlns:a16="http://schemas.microsoft.com/office/drawing/2014/main" id="{4CD62080-6AF6-B386-BFE5-D907B4A813F7}"/>
              </a:ext>
            </a:extLst>
          </p:cNvPr>
          <p:cNvSpPr>
            <a:spLocks noChangeArrowheads="1"/>
          </p:cNvSpPr>
          <p:nvPr userDrawn="1"/>
        </p:nvSpPr>
        <p:spPr bwMode="auto">
          <a:xfrm>
            <a:off x="10510836" y="385762"/>
            <a:ext cx="108000" cy="108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a:latin typeface="Arial" panose="020B0604020202020204" pitchFamily="34" charset="0"/>
              <a:cs typeface="Arial" panose="020B0604020202020204" pitchFamily="34" charset="0"/>
            </a:endParaRPr>
          </a:p>
        </p:txBody>
      </p:sp>
      <p:sp>
        <p:nvSpPr>
          <p:cNvPr id="31" name="Oval 22">
            <a:extLst>
              <a:ext uri="{FF2B5EF4-FFF2-40B4-BE49-F238E27FC236}">
                <a16:creationId xmlns:a16="http://schemas.microsoft.com/office/drawing/2014/main" id="{A8EBBBF6-80C1-F92A-E9D8-BD9ECB80F45F}"/>
              </a:ext>
            </a:extLst>
          </p:cNvPr>
          <p:cNvSpPr>
            <a:spLocks noChangeArrowheads="1"/>
          </p:cNvSpPr>
          <p:nvPr userDrawn="1"/>
        </p:nvSpPr>
        <p:spPr bwMode="auto">
          <a:xfrm>
            <a:off x="7727131" y="5217053"/>
            <a:ext cx="108000" cy="108000"/>
          </a:xfrm>
          <a:prstGeom prst="ellipse">
            <a:avLst/>
          </a:prstGeom>
          <a:solidFill>
            <a:schemeClr val="tx2"/>
          </a:solidFill>
          <a:ln w="254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de-CH" dirty="0">
              <a:latin typeface="Arial" panose="020B0604020202020204" pitchFamily="34" charset="0"/>
              <a:cs typeface="Arial" panose="020B0604020202020204" pitchFamily="34" charset="0"/>
            </a:endParaRPr>
          </a:p>
        </p:txBody>
      </p:sp>
      <p:pic>
        <p:nvPicPr>
          <p:cNvPr id="2" name="Grafik 1">
            <a:hlinkClick r:id="rId13"/>
            <a:extLst>
              <a:ext uri="{FF2B5EF4-FFF2-40B4-BE49-F238E27FC236}">
                <a16:creationId xmlns:a16="http://schemas.microsoft.com/office/drawing/2014/main" id="{CE9BC317-DCE9-F911-3B82-7DAEC657B51F}"/>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1673577" y="6249700"/>
            <a:ext cx="280800" cy="329636"/>
          </a:xfrm>
          <a:prstGeom prst="rect">
            <a:avLst/>
          </a:prstGeom>
        </p:spPr>
      </p:pic>
      <p:sp>
        <p:nvSpPr>
          <p:cNvPr id="3" name="Titel 1">
            <a:extLst>
              <a:ext uri="{FF2B5EF4-FFF2-40B4-BE49-F238E27FC236}">
                <a16:creationId xmlns:a16="http://schemas.microsoft.com/office/drawing/2014/main" id="{4F1F09E3-F77E-C1A7-1B19-D2FD41BF75DF}"/>
              </a:ext>
            </a:extLst>
          </p:cNvPr>
          <p:cNvSpPr>
            <a:spLocks noGrp="1"/>
          </p:cNvSpPr>
          <p:nvPr>
            <p:ph type="title" hasCustomPrompt="1"/>
          </p:nvPr>
        </p:nvSpPr>
        <p:spPr>
          <a:xfrm>
            <a:off x="492121" y="976313"/>
            <a:ext cx="9672605" cy="871869"/>
          </a:xfrm>
        </p:spPr>
        <p:txBody>
          <a:bodyPr anchor="t"/>
          <a:lstStyle>
            <a:lvl1pPr>
              <a:defRPr sz="3000">
                <a:latin typeface="Arial" panose="020B0604020202020204" pitchFamily="34" charset="0"/>
                <a:cs typeface="Arial" panose="020B0604020202020204" pitchFamily="34" charset="0"/>
              </a:defRPr>
            </a:lvl1pPr>
          </a:lstStyle>
          <a:p>
            <a:r>
              <a:rPr lang="de-DE" dirty="0"/>
              <a:t>Vielen Dank!</a:t>
            </a:r>
            <a:endParaRPr lang="de-CH" dirty="0"/>
          </a:p>
        </p:txBody>
      </p:sp>
    </p:spTree>
    <p:extLst>
      <p:ext uri="{BB962C8B-B14F-4D97-AF65-F5344CB8AC3E}">
        <p14:creationId xmlns:p14="http://schemas.microsoft.com/office/powerpoint/2010/main" val="3578984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4.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platzhalter 2">
            <a:extLst>
              <a:ext uri="{FF2B5EF4-FFF2-40B4-BE49-F238E27FC236}">
                <a16:creationId xmlns:a16="http://schemas.microsoft.com/office/drawing/2014/main" id="{374F9D17-548A-43E0-8635-BC56A84D90EE}"/>
              </a:ext>
            </a:extLst>
          </p:cNvPr>
          <p:cNvSpPr>
            <a:spLocks noGrp="1"/>
          </p:cNvSpPr>
          <p:nvPr>
            <p:ph type="body" idx="1"/>
          </p:nvPr>
        </p:nvSpPr>
        <p:spPr>
          <a:xfrm>
            <a:off x="372980" y="1557338"/>
            <a:ext cx="10907795" cy="4392612"/>
          </a:xfrm>
          <a:prstGeom prst="rect">
            <a:avLst/>
          </a:prstGeom>
        </p:spPr>
        <p:txBody>
          <a:bodyPr vert="horz" lIns="36000" tIns="45720" rIns="91440" bIns="45720" rtlCol="0">
            <a:noAutofit/>
          </a:bodyPr>
          <a:lstStyle/>
          <a:p>
            <a:pPr lvl="0"/>
            <a:r>
              <a:rPr lang="de-DE" dirty="0"/>
              <a:t>Mastertextformat bearbeiten</a:t>
            </a:r>
          </a:p>
          <a:p>
            <a:pPr lvl="1"/>
            <a:r>
              <a:rPr lang="de-DE" dirty="0"/>
              <a:t>Zweite Ebene</a:t>
            </a:r>
          </a:p>
          <a:p>
            <a:pPr lvl="2"/>
            <a:r>
              <a:rPr lang="de-DE" dirty="0"/>
              <a:t>Dritte Ebene</a:t>
            </a:r>
          </a:p>
          <a:p>
            <a:pPr lvl="0"/>
            <a:endParaRPr lang="de-DE" dirty="0"/>
          </a:p>
        </p:txBody>
      </p:sp>
      <p:pic>
        <p:nvPicPr>
          <p:cNvPr id="11" name="Grafik 10">
            <a:extLst>
              <a:ext uri="{FF2B5EF4-FFF2-40B4-BE49-F238E27FC236}">
                <a16:creationId xmlns:a16="http://schemas.microsoft.com/office/drawing/2014/main" id="{98DC037E-EE45-FF66-0DBD-02FB439F588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a:xfrm>
            <a:off x="479426" y="6430486"/>
            <a:ext cx="321053" cy="288948"/>
          </a:xfrm>
          <a:prstGeom prst="rect">
            <a:avLst/>
          </a:prstGeom>
        </p:spPr>
      </p:pic>
      <p:pic>
        <p:nvPicPr>
          <p:cNvPr id="12" name="Grafik 11">
            <a:extLst>
              <a:ext uri="{FF2B5EF4-FFF2-40B4-BE49-F238E27FC236}">
                <a16:creationId xmlns:a16="http://schemas.microsoft.com/office/drawing/2014/main" id="{F30AB1FB-C979-0C6B-757C-BC6E9A4413C4}"/>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a:xfrm>
            <a:off x="10883520" y="6384053"/>
            <a:ext cx="820003" cy="473947"/>
          </a:xfrm>
          <a:prstGeom prst="rect">
            <a:avLst/>
          </a:prstGeom>
        </p:spPr>
      </p:pic>
      <p:sp>
        <p:nvSpPr>
          <p:cNvPr id="2" name="Foliennummernplatzhalter 5">
            <a:extLst>
              <a:ext uri="{FF2B5EF4-FFF2-40B4-BE49-F238E27FC236}">
                <a16:creationId xmlns:a16="http://schemas.microsoft.com/office/drawing/2014/main" id="{B22357A4-33E7-A47C-F1E1-8101AB1BF3F9}"/>
              </a:ext>
            </a:extLst>
          </p:cNvPr>
          <p:cNvSpPr>
            <a:spLocks noGrp="1"/>
          </p:cNvSpPr>
          <p:nvPr>
            <p:ph type="sldNum" sz="quarter" idx="4"/>
          </p:nvPr>
        </p:nvSpPr>
        <p:spPr>
          <a:xfrm>
            <a:off x="11029790" y="6496763"/>
            <a:ext cx="527462" cy="365125"/>
          </a:xfrm>
          <a:prstGeom prst="rect">
            <a:avLst/>
          </a:prstGeom>
        </p:spPr>
        <p:txBody>
          <a:bodyPr vert="horz" lIns="91440" tIns="45720" rIns="91440" bIns="45720" rtlCol="0" anchor="ctr"/>
          <a:lstStyle>
            <a:lvl1pPr algn="ctr">
              <a:defRPr lang="de-CH" sz="900" kern="1200" smtClean="0">
                <a:solidFill>
                  <a:schemeClr val="tx2"/>
                </a:solidFill>
                <a:latin typeface="Arial" panose="020B0604020202020204" pitchFamily="34" charset="0"/>
                <a:ea typeface="Gibson Medium" pitchFamily="50" charset="0"/>
                <a:cs typeface="Arial" panose="020B0604020202020204" pitchFamily="34" charset="0"/>
              </a:defRPr>
            </a:lvl1pPr>
          </a:lstStyle>
          <a:p>
            <a:fld id="{8B4F2566-6049-46AE-8362-19E16D5BA91B}" type="slidenum">
              <a:rPr lang="en-GB" smtClean="0"/>
              <a:pPr/>
              <a:t>‹#›</a:t>
            </a:fld>
            <a:endParaRPr lang="en-GB" dirty="0"/>
          </a:p>
        </p:txBody>
      </p:sp>
      <p:sp>
        <p:nvSpPr>
          <p:cNvPr id="9" name="Fußzeilenplatzhalter 5">
            <a:extLst>
              <a:ext uri="{FF2B5EF4-FFF2-40B4-BE49-F238E27FC236}">
                <a16:creationId xmlns:a16="http://schemas.microsoft.com/office/drawing/2014/main" id="{2FCDA9C2-9CCA-58A9-BB9E-ED0473108015}"/>
              </a:ext>
            </a:extLst>
          </p:cNvPr>
          <p:cNvSpPr>
            <a:spLocks noGrp="1"/>
          </p:cNvSpPr>
          <p:nvPr>
            <p:ph type="ftr" sz="quarter" idx="3"/>
          </p:nvPr>
        </p:nvSpPr>
        <p:spPr>
          <a:xfrm>
            <a:off x="892565" y="6425142"/>
            <a:ext cx="9159064" cy="365125"/>
          </a:xfrm>
          <a:prstGeom prst="rect">
            <a:avLst/>
          </a:prstGeom>
        </p:spPr>
        <p:txBody>
          <a:bodyPr vert="horz" lIns="91440" tIns="45720" rIns="91440" bIns="45720" rtlCol="0" anchor="ctr"/>
          <a:lstStyle>
            <a:lvl1pPr algn="l">
              <a:defRPr sz="1000">
                <a:solidFill>
                  <a:schemeClr val="tx2"/>
                </a:solidFill>
                <a:latin typeface="Arial" panose="020B0604020202020204" pitchFamily="34" charset="0"/>
                <a:cs typeface="Arial" panose="020B0604020202020204" pitchFamily="34" charset="0"/>
              </a:defRPr>
            </a:lvl1pPr>
          </a:lstStyle>
          <a:p>
            <a:r>
              <a:rPr lang="de-DE"/>
              <a:t>Titel des Dokuments | Version 1.1</a:t>
            </a:r>
            <a:endParaRPr lang="de-CH" dirty="0"/>
          </a:p>
        </p:txBody>
      </p:sp>
      <p:sp>
        <p:nvSpPr>
          <p:cNvPr id="3" name="Titelplatzhalter 1">
            <a:extLst>
              <a:ext uri="{FF2B5EF4-FFF2-40B4-BE49-F238E27FC236}">
                <a16:creationId xmlns:a16="http://schemas.microsoft.com/office/drawing/2014/main" id="{03AD1CEF-D03C-1D37-4972-4EFEEAE78A9F}"/>
              </a:ext>
            </a:extLst>
          </p:cNvPr>
          <p:cNvSpPr>
            <a:spLocks noGrp="1"/>
          </p:cNvSpPr>
          <p:nvPr>
            <p:ph type="title"/>
          </p:nvPr>
        </p:nvSpPr>
        <p:spPr>
          <a:xfrm>
            <a:off x="372980" y="575390"/>
            <a:ext cx="10907796" cy="885276"/>
          </a:xfrm>
          <a:prstGeom prst="rect">
            <a:avLst/>
          </a:prstGeom>
        </p:spPr>
        <p:txBody>
          <a:bodyPr vert="horz" lIns="91440" tIns="45720" rIns="91440" bIns="45720" rtlCol="0" anchor="t">
            <a:noAutofit/>
          </a:bodyPr>
          <a:lstStyle/>
          <a:p>
            <a:r>
              <a:rPr lang="de-DE" dirty="0"/>
              <a:t>Platzhalter für einen</a:t>
            </a:r>
            <a:br>
              <a:rPr lang="de-DE" dirty="0"/>
            </a:br>
            <a:r>
              <a:rPr lang="de-DE" dirty="0"/>
              <a:t>zweizeiligen Titel</a:t>
            </a:r>
            <a:endParaRPr lang="de-CH" dirty="0"/>
          </a:p>
        </p:txBody>
      </p:sp>
    </p:spTree>
    <p:extLst>
      <p:ext uri="{BB962C8B-B14F-4D97-AF65-F5344CB8AC3E}">
        <p14:creationId xmlns:p14="http://schemas.microsoft.com/office/powerpoint/2010/main" val="33682926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24" r:id="rId10"/>
    <p:sldLayoutId id="2147483725" r:id="rId11"/>
    <p:sldLayoutId id="2147483726" r:id="rId12"/>
    <p:sldLayoutId id="2147483728" r:id="rId13"/>
    <p:sldLayoutId id="2147483729" r:id="rId14"/>
    <p:sldLayoutId id="2147483731" r:id="rId15"/>
    <p:sldLayoutId id="2147483735" r:id="rId16"/>
    <p:sldLayoutId id="2147483761" r:id="rId17"/>
    <p:sldLayoutId id="2147483762" r:id="rId18"/>
    <p:sldLayoutId id="2147483737" r:id="rId19"/>
    <p:sldLayoutId id="2147483754" r:id="rId20"/>
    <p:sldLayoutId id="2147483755" r:id="rId21"/>
    <p:sldLayoutId id="2147483757" r:id="rId22"/>
    <p:sldLayoutId id="2147483758" r:id="rId23"/>
    <p:sldLayoutId id="2147483759" r:id="rId24"/>
    <p:sldLayoutId id="2147483760" r:id="rId25"/>
    <p:sldLayoutId id="2147483751" r:id="rId26"/>
    <p:sldLayoutId id="2147483752" r:id="rId27"/>
    <p:sldLayoutId id="2147483753" r:id="rId28"/>
    <p:sldLayoutId id="2147483743" r:id="rId29"/>
    <p:sldLayoutId id="2147483747" r:id="rId30"/>
    <p:sldLayoutId id="2147483748" r:id="rId31"/>
    <p:sldLayoutId id="2147483749" r:id="rId32"/>
    <p:sldLayoutId id="2147483750" r:id="rId3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600" b="1" kern="1200" cap="none" baseline="0">
          <a:solidFill>
            <a:schemeClr val="tx2"/>
          </a:solidFill>
          <a:latin typeface="Arial" panose="020B0604020202020204" pitchFamily="34" charset="0"/>
          <a:ea typeface="Gibson SemiBold" pitchFamily="50" charset="0"/>
          <a:cs typeface="Arial" panose="020B0604020202020204" pitchFamily="34" charset="0"/>
        </a:defRPr>
      </a:lvl1pPr>
    </p:titleStyle>
    <p:bodyStyle>
      <a:lvl1pPr marL="216000" indent="-144000" algn="l" defTabSz="914400" rtl="0" eaLnBrk="1" latinLnBrk="0" hangingPunct="1">
        <a:lnSpc>
          <a:spcPct val="100000"/>
        </a:lnSpc>
        <a:spcBef>
          <a:spcPts val="300"/>
        </a:spcBef>
        <a:buFont typeface="Arial" panose="020B0604020202020204" pitchFamily="34" charset="0"/>
        <a:buChar char="•"/>
        <a:defRPr sz="1200" kern="1200">
          <a:solidFill>
            <a:schemeClr val="tx2"/>
          </a:solidFill>
          <a:latin typeface="Arial" panose="020B0604020202020204" pitchFamily="34" charset="0"/>
          <a:ea typeface="Gibson Book" pitchFamily="50" charset="0"/>
          <a:cs typeface="Arial" panose="020B0604020202020204" pitchFamily="34" charset="0"/>
        </a:defRPr>
      </a:lvl1pPr>
      <a:lvl2pPr marL="432000" indent="-144000" algn="l" defTabSz="914400" rtl="0" eaLnBrk="1" latinLnBrk="0" hangingPunct="1">
        <a:lnSpc>
          <a:spcPct val="100000"/>
        </a:lnSpc>
        <a:spcBef>
          <a:spcPts val="300"/>
        </a:spcBef>
        <a:buFont typeface="Arial" panose="020B0604020202020204" pitchFamily="34" charset="0"/>
        <a:buChar char="•"/>
        <a:defRPr sz="1000" kern="1200">
          <a:solidFill>
            <a:schemeClr val="tx2"/>
          </a:solidFill>
          <a:latin typeface="Arial" panose="020B0604020202020204" pitchFamily="34" charset="0"/>
          <a:ea typeface="Gibson Book" pitchFamily="50" charset="0"/>
          <a:cs typeface="Arial" panose="020B0604020202020204" pitchFamily="34" charset="0"/>
        </a:defRPr>
      </a:lvl2pPr>
      <a:lvl3pPr marL="720000" indent="-144000" algn="l" defTabSz="914400" rtl="0" eaLnBrk="1" latinLnBrk="0" hangingPunct="1">
        <a:lnSpc>
          <a:spcPct val="100000"/>
        </a:lnSpc>
        <a:spcBef>
          <a:spcPts val="300"/>
        </a:spcBef>
        <a:buFont typeface="Arial" panose="020B0604020202020204" pitchFamily="34" charset="0"/>
        <a:buChar char="•"/>
        <a:defRPr sz="800" kern="1200">
          <a:solidFill>
            <a:schemeClr val="tx2"/>
          </a:solidFill>
          <a:latin typeface="Arial" panose="020B0604020202020204" pitchFamily="34" charset="0"/>
          <a:ea typeface="Gibson Book" pitchFamily="50" charset="0"/>
          <a:cs typeface="Arial" panose="020B0604020202020204" pitchFamily="34" charset="0"/>
        </a:defRPr>
      </a:lvl3pPr>
      <a:lvl4pPr marL="1008000" indent="-144000" algn="l" defTabSz="914400" rtl="0" eaLnBrk="1" latinLnBrk="0" hangingPunct="1">
        <a:lnSpc>
          <a:spcPct val="100000"/>
        </a:lnSpc>
        <a:spcBef>
          <a:spcPts val="300"/>
        </a:spcBef>
        <a:buFont typeface="Arial" panose="020B0604020202020204" pitchFamily="34" charset="0"/>
        <a:buChar char="•"/>
        <a:defRPr sz="600" kern="1200">
          <a:solidFill>
            <a:schemeClr val="tx2"/>
          </a:solidFill>
          <a:latin typeface="Arial" panose="020B0604020202020204" pitchFamily="34" charset="0"/>
          <a:ea typeface="Gibson Book" pitchFamily="50" charset="0"/>
          <a:cs typeface="Arial" panose="020B0604020202020204" pitchFamily="34" charset="0"/>
        </a:defRPr>
      </a:lvl4pPr>
      <a:lvl5pPr marL="1296000" indent="-180000" algn="l" defTabSz="914400" rtl="0" eaLnBrk="1" latinLnBrk="0" hangingPunct="1">
        <a:lnSpc>
          <a:spcPct val="100000"/>
        </a:lnSpc>
        <a:spcBef>
          <a:spcPts val="300"/>
        </a:spcBef>
        <a:buFont typeface="Arial" panose="020B0604020202020204" pitchFamily="34" charset="0"/>
        <a:buChar char="•"/>
        <a:defRPr sz="1400" kern="1200">
          <a:solidFill>
            <a:schemeClr val="tx2"/>
          </a:solidFill>
          <a:latin typeface="Arial" panose="020B0604020202020204" pitchFamily="34" charset="0"/>
          <a:ea typeface="Gibson Book" pitchFamily="50" charset="0"/>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50" userDrawn="1">
          <p15:clr>
            <a:srgbClr val="F26B43"/>
          </p15:clr>
        </p15:guide>
        <p15:guide id="2" pos="302" userDrawn="1">
          <p15:clr>
            <a:srgbClr val="F26B43"/>
          </p15:clr>
        </p15:guide>
        <p15:guide id="3" orient="horz" pos="845" userDrawn="1">
          <p15:clr>
            <a:srgbClr val="F26B43"/>
          </p15:clr>
        </p15:guide>
        <p15:guide id="4" pos="7106" userDrawn="1">
          <p15:clr>
            <a:srgbClr val="F26B43"/>
          </p15:clr>
        </p15:guide>
        <p15:guide id="5" orient="horz" pos="981" userDrawn="1">
          <p15:clr>
            <a:srgbClr val="F26B43"/>
          </p15:clr>
        </p15:guide>
        <p15:guide id="6" orient="horz" pos="3748" userDrawn="1">
          <p15:clr>
            <a:srgbClr val="F26B43"/>
          </p15:clr>
        </p15:guide>
        <p15:guide id="7" orient="horz" pos="346" userDrawn="1">
          <p15:clr>
            <a:srgbClr val="F26B43"/>
          </p15:clr>
        </p15:guide>
        <p15:guide id="8" orient="horz" pos="57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5.jpg"/><Relationship Id="rId2" Type="http://schemas.microsoft.com/office/2018/10/relationships/comments" Target="../comments/modernComment_12C_FD2710E0.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2.jpeg"/><Relationship Id="rId2" Type="http://schemas.microsoft.com/office/2018/10/relationships/comments" Target="../comments/modernComment_121_FA1D4C5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chart" Target="../charts/chart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14_FE2D784B.xml"/><Relationship Id="rId2" Type="http://schemas.openxmlformats.org/officeDocument/2006/relationships/notesSlide" Target="../notesSlides/notesSlide1.xml"/><Relationship Id="rId1" Type="http://schemas.openxmlformats.org/officeDocument/2006/relationships/slideLayout" Target="../slideLayouts/slideLayout29.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2.png"/><Relationship Id="rId3" Type="http://schemas.openxmlformats.org/officeDocument/2006/relationships/hyperlink" Target="https://www.instagram.com/konplan.engineering/" TargetMode="External"/><Relationship Id="rId7" Type="http://schemas.openxmlformats.org/officeDocument/2006/relationships/image" Target="../media/image28.png"/><Relationship Id="rId12" Type="http://schemas.openxmlformats.org/officeDocument/2006/relationships/hyperlink" Target="https://www.youtube.com/@konplan.engineering" TargetMode="External"/><Relationship Id="rId2" Type="http://schemas.microsoft.com/office/2018/10/relationships/comments" Target="../comments/modernComment_11C_27F0443D.xml"/><Relationship Id="rId1" Type="http://schemas.openxmlformats.org/officeDocument/2006/relationships/slideLayout" Target="../slideLayouts/slideLayout30.xml"/><Relationship Id="rId6" Type="http://schemas.openxmlformats.org/officeDocument/2006/relationships/hyperlink" Target="https://ch.linkedin.com/company/konplan" TargetMode="External"/><Relationship Id="rId11" Type="http://schemas.openxmlformats.org/officeDocument/2006/relationships/image" Target="../media/image31.svg"/><Relationship Id="rId5" Type="http://schemas.openxmlformats.org/officeDocument/2006/relationships/image" Target="../media/image27.svg"/><Relationship Id="rId10" Type="http://schemas.openxmlformats.org/officeDocument/2006/relationships/image" Target="../media/image30.png"/><Relationship Id="rId4" Type="http://schemas.openxmlformats.org/officeDocument/2006/relationships/image" Target="../media/image26.png"/><Relationship Id="rId9" Type="http://schemas.openxmlformats.org/officeDocument/2006/relationships/hyperlink" Target="https://www.facebook.com/konplan.engineering" TargetMode="External"/><Relationship Id="rId1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9E6F67-365D-95F2-0555-07AC3C34E014}"/>
              </a:ext>
            </a:extLst>
          </p:cNvPr>
          <p:cNvSpPr>
            <a:spLocks noGrp="1"/>
          </p:cNvSpPr>
          <p:nvPr>
            <p:ph type="title"/>
          </p:nvPr>
        </p:nvSpPr>
        <p:spPr/>
        <p:txBody>
          <a:bodyPr/>
          <a:lstStyle/>
          <a:p>
            <a:r>
              <a:rPr lang="de-DE" dirty="0"/>
              <a:t>🦀 Rust für C/C++ Entwickler</a:t>
            </a:r>
            <a:endParaRPr lang="de-CH" dirty="0"/>
          </a:p>
        </p:txBody>
      </p:sp>
      <p:sp>
        <p:nvSpPr>
          <p:cNvPr id="4" name="Content Placeholder 3">
            <a:extLst>
              <a:ext uri="{FF2B5EF4-FFF2-40B4-BE49-F238E27FC236}">
                <a16:creationId xmlns:a16="http://schemas.microsoft.com/office/drawing/2014/main" id="{B972E245-35B3-73BB-D8C7-5A1E939D2B7A}"/>
              </a:ext>
            </a:extLst>
          </p:cNvPr>
          <p:cNvSpPr>
            <a:spLocks noGrp="1"/>
          </p:cNvSpPr>
          <p:nvPr>
            <p:ph idx="1"/>
          </p:nvPr>
        </p:nvSpPr>
        <p:spPr/>
        <p:txBody>
          <a:bodyPr/>
          <a:lstStyle/>
          <a:p>
            <a:r>
              <a:rPr lang="de-DE" dirty="0"/>
              <a:t>Sicher. Schnell. Ohne </a:t>
            </a:r>
            <a:r>
              <a:rPr lang="de-DE" dirty="0" err="1"/>
              <a:t>Garbage</a:t>
            </a:r>
            <a:r>
              <a:rPr lang="de-DE" dirty="0"/>
              <a:t> </a:t>
            </a:r>
            <a:r>
              <a:rPr lang="de-DE" dirty="0" err="1"/>
              <a:t>Collector</a:t>
            </a:r>
            <a:r>
              <a:rPr lang="de-DE" dirty="0"/>
              <a:t>.</a:t>
            </a:r>
          </a:p>
          <a:p>
            <a:endParaRPr lang="de-DE" dirty="0"/>
          </a:p>
          <a:p>
            <a:r>
              <a:rPr lang="de-DE" dirty="0"/>
              <a:t>„Rust ist C++ — aber der Compiler übernimmt das, woran du schon einmal gescheitert bist."</a:t>
            </a:r>
            <a:endParaRPr lang="de-CH" dirty="0"/>
          </a:p>
        </p:txBody>
      </p:sp>
      <p:pic>
        <p:nvPicPr>
          <p:cNvPr id="5" name="Bildplatzhalter 5">
            <a:extLst>
              <a:ext uri="{FF2B5EF4-FFF2-40B4-BE49-F238E27FC236}">
                <a16:creationId xmlns:a16="http://schemas.microsoft.com/office/drawing/2014/main" id="{F68D908A-5054-711D-495C-058940747D0D}"/>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17436" r="17436"/>
          <a:stretch/>
        </p:blipFill>
        <p:spPr/>
      </p:pic>
    </p:spTree>
    <p:extLst>
      <p:ext uri="{BB962C8B-B14F-4D97-AF65-F5344CB8AC3E}">
        <p14:creationId xmlns:p14="http://schemas.microsoft.com/office/powerpoint/2010/main" val="2827502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819647-49B2-9EAD-3E9E-7A337DABC450}"/>
              </a:ext>
            </a:extLst>
          </p:cNvPr>
          <p:cNvSpPr>
            <a:spLocks noGrp="1"/>
          </p:cNvSpPr>
          <p:nvPr>
            <p:ph type="title"/>
          </p:nvPr>
        </p:nvSpPr>
        <p:spPr/>
        <p:txBody>
          <a:bodyPr/>
          <a:lstStyle/>
          <a:p>
            <a:endParaRPr lang="de-CH"/>
          </a:p>
        </p:txBody>
      </p:sp>
      <p:pic>
        <p:nvPicPr>
          <p:cNvPr id="7" name="Bildplatzhalter 6" descr="Ein Bild, das Kleidung, Person, Text, Mann enthält.&#10;&#10;Automatisch generierte Beschreibung">
            <a:extLst>
              <a:ext uri="{FF2B5EF4-FFF2-40B4-BE49-F238E27FC236}">
                <a16:creationId xmlns:a16="http://schemas.microsoft.com/office/drawing/2014/main" id="{3052177A-6201-C2C5-8F40-96080183085F}"/>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1054" r="21054"/>
          <a:stretch>
            <a:fillRect/>
          </a:stretch>
        </p:blipFill>
        <p:spPr/>
      </p:pic>
      <p:sp>
        <p:nvSpPr>
          <p:cNvPr id="4" name="Foliennummernplatzhalter 3">
            <a:extLst>
              <a:ext uri="{FF2B5EF4-FFF2-40B4-BE49-F238E27FC236}">
                <a16:creationId xmlns:a16="http://schemas.microsoft.com/office/drawing/2014/main" id="{666FBFAF-9B57-7A63-EB4B-58ED992BAA57}"/>
              </a:ext>
            </a:extLst>
          </p:cNvPr>
          <p:cNvSpPr>
            <a:spLocks noGrp="1"/>
          </p:cNvSpPr>
          <p:nvPr>
            <p:ph type="sldNum" sz="quarter" idx="4"/>
          </p:nvPr>
        </p:nvSpPr>
        <p:spPr/>
        <p:txBody>
          <a:bodyPr/>
          <a:lstStyle/>
          <a:p>
            <a:fld id="{8B4F2566-6049-46AE-8362-19E16D5BA91B}" type="slidenum">
              <a:rPr lang="en-GB" smtClean="0"/>
              <a:pPr/>
              <a:t>2</a:t>
            </a:fld>
            <a:endParaRPr lang="en-GB" dirty="0"/>
          </a:p>
        </p:txBody>
      </p:sp>
      <p:sp>
        <p:nvSpPr>
          <p:cNvPr id="5" name="Textplatzhalter 4">
            <a:extLst>
              <a:ext uri="{FF2B5EF4-FFF2-40B4-BE49-F238E27FC236}">
                <a16:creationId xmlns:a16="http://schemas.microsoft.com/office/drawing/2014/main" id="{BD6223BB-F4FB-5E5E-DC73-37681EB81802}"/>
              </a:ext>
            </a:extLst>
          </p:cNvPr>
          <p:cNvSpPr>
            <a:spLocks noGrp="1"/>
          </p:cNvSpPr>
          <p:nvPr>
            <p:ph type="body" sz="quarter" idx="16"/>
          </p:nvPr>
        </p:nvSpPr>
        <p:spPr/>
        <p:txBody>
          <a:bodyPr/>
          <a:lstStyle/>
          <a:p>
            <a:r>
              <a:rPr lang="de-CH" dirty="0"/>
              <a:t>Erstes Kapitel eingeben					01</a:t>
            </a:r>
          </a:p>
          <a:p>
            <a:r>
              <a:rPr lang="de-CH" dirty="0"/>
              <a:t>Zweites Kapitel eingeben					02</a:t>
            </a:r>
          </a:p>
          <a:p>
            <a:r>
              <a:rPr lang="de-CH" dirty="0"/>
              <a:t>Drittes Kapitel eingeben					03</a:t>
            </a:r>
          </a:p>
          <a:p>
            <a:r>
              <a:rPr lang="de-CH" dirty="0"/>
              <a:t>Viertes Kapitel eingeben					04</a:t>
            </a:r>
          </a:p>
          <a:p>
            <a:r>
              <a:rPr lang="de-CH" dirty="0"/>
              <a:t>Fünftes Kapitel eingeben					05</a:t>
            </a:r>
          </a:p>
          <a:p>
            <a:r>
              <a:rPr lang="de-CH" dirty="0"/>
              <a:t>Sechstes Kapitel eingeben					06</a:t>
            </a:r>
          </a:p>
          <a:p>
            <a:r>
              <a:rPr lang="de-CH" dirty="0"/>
              <a:t>Siebtes Kapitel eingeben					07</a:t>
            </a:r>
          </a:p>
          <a:p>
            <a:r>
              <a:rPr lang="de-CH" dirty="0"/>
              <a:t>Achtes Kapitel eingeben					08</a:t>
            </a:r>
          </a:p>
        </p:txBody>
      </p:sp>
    </p:spTree>
    <p:extLst>
      <p:ext uri="{BB962C8B-B14F-4D97-AF65-F5344CB8AC3E}">
        <p14:creationId xmlns:p14="http://schemas.microsoft.com/office/powerpoint/2010/main" val="4247195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7B953C13-D677-4FF2-2F22-A7A589717D25}"/>
              </a:ext>
            </a:extLst>
          </p:cNvPr>
          <p:cNvGraphicFramePr>
            <a:graphicFrameLocks noGrp="1"/>
          </p:cNvGraphicFramePr>
          <p:nvPr>
            <p:ph idx="1"/>
            <p:extLst>
              <p:ext uri="{D42A27DB-BD31-4B8C-83A1-F6EECF244321}">
                <p14:modId xmlns:p14="http://schemas.microsoft.com/office/powerpoint/2010/main" val="87526008"/>
              </p:ext>
            </p:extLst>
          </p:nvPr>
        </p:nvGraphicFramePr>
        <p:xfrm>
          <a:off x="5949949" y="1557338"/>
          <a:ext cx="5872211" cy="4241800"/>
        </p:xfrm>
        <a:graphic>
          <a:graphicData uri="http://schemas.openxmlformats.org/drawingml/2006/table">
            <a:tbl>
              <a:tblPr firstRow="1" bandRow="1">
                <a:tableStyleId>{5C22544A-7EE6-4342-B048-85BDC9FD1C3A}</a:tableStyleId>
              </a:tblPr>
              <a:tblGrid>
                <a:gridCol w="1889378">
                  <a:extLst>
                    <a:ext uri="{9D8B030D-6E8A-4147-A177-3AD203B41FA5}">
                      <a16:colId xmlns:a16="http://schemas.microsoft.com/office/drawing/2014/main" val="179249096"/>
                    </a:ext>
                  </a:extLst>
                </a:gridCol>
                <a:gridCol w="3982833">
                  <a:extLst>
                    <a:ext uri="{9D8B030D-6E8A-4147-A177-3AD203B41FA5}">
                      <a16:colId xmlns:a16="http://schemas.microsoft.com/office/drawing/2014/main" val="737084522"/>
                    </a:ext>
                  </a:extLst>
                </a:gridCol>
              </a:tblGrid>
              <a:tr h="370840">
                <a:tc>
                  <a:txBody>
                    <a:bodyPr/>
                    <a:lstStyle/>
                    <a:p>
                      <a:r>
                        <a:rPr lang="en-CH" dirty="0"/>
                        <a:t>Jahr</a:t>
                      </a:r>
                      <a:endParaRPr lang="en-GB" dirty="0"/>
                    </a:p>
                  </a:txBody>
                  <a:tcPr/>
                </a:tc>
                <a:tc>
                  <a:txBody>
                    <a:bodyPr/>
                    <a:lstStyle/>
                    <a:p>
                      <a:r>
                        <a:rPr lang="en-CH" dirty="0" err="1"/>
                        <a:t>Meilenstein</a:t>
                      </a:r>
                      <a:endParaRPr lang="en-GB" dirty="0"/>
                    </a:p>
                  </a:txBody>
                  <a:tcPr/>
                </a:tc>
                <a:extLst>
                  <a:ext uri="{0D108BD9-81ED-4DB2-BD59-A6C34878D82A}">
                    <a16:rowId xmlns:a16="http://schemas.microsoft.com/office/drawing/2014/main" val="3577769605"/>
                  </a:ext>
                </a:extLst>
              </a:tr>
              <a:tr h="370840">
                <a:tc>
                  <a:txBody>
                    <a:bodyPr/>
                    <a:lstStyle/>
                    <a:p>
                      <a:r>
                        <a:rPr lang="en-CH" sz="1800" b="1" i="0" kern="1200" dirty="0">
                          <a:solidFill>
                            <a:schemeClr val="dk1"/>
                          </a:solidFill>
                          <a:effectLst/>
                          <a:latin typeface="+mn-lt"/>
                          <a:ea typeface="+mn-ea"/>
                          <a:cs typeface="+mn-cs"/>
                        </a:rPr>
                        <a:t>2009</a:t>
                      </a:r>
                      <a:endParaRPr lang="en-GB" sz="1800" b="1" i="0" kern="1200" dirty="0">
                        <a:solidFill>
                          <a:schemeClr val="dk1"/>
                        </a:solidFill>
                        <a:effectLst/>
                        <a:latin typeface="+mn-lt"/>
                        <a:ea typeface="+mn-ea"/>
                        <a:cs typeface="+mn-cs"/>
                      </a:endParaRPr>
                    </a:p>
                  </a:txBody>
                  <a:tcPr/>
                </a:tc>
                <a:tc>
                  <a:txBody>
                    <a:bodyPr/>
                    <a:lstStyle/>
                    <a:p>
                      <a:r>
                        <a:rPr lang="en-GB" dirty="0"/>
                        <a:t>Mozilla </a:t>
                      </a:r>
                      <a:r>
                        <a:rPr lang="en-GB" dirty="0" err="1"/>
                        <a:t>sponsert</a:t>
                      </a:r>
                      <a:r>
                        <a:rPr lang="en-GB" dirty="0"/>
                        <a:t> Rust </a:t>
                      </a:r>
                      <a:r>
                        <a:rPr lang="en-GB" dirty="0" err="1"/>
                        <a:t>offiziell</a:t>
                      </a:r>
                      <a:endParaRPr lang="en-CH" dirty="0"/>
                    </a:p>
                    <a:p>
                      <a:endParaRPr lang="en-GB" dirty="0"/>
                    </a:p>
                  </a:txBody>
                  <a:tcPr/>
                </a:tc>
                <a:extLst>
                  <a:ext uri="{0D108BD9-81ED-4DB2-BD59-A6C34878D82A}">
                    <a16:rowId xmlns:a16="http://schemas.microsoft.com/office/drawing/2014/main" val="1265429501"/>
                  </a:ext>
                </a:extLst>
              </a:tr>
              <a:tr h="370840">
                <a:tc>
                  <a:txBody>
                    <a:bodyPr/>
                    <a:lstStyle/>
                    <a:p>
                      <a:r>
                        <a:rPr lang="en-GB" sz="1800" b="1" i="0" kern="1200" dirty="0">
                          <a:solidFill>
                            <a:schemeClr val="dk1"/>
                          </a:solidFill>
                          <a:effectLst/>
                          <a:latin typeface="+mn-lt"/>
                          <a:ea typeface="+mn-ea"/>
                          <a:cs typeface="+mn-cs"/>
                        </a:rPr>
                        <a:t>2013</a:t>
                      </a:r>
                      <a:endParaRPr lang="en-GB" dirty="0"/>
                    </a:p>
                  </a:txBody>
                  <a:tcPr/>
                </a:tc>
                <a:tc>
                  <a:txBody>
                    <a:bodyPr/>
                    <a:lstStyle/>
                    <a:p>
                      <a:pPr>
                        <a:buNone/>
                      </a:pPr>
                      <a:r>
                        <a:rPr lang="de-DE" dirty="0" err="1">
                          <a:solidFill>
                            <a:srgbClr val="333333"/>
                          </a:solidFill>
                          <a:effectLst/>
                        </a:rPr>
                        <a:t>Garbage</a:t>
                      </a:r>
                      <a:r>
                        <a:rPr lang="de-DE" dirty="0">
                          <a:solidFill>
                            <a:srgbClr val="333333"/>
                          </a:solidFill>
                          <a:effectLst/>
                        </a:rPr>
                        <a:t> </a:t>
                      </a:r>
                      <a:r>
                        <a:rPr lang="de-DE" dirty="0" err="1">
                          <a:solidFill>
                            <a:srgbClr val="333333"/>
                          </a:solidFill>
                          <a:effectLst/>
                        </a:rPr>
                        <a:t>Collector</a:t>
                      </a:r>
                      <a:r>
                        <a:rPr lang="de-DE" dirty="0">
                          <a:solidFill>
                            <a:srgbClr val="333333"/>
                          </a:solidFill>
                          <a:effectLst/>
                        </a:rPr>
                        <a:t> entfernt — Rust läuft ohne GC</a:t>
                      </a:r>
                    </a:p>
                  </a:txBody>
                  <a:tcPr marL="114300" marR="114300" marT="76200" marB="76200" anchor="ctr"/>
                </a:tc>
                <a:extLst>
                  <a:ext uri="{0D108BD9-81ED-4DB2-BD59-A6C34878D82A}">
                    <a16:rowId xmlns:a16="http://schemas.microsoft.com/office/drawing/2014/main" val="902847680"/>
                  </a:ext>
                </a:extLst>
              </a:tr>
              <a:tr h="370840">
                <a:tc>
                  <a:txBody>
                    <a:bodyPr/>
                    <a:lstStyle/>
                    <a:p>
                      <a:r>
                        <a:rPr lang="en-GB" sz="1800" b="1" i="0" kern="1200">
                          <a:solidFill>
                            <a:schemeClr val="dk1"/>
                          </a:solidFill>
                          <a:effectLst/>
                          <a:latin typeface="+mn-lt"/>
                          <a:ea typeface="+mn-ea"/>
                          <a:cs typeface="+mn-cs"/>
                        </a:rPr>
                        <a:t>2015</a:t>
                      </a:r>
                      <a:endParaRPr lang="en-GB"/>
                    </a:p>
                  </a:txBody>
                  <a:tcPr/>
                </a:tc>
                <a:tc>
                  <a:txBody>
                    <a:bodyPr/>
                    <a:lstStyle/>
                    <a:p>
                      <a:pPr>
                        <a:buNone/>
                      </a:pPr>
                      <a:r>
                        <a:rPr lang="de-DE" b="1" dirty="0">
                          <a:solidFill>
                            <a:srgbClr val="333333"/>
                          </a:solidFill>
                          <a:effectLst/>
                        </a:rPr>
                        <a:t>Rust 1.0</a:t>
                      </a:r>
                      <a:r>
                        <a:rPr lang="de-DE" dirty="0">
                          <a:solidFill>
                            <a:srgbClr val="333333"/>
                          </a:solidFill>
                          <a:effectLst/>
                        </a:rPr>
                        <a:t> — erste stabile Version</a:t>
                      </a:r>
                    </a:p>
                  </a:txBody>
                  <a:tcPr marL="114300" marR="114300" marT="76200" marB="76200" anchor="ctr"/>
                </a:tc>
                <a:extLst>
                  <a:ext uri="{0D108BD9-81ED-4DB2-BD59-A6C34878D82A}">
                    <a16:rowId xmlns:a16="http://schemas.microsoft.com/office/drawing/2014/main" val="712340407"/>
                  </a:ext>
                </a:extLst>
              </a:tr>
              <a:tr h="370840">
                <a:tc>
                  <a:txBody>
                    <a:bodyPr/>
                    <a:lstStyle/>
                    <a:p>
                      <a:pPr>
                        <a:buNone/>
                      </a:pPr>
                      <a:r>
                        <a:rPr lang="en-GB" b="1" dirty="0">
                          <a:solidFill>
                            <a:srgbClr val="333333"/>
                          </a:solidFill>
                          <a:effectLst/>
                        </a:rPr>
                        <a:t>2016–2022</a:t>
                      </a:r>
                      <a:endParaRPr lang="en-GB" dirty="0">
                        <a:solidFill>
                          <a:srgbClr val="333333"/>
                        </a:solidFill>
                        <a:effectLst/>
                      </a:endParaRPr>
                    </a:p>
                  </a:txBody>
                  <a:tcPr marL="114300" marR="114300" marT="76200" marB="76200" anchor="ctr"/>
                </a:tc>
                <a:tc>
                  <a:txBody>
                    <a:bodyPr/>
                    <a:lstStyle/>
                    <a:p>
                      <a:pPr>
                        <a:buNone/>
                      </a:pPr>
                      <a:r>
                        <a:rPr lang="en-GB" dirty="0">
                          <a:solidFill>
                            <a:srgbClr val="333333"/>
                          </a:solidFill>
                          <a:effectLst/>
                        </a:rPr>
                        <a:t>7× in </a:t>
                      </a:r>
                      <a:r>
                        <a:rPr lang="en-GB" dirty="0" err="1">
                          <a:solidFill>
                            <a:srgbClr val="333333"/>
                          </a:solidFill>
                          <a:effectLst/>
                        </a:rPr>
                        <a:t>Folge</a:t>
                      </a:r>
                      <a:r>
                        <a:rPr lang="en-GB" dirty="0">
                          <a:solidFill>
                            <a:srgbClr val="333333"/>
                          </a:solidFill>
                          <a:effectLst/>
                        </a:rPr>
                        <a:t> </a:t>
                      </a:r>
                      <a:r>
                        <a:rPr lang="en-GB" dirty="0" err="1">
                          <a:solidFill>
                            <a:srgbClr val="333333"/>
                          </a:solidFill>
                          <a:effectLst/>
                        </a:rPr>
                        <a:t>beliebteste</a:t>
                      </a:r>
                      <a:r>
                        <a:rPr lang="en-GB" dirty="0">
                          <a:solidFill>
                            <a:srgbClr val="333333"/>
                          </a:solidFill>
                          <a:effectLst/>
                        </a:rPr>
                        <a:t> </a:t>
                      </a:r>
                      <a:r>
                        <a:rPr lang="en-GB" dirty="0" err="1">
                          <a:solidFill>
                            <a:srgbClr val="333333"/>
                          </a:solidFill>
                          <a:effectLst/>
                        </a:rPr>
                        <a:t>Sprache</a:t>
                      </a:r>
                      <a:r>
                        <a:rPr lang="en-GB" dirty="0">
                          <a:solidFill>
                            <a:srgbClr val="333333"/>
                          </a:solidFill>
                          <a:effectLst/>
                        </a:rPr>
                        <a:t> (Stack Overflow Survey)</a:t>
                      </a:r>
                    </a:p>
                  </a:txBody>
                  <a:tcPr marL="114300" marR="114300" marT="76200" marB="76200" anchor="ctr"/>
                </a:tc>
                <a:extLst>
                  <a:ext uri="{0D108BD9-81ED-4DB2-BD59-A6C34878D82A}">
                    <a16:rowId xmlns:a16="http://schemas.microsoft.com/office/drawing/2014/main" val="2568842557"/>
                  </a:ext>
                </a:extLst>
              </a:tr>
              <a:tr h="370840">
                <a:tc>
                  <a:txBody>
                    <a:bodyPr/>
                    <a:lstStyle/>
                    <a:p>
                      <a:pPr>
                        <a:buNone/>
                      </a:pPr>
                      <a:r>
                        <a:rPr lang="en-CH" b="1" dirty="0">
                          <a:solidFill>
                            <a:srgbClr val="333333"/>
                          </a:solidFill>
                          <a:effectLst/>
                        </a:rPr>
                        <a:t>2021</a:t>
                      </a:r>
                      <a:endParaRPr lang="en-GB" dirty="0">
                        <a:solidFill>
                          <a:srgbClr val="333333"/>
                        </a:solidFill>
                        <a:effectLst/>
                      </a:endParaRPr>
                    </a:p>
                  </a:txBody>
                  <a:tcPr marL="114300" marR="114300" marT="76200" marB="76200" anchor="ctr"/>
                </a:tc>
                <a:tc>
                  <a:txBody>
                    <a:bodyPr/>
                    <a:lstStyle/>
                    <a:p>
                      <a:pPr>
                        <a:buNone/>
                      </a:pPr>
                      <a:r>
                        <a:rPr lang="en-GB" dirty="0">
                          <a:solidFill>
                            <a:srgbClr val="333333"/>
                          </a:solidFill>
                          <a:effectLst/>
                        </a:rPr>
                        <a:t>Rust Foundation </a:t>
                      </a:r>
                      <a:r>
                        <a:rPr lang="en-GB" dirty="0" err="1">
                          <a:solidFill>
                            <a:srgbClr val="333333"/>
                          </a:solidFill>
                          <a:effectLst/>
                        </a:rPr>
                        <a:t>gegründet</a:t>
                      </a:r>
                      <a:r>
                        <a:rPr lang="en-GB" dirty="0">
                          <a:solidFill>
                            <a:srgbClr val="333333"/>
                          </a:solidFill>
                          <a:effectLst/>
                        </a:rPr>
                        <a:t> (Mozilla, Google, Microsoft, Amazon, …)</a:t>
                      </a:r>
                    </a:p>
                  </a:txBody>
                  <a:tcPr marL="114300" marR="114300" marT="76200" marB="76200" anchor="ctr"/>
                </a:tc>
                <a:extLst>
                  <a:ext uri="{0D108BD9-81ED-4DB2-BD59-A6C34878D82A}">
                    <a16:rowId xmlns:a16="http://schemas.microsoft.com/office/drawing/2014/main" val="3846261819"/>
                  </a:ext>
                </a:extLst>
              </a:tr>
              <a:tr h="370840">
                <a:tc>
                  <a:txBody>
                    <a:bodyPr/>
                    <a:lstStyle/>
                    <a:p>
                      <a:pPr>
                        <a:buNone/>
                      </a:pPr>
                      <a:r>
                        <a:rPr lang="en-GB" b="1" dirty="0">
                          <a:solidFill>
                            <a:srgbClr val="333333"/>
                          </a:solidFill>
                          <a:effectLst/>
                        </a:rPr>
                        <a:t>2022</a:t>
                      </a:r>
                      <a:endParaRPr lang="en-GB" dirty="0">
                        <a:solidFill>
                          <a:srgbClr val="333333"/>
                        </a:solidFill>
                        <a:effectLst/>
                      </a:endParaRPr>
                    </a:p>
                  </a:txBody>
                  <a:tcPr marL="114300" marR="114300" marT="76200" marB="76200" anchor="ctr"/>
                </a:tc>
                <a:tc>
                  <a:txBody>
                    <a:bodyPr/>
                    <a:lstStyle/>
                    <a:p>
                      <a:pPr>
                        <a:buNone/>
                      </a:pPr>
                      <a:r>
                        <a:rPr lang="de-DE" sz="1800" b="0" i="0" kern="1200" dirty="0">
                          <a:solidFill>
                            <a:schemeClr val="dk1"/>
                          </a:solidFill>
                          <a:effectLst/>
                          <a:latin typeface="+mn-lt"/>
                          <a:ea typeface="+mn-ea"/>
                          <a:cs typeface="+mn-cs"/>
                        </a:rPr>
                        <a:t>Linux-Kernel nimmt Rust als zweite Systemsprache auf</a:t>
                      </a:r>
                      <a:endParaRPr lang="en-GB" dirty="0">
                        <a:solidFill>
                          <a:srgbClr val="333333"/>
                        </a:solidFill>
                        <a:effectLst/>
                      </a:endParaRPr>
                    </a:p>
                  </a:txBody>
                  <a:tcPr marL="114300" marR="114300" marT="76200" marB="76200" anchor="ctr"/>
                </a:tc>
                <a:extLst>
                  <a:ext uri="{0D108BD9-81ED-4DB2-BD59-A6C34878D82A}">
                    <a16:rowId xmlns:a16="http://schemas.microsoft.com/office/drawing/2014/main" val="325850921"/>
                  </a:ext>
                </a:extLst>
              </a:tr>
            </a:tbl>
          </a:graphicData>
        </a:graphic>
      </p:graphicFrame>
      <p:sp>
        <p:nvSpPr>
          <p:cNvPr id="3" name="Slide Number Placeholder 2">
            <a:extLst>
              <a:ext uri="{FF2B5EF4-FFF2-40B4-BE49-F238E27FC236}">
                <a16:creationId xmlns:a16="http://schemas.microsoft.com/office/drawing/2014/main" id="{9A273D99-AAC5-876E-74DF-25EA0763257B}"/>
              </a:ext>
            </a:extLst>
          </p:cNvPr>
          <p:cNvSpPr>
            <a:spLocks noGrp="1"/>
          </p:cNvSpPr>
          <p:nvPr>
            <p:ph type="sldNum" sz="quarter" idx="4"/>
          </p:nvPr>
        </p:nvSpPr>
        <p:spPr/>
        <p:txBody>
          <a:bodyPr/>
          <a:lstStyle/>
          <a:p>
            <a:fld id="{8B4F2566-6049-46AE-8362-19E16D5BA91B}" type="slidenum">
              <a:rPr lang="en-GB" smtClean="0"/>
              <a:pPr/>
              <a:t>3</a:t>
            </a:fld>
            <a:endParaRPr lang="en-GB" dirty="0"/>
          </a:p>
        </p:txBody>
      </p:sp>
      <p:sp>
        <p:nvSpPr>
          <p:cNvPr id="4" name="Footer Placeholder 3">
            <a:extLst>
              <a:ext uri="{FF2B5EF4-FFF2-40B4-BE49-F238E27FC236}">
                <a16:creationId xmlns:a16="http://schemas.microsoft.com/office/drawing/2014/main" id="{811C7DB9-01E0-4F2E-9F9A-C018BD8E2A49}"/>
              </a:ext>
            </a:extLst>
          </p:cNvPr>
          <p:cNvSpPr>
            <a:spLocks noGrp="1"/>
          </p:cNvSpPr>
          <p:nvPr>
            <p:ph type="ftr" sz="quarter" idx="3"/>
          </p:nvPr>
        </p:nvSpPr>
        <p:spPr/>
        <p:txBody>
          <a:bodyPr/>
          <a:lstStyle/>
          <a:p>
            <a:r>
              <a:rPr lang="de-DE" dirty="0"/>
              <a:t>Titel des Dokuments | Version 1.1</a:t>
            </a:r>
            <a:endParaRPr lang="de-CH" dirty="0"/>
          </a:p>
        </p:txBody>
      </p:sp>
      <p:sp>
        <p:nvSpPr>
          <p:cNvPr id="5" name="Text Placeholder 4">
            <a:extLst>
              <a:ext uri="{FF2B5EF4-FFF2-40B4-BE49-F238E27FC236}">
                <a16:creationId xmlns:a16="http://schemas.microsoft.com/office/drawing/2014/main" id="{062DB1A4-C798-1A3F-8912-C26200294795}"/>
              </a:ext>
            </a:extLst>
          </p:cNvPr>
          <p:cNvSpPr>
            <a:spLocks noGrp="1"/>
          </p:cNvSpPr>
          <p:nvPr>
            <p:ph type="body" sz="quarter" idx="10"/>
          </p:nvPr>
        </p:nvSpPr>
        <p:spPr/>
        <p:txBody>
          <a:bodyPr/>
          <a:lstStyle/>
          <a:p>
            <a:r>
              <a:rPr lang="de-CH" dirty="0"/>
              <a:t>Kapiteltitel</a:t>
            </a:r>
          </a:p>
        </p:txBody>
      </p:sp>
      <p:sp>
        <p:nvSpPr>
          <p:cNvPr id="7" name="Content Placeholder 6">
            <a:extLst>
              <a:ext uri="{FF2B5EF4-FFF2-40B4-BE49-F238E27FC236}">
                <a16:creationId xmlns:a16="http://schemas.microsoft.com/office/drawing/2014/main" id="{59520EE7-312A-05DD-3F59-28EC03CFBD79}"/>
              </a:ext>
            </a:extLst>
          </p:cNvPr>
          <p:cNvSpPr>
            <a:spLocks noGrp="1"/>
          </p:cNvSpPr>
          <p:nvPr>
            <p:ph idx="11"/>
          </p:nvPr>
        </p:nvSpPr>
        <p:spPr/>
        <p:txBody>
          <a:bodyPr/>
          <a:lstStyle/>
          <a:p>
            <a:r>
              <a:rPr lang="de-DE" b="1" dirty="0"/>
              <a:t>2006 — Der Aufzug:</a:t>
            </a:r>
            <a:r>
              <a:rPr lang="de-DE" dirty="0"/>
              <a:t> Graydon Hoare kommt nach Hause. Der Aufzug ist wegen eines Software-Absturzes ausgefallen. Er wohnt im </a:t>
            </a:r>
            <a:r>
              <a:rPr lang="de-DE" b="1" dirty="0"/>
              <a:t>21. Stock.</a:t>
            </a:r>
            <a:r>
              <a:rPr lang="de-DE" dirty="0"/>
              <a:t> Auf dem Treppensteigen denkt er: </a:t>
            </a:r>
            <a:r>
              <a:rPr lang="de-DE" i="1" dirty="0"/>
              <a:t>„Wir können keinen Aufzug bauen, der nicht abstürzt?"</a:t>
            </a:r>
            <a:r>
              <a:rPr lang="de-DE" dirty="0"/>
              <a:t> — Er öffnet seinen Laptop und beginnt Rust zu schreiben.</a:t>
            </a:r>
            <a:endParaRPr lang="de-CH" dirty="0"/>
          </a:p>
        </p:txBody>
      </p:sp>
      <p:sp>
        <p:nvSpPr>
          <p:cNvPr id="6" name="Title 5">
            <a:extLst>
              <a:ext uri="{FF2B5EF4-FFF2-40B4-BE49-F238E27FC236}">
                <a16:creationId xmlns:a16="http://schemas.microsoft.com/office/drawing/2014/main" id="{1751CEB9-BD1B-DE48-3F50-5DB08B7FF7B9}"/>
              </a:ext>
            </a:extLst>
          </p:cNvPr>
          <p:cNvSpPr>
            <a:spLocks noGrp="1"/>
          </p:cNvSpPr>
          <p:nvPr>
            <p:ph type="title"/>
          </p:nvPr>
        </p:nvSpPr>
        <p:spPr/>
        <p:txBody>
          <a:bodyPr/>
          <a:lstStyle/>
          <a:p>
            <a:r>
              <a:rPr lang="en-CH" dirty="0"/>
              <a:t>Die </a:t>
            </a:r>
            <a:r>
              <a:rPr lang="en-CH" dirty="0" err="1"/>
              <a:t>Geschichte</a:t>
            </a:r>
            <a:r>
              <a:rPr lang="en-CH" dirty="0"/>
              <a:t> von Rust</a:t>
            </a:r>
            <a:endParaRPr lang="de-CH" dirty="0"/>
          </a:p>
        </p:txBody>
      </p:sp>
    </p:spTree>
    <p:extLst>
      <p:ext uri="{BB962C8B-B14F-4D97-AF65-F5344CB8AC3E}">
        <p14:creationId xmlns:p14="http://schemas.microsoft.com/office/powerpoint/2010/main" val="120200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Content Placeholder 22">
            <a:extLst>
              <a:ext uri="{FF2B5EF4-FFF2-40B4-BE49-F238E27FC236}">
                <a16:creationId xmlns:a16="http://schemas.microsoft.com/office/drawing/2014/main" id="{AC05AD98-170C-91D9-F886-21074D2E484D}"/>
              </a:ext>
            </a:extLst>
          </p:cNvPr>
          <p:cNvGraphicFramePr>
            <a:graphicFrameLocks noGrp="1"/>
          </p:cNvGraphicFramePr>
          <p:nvPr>
            <p:ph idx="1"/>
            <p:extLst>
              <p:ext uri="{D42A27DB-BD31-4B8C-83A1-F6EECF244321}">
                <p14:modId xmlns:p14="http://schemas.microsoft.com/office/powerpoint/2010/main" val="3123701446"/>
              </p:ext>
            </p:extLst>
          </p:nvPr>
        </p:nvGraphicFramePr>
        <p:xfrm>
          <a:off x="385763" y="1557338"/>
          <a:ext cx="10895010" cy="2987040"/>
        </p:xfrm>
        <a:graphic>
          <a:graphicData uri="http://schemas.openxmlformats.org/drawingml/2006/table">
            <a:tbl>
              <a:tblPr firstRow="1" bandRow="1">
                <a:tableStyleId>{5C22544A-7EE6-4342-B048-85BDC9FD1C3A}</a:tableStyleId>
              </a:tblPr>
              <a:tblGrid>
                <a:gridCol w="3631670">
                  <a:extLst>
                    <a:ext uri="{9D8B030D-6E8A-4147-A177-3AD203B41FA5}">
                      <a16:colId xmlns:a16="http://schemas.microsoft.com/office/drawing/2014/main" val="3768282175"/>
                    </a:ext>
                  </a:extLst>
                </a:gridCol>
                <a:gridCol w="3631670">
                  <a:extLst>
                    <a:ext uri="{9D8B030D-6E8A-4147-A177-3AD203B41FA5}">
                      <a16:colId xmlns:a16="http://schemas.microsoft.com/office/drawing/2014/main" val="34807720"/>
                    </a:ext>
                  </a:extLst>
                </a:gridCol>
                <a:gridCol w="3631670">
                  <a:extLst>
                    <a:ext uri="{9D8B030D-6E8A-4147-A177-3AD203B41FA5}">
                      <a16:colId xmlns:a16="http://schemas.microsoft.com/office/drawing/2014/main" val="1969407680"/>
                    </a:ext>
                  </a:extLst>
                </a:gridCol>
              </a:tblGrid>
              <a:tr h="370840">
                <a:tc>
                  <a:txBody>
                    <a:bodyPr/>
                    <a:lstStyle/>
                    <a:p>
                      <a:endParaRPr lang="en-GB" dirty="0"/>
                    </a:p>
                  </a:txBody>
                  <a:tcPr/>
                </a:tc>
                <a:tc>
                  <a:txBody>
                    <a:bodyPr/>
                    <a:lstStyle/>
                    <a:p>
                      <a:pPr>
                        <a:buNone/>
                      </a:pPr>
                      <a:r>
                        <a:rPr lang="en-GB" b="1" dirty="0">
                          <a:solidFill>
                            <a:srgbClr val="004D52"/>
                          </a:solidFill>
                          <a:effectLst/>
                        </a:rPr>
                        <a:t>C/C++</a:t>
                      </a:r>
                    </a:p>
                  </a:txBody>
                  <a:tcPr marL="114300" marR="114300" marT="76200" marB="76200" anchor="ctr"/>
                </a:tc>
                <a:tc>
                  <a:txBody>
                    <a:bodyPr/>
                    <a:lstStyle/>
                    <a:p>
                      <a:pPr>
                        <a:buNone/>
                      </a:pPr>
                      <a:r>
                        <a:rPr lang="en-GB" b="1" dirty="0">
                          <a:solidFill>
                            <a:srgbClr val="004D52"/>
                          </a:solidFill>
                          <a:effectLst/>
                        </a:rPr>
                        <a:t>Rust</a:t>
                      </a:r>
                    </a:p>
                  </a:txBody>
                  <a:tcPr marL="114300" marR="114300" marT="76200" marB="76200" anchor="ctr"/>
                </a:tc>
                <a:extLst>
                  <a:ext uri="{0D108BD9-81ED-4DB2-BD59-A6C34878D82A}">
                    <a16:rowId xmlns:a16="http://schemas.microsoft.com/office/drawing/2014/main" val="4230598442"/>
                  </a:ext>
                </a:extLst>
              </a:tr>
              <a:tr h="370840">
                <a:tc>
                  <a:txBody>
                    <a:bodyPr/>
                    <a:lstStyle/>
                    <a:p>
                      <a:r>
                        <a:rPr lang="en-GB" sz="1800" b="0" i="0" kern="1200" dirty="0">
                          <a:solidFill>
                            <a:schemeClr val="dk1"/>
                          </a:solidFill>
                          <a:effectLst/>
                          <a:latin typeface="+mn-lt"/>
                          <a:ea typeface="+mn-ea"/>
                          <a:cs typeface="+mn-cs"/>
                        </a:rPr>
                        <a:t>Performance</a:t>
                      </a:r>
                      <a:endParaRPr lang="en-GB" dirty="0"/>
                    </a:p>
                  </a:txBody>
                  <a:tcPr/>
                </a:tc>
                <a:tc>
                  <a:txBody>
                    <a:bodyPr/>
                    <a:lstStyle/>
                    <a:p>
                      <a:r>
                        <a:rPr lang="en-CH" dirty="0"/>
                        <a:t>✅</a:t>
                      </a:r>
                      <a:endParaRPr lang="en-GB" dirty="0"/>
                    </a:p>
                  </a:txBody>
                  <a:tcPr/>
                </a:tc>
                <a:tc>
                  <a:txBody>
                    <a:bodyPr/>
                    <a:lstStyle/>
                    <a:p>
                      <a:pPr>
                        <a:buNone/>
                      </a:pPr>
                      <a:r>
                        <a:rPr lang="en-CH" dirty="0"/>
                        <a:t>✅</a:t>
                      </a:r>
                      <a:endParaRPr lang="en-GB" dirty="0">
                        <a:solidFill>
                          <a:srgbClr val="333333"/>
                        </a:solidFill>
                        <a:effectLst/>
                      </a:endParaRPr>
                    </a:p>
                  </a:txBody>
                  <a:tcPr marL="114300" marR="114300" marT="76200" marB="76200" anchor="ctr"/>
                </a:tc>
                <a:extLst>
                  <a:ext uri="{0D108BD9-81ED-4DB2-BD59-A6C34878D82A}">
                    <a16:rowId xmlns:a16="http://schemas.microsoft.com/office/drawing/2014/main" val="1272182090"/>
                  </a:ext>
                </a:extLst>
              </a:tr>
              <a:tr h="370840">
                <a:tc>
                  <a:txBody>
                    <a:bodyPr/>
                    <a:lstStyle/>
                    <a:p>
                      <a:pPr>
                        <a:buNone/>
                      </a:pPr>
                      <a:r>
                        <a:rPr lang="en-GB" dirty="0">
                          <a:solidFill>
                            <a:srgbClr val="333333"/>
                          </a:solidFill>
                          <a:effectLst/>
                        </a:rPr>
                        <a:t>Memory Safety</a:t>
                      </a:r>
                    </a:p>
                  </a:txBody>
                  <a:tcPr marL="114300" marR="114300" marT="76200" marB="762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H" dirty="0">
                          <a:solidFill>
                            <a:srgbClr val="333333"/>
                          </a:solidFill>
                          <a:effectLst/>
                        </a:rPr>
                        <a:t>❌ </a:t>
                      </a:r>
                      <a:r>
                        <a:rPr lang="en-CH" dirty="0" err="1">
                          <a:solidFill>
                            <a:srgbClr val="333333"/>
                          </a:solidFill>
                          <a:effectLst/>
                        </a:rPr>
                        <a:t>manuell</a:t>
                      </a:r>
                      <a:endParaRPr lang="en-GB" dirty="0">
                        <a:solidFill>
                          <a:srgbClr val="333333"/>
                        </a:solidFill>
                        <a:effectLst/>
                      </a:endParaRPr>
                    </a:p>
                  </a:txBody>
                  <a:tcPr marL="114300" marR="114300" marT="76200" marB="76200" anchor="ctr"/>
                </a:tc>
                <a:tc>
                  <a:txBody>
                    <a:bodyPr/>
                    <a:lstStyle/>
                    <a:p>
                      <a:r>
                        <a:rPr lang="en-CH" dirty="0"/>
                        <a:t>✅ compile-time </a:t>
                      </a:r>
                      <a:endParaRPr lang="en-GB" dirty="0"/>
                    </a:p>
                  </a:txBody>
                  <a:tcPr/>
                </a:tc>
                <a:extLst>
                  <a:ext uri="{0D108BD9-81ED-4DB2-BD59-A6C34878D82A}">
                    <a16:rowId xmlns:a16="http://schemas.microsoft.com/office/drawing/2014/main" val="3925059224"/>
                  </a:ext>
                </a:extLst>
              </a:tr>
              <a:tr h="370840">
                <a:tc>
                  <a:txBody>
                    <a:bodyPr/>
                    <a:lstStyle/>
                    <a:p>
                      <a:pPr>
                        <a:buNone/>
                      </a:pPr>
                      <a:r>
                        <a:rPr lang="en-GB" dirty="0">
                          <a:solidFill>
                            <a:srgbClr val="333333"/>
                          </a:solidFill>
                          <a:effectLst/>
                        </a:rPr>
                        <a:t>Data Races</a:t>
                      </a:r>
                    </a:p>
                  </a:txBody>
                  <a:tcPr marL="114300" marR="114300" marT="76200" marB="762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H" dirty="0">
                          <a:solidFill>
                            <a:srgbClr val="333333"/>
                          </a:solidFill>
                          <a:effectLst/>
                        </a:rPr>
                        <a:t>❌</a:t>
                      </a:r>
                      <a:endParaRPr lang="en-GB" dirty="0">
                        <a:solidFill>
                          <a:srgbClr val="333333"/>
                        </a:solidFill>
                        <a:effectLst/>
                      </a:endParaRPr>
                    </a:p>
                  </a:txBody>
                  <a:tcPr marL="114300" marR="114300" marT="76200" marB="76200" anchor="ctr"/>
                </a:tc>
                <a:tc>
                  <a:txBody>
                    <a:bodyPr/>
                    <a:lstStyle/>
                    <a:p>
                      <a:r>
                        <a:rPr lang="en-CH" dirty="0"/>
                        <a:t>✅ </a:t>
                      </a:r>
                      <a:r>
                        <a:rPr lang="en-CH" dirty="0" err="1"/>
                        <a:t>unmöglich</a:t>
                      </a:r>
                      <a:endParaRPr lang="en-GB" dirty="0"/>
                    </a:p>
                  </a:txBody>
                  <a:tcPr/>
                </a:tc>
                <a:extLst>
                  <a:ext uri="{0D108BD9-81ED-4DB2-BD59-A6C34878D82A}">
                    <a16:rowId xmlns:a16="http://schemas.microsoft.com/office/drawing/2014/main" val="4013149550"/>
                  </a:ext>
                </a:extLst>
              </a:tr>
              <a:tr h="370840">
                <a:tc>
                  <a:txBody>
                    <a:bodyPr/>
                    <a:lstStyle/>
                    <a:p>
                      <a:pPr>
                        <a:buNone/>
                      </a:pPr>
                      <a:r>
                        <a:rPr lang="en-GB" dirty="0">
                          <a:solidFill>
                            <a:srgbClr val="333333"/>
                          </a:solidFill>
                          <a:effectLst/>
                        </a:rPr>
                        <a:t>Garbage Collector</a:t>
                      </a:r>
                    </a:p>
                  </a:txBody>
                  <a:tcPr marL="114300" marR="114300" marT="76200" marB="76200" anchor="ctr"/>
                </a:tc>
                <a:tc>
                  <a:txBody>
                    <a:bodyPr/>
                    <a:lstStyle/>
                    <a:p>
                      <a:pPr>
                        <a:buNone/>
                      </a:pPr>
                      <a:r>
                        <a:rPr lang="en-CH" dirty="0">
                          <a:solidFill>
                            <a:srgbClr val="333333"/>
                          </a:solidFill>
                          <a:effectLst/>
                        </a:rPr>
                        <a:t>❌</a:t>
                      </a:r>
                      <a:endParaRPr lang="en-GB" dirty="0">
                        <a:solidFill>
                          <a:srgbClr val="333333"/>
                        </a:solidFill>
                        <a:effectLst/>
                      </a:endParaRPr>
                    </a:p>
                  </a:txBody>
                  <a:tcPr marL="114300" marR="114300" marT="76200" marB="762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H" dirty="0">
                          <a:solidFill>
                            <a:srgbClr val="333333"/>
                          </a:solidFill>
                          <a:effectLst/>
                        </a:rPr>
                        <a:t>❌</a:t>
                      </a:r>
                      <a:endParaRPr lang="en-GB" dirty="0">
                        <a:solidFill>
                          <a:srgbClr val="333333"/>
                        </a:solidFill>
                        <a:effectLst/>
                      </a:endParaRPr>
                    </a:p>
                  </a:txBody>
                  <a:tcPr/>
                </a:tc>
                <a:extLst>
                  <a:ext uri="{0D108BD9-81ED-4DB2-BD59-A6C34878D82A}">
                    <a16:rowId xmlns:a16="http://schemas.microsoft.com/office/drawing/2014/main" val="463143162"/>
                  </a:ext>
                </a:extLst>
              </a:tr>
              <a:tr h="370840">
                <a:tc>
                  <a:txBody>
                    <a:bodyPr/>
                    <a:lstStyle/>
                    <a:p>
                      <a:pPr>
                        <a:buNone/>
                      </a:pPr>
                      <a:r>
                        <a:rPr lang="en-GB" dirty="0">
                          <a:solidFill>
                            <a:srgbClr val="333333"/>
                          </a:solidFill>
                          <a:effectLst/>
                        </a:rPr>
                        <a:t>Zero-Cost </a:t>
                      </a:r>
                      <a:r>
                        <a:rPr lang="en-GB" dirty="0" err="1">
                          <a:solidFill>
                            <a:srgbClr val="333333"/>
                          </a:solidFill>
                          <a:effectLst/>
                        </a:rPr>
                        <a:t>Abstraktion</a:t>
                      </a:r>
                      <a:endParaRPr lang="en-GB" dirty="0">
                        <a:solidFill>
                          <a:srgbClr val="333333"/>
                        </a:solidFill>
                        <a:effectLst/>
                      </a:endParaRPr>
                    </a:p>
                  </a:txBody>
                  <a:tcPr marL="114300" marR="114300" marT="76200" marB="76200" anchor="ctr"/>
                </a:tc>
                <a:tc>
                  <a:txBody>
                    <a:bodyPr/>
                    <a:lstStyle/>
                    <a:p>
                      <a:pPr>
                        <a:buNone/>
                      </a:pPr>
                      <a:r>
                        <a:rPr lang="en-CH" dirty="0"/>
                        <a:t>✅</a:t>
                      </a:r>
                      <a:endParaRPr lang="en-GB" dirty="0">
                        <a:solidFill>
                          <a:srgbClr val="333333"/>
                        </a:solidFill>
                        <a:effectLst/>
                      </a:endParaRPr>
                    </a:p>
                  </a:txBody>
                  <a:tcPr marL="114300" marR="114300" marT="76200" marB="76200" anchor="ctr"/>
                </a:tc>
                <a:tc>
                  <a:txBody>
                    <a:bodyPr/>
                    <a:lstStyle/>
                    <a:p>
                      <a:r>
                        <a:rPr lang="en-CH" dirty="0"/>
                        <a:t>✅</a:t>
                      </a:r>
                      <a:endParaRPr lang="en-GB" dirty="0"/>
                    </a:p>
                  </a:txBody>
                  <a:tcPr/>
                </a:tc>
                <a:extLst>
                  <a:ext uri="{0D108BD9-81ED-4DB2-BD59-A6C34878D82A}">
                    <a16:rowId xmlns:a16="http://schemas.microsoft.com/office/drawing/2014/main" val="506060282"/>
                  </a:ext>
                </a:extLst>
              </a:tr>
              <a:tr h="370840">
                <a:tc>
                  <a:txBody>
                    <a:bodyPr/>
                    <a:lstStyle/>
                    <a:p>
                      <a:pPr>
                        <a:buNone/>
                      </a:pPr>
                      <a:r>
                        <a:rPr lang="en-GB" dirty="0">
                          <a:solidFill>
                            <a:srgbClr val="333333"/>
                          </a:solidFill>
                          <a:effectLst/>
                        </a:rPr>
                        <a:t>Tooling</a:t>
                      </a:r>
                    </a:p>
                  </a:txBody>
                  <a:tcPr marL="114300" marR="114300" marT="76200" marB="76200" anchor="ctr"/>
                </a:tc>
                <a:tc>
                  <a:txBody>
                    <a:bodyPr/>
                    <a:lstStyle/>
                    <a:p>
                      <a:pPr>
                        <a:buNone/>
                      </a:pPr>
                      <a:r>
                        <a:rPr lang="en-CH" dirty="0">
                          <a:solidFill>
                            <a:srgbClr val="333333"/>
                          </a:solidFill>
                          <a:effectLst/>
                        </a:rPr>
                        <a:t>🤯</a:t>
                      </a:r>
                      <a:endParaRPr lang="en-GB" dirty="0">
                        <a:solidFill>
                          <a:srgbClr val="333333"/>
                        </a:solidFill>
                        <a:effectLst/>
                      </a:endParaRPr>
                    </a:p>
                  </a:txBody>
                  <a:tcPr marL="114300" marR="114300" marT="76200" marB="76200" anchor="ctr"/>
                </a:tc>
                <a:tc>
                  <a:txBody>
                    <a:bodyPr/>
                    <a:lstStyle/>
                    <a:p>
                      <a:r>
                        <a:rPr lang="en-CH" dirty="0"/>
                        <a:t>✅ cargo</a:t>
                      </a:r>
                      <a:endParaRPr lang="en-GB" dirty="0"/>
                    </a:p>
                  </a:txBody>
                  <a:tcPr/>
                </a:tc>
                <a:extLst>
                  <a:ext uri="{0D108BD9-81ED-4DB2-BD59-A6C34878D82A}">
                    <a16:rowId xmlns:a16="http://schemas.microsoft.com/office/drawing/2014/main" val="3024261526"/>
                  </a:ext>
                </a:extLst>
              </a:tr>
            </a:tbl>
          </a:graphicData>
        </a:graphic>
      </p:graphicFrame>
      <p:sp>
        <p:nvSpPr>
          <p:cNvPr id="3" name="Slide Number Placeholder 2">
            <a:extLst>
              <a:ext uri="{FF2B5EF4-FFF2-40B4-BE49-F238E27FC236}">
                <a16:creationId xmlns:a16="http://schemas.microsoft.com/office/drawing/2014/main" id="{29DD0BBF-04BD-9F27-88DD-3E7258E00102}"/>
              </a:ext>
            </a:extLst>
          </p:cNvPr>
          <p:cNvSpPr>
            <a:spLocks noGrp="1"/>
          </p:cNvSpPr>
          <p:nvPr>
            <p:ph type="sldNum" sz="quarter" idx="4"/>
          </p:nvPr>
        </p:nvSpPr>
        <p:spPr/>
        <p:txBody>
          <a:bodyPr/>
          <a:lstStyle/>
          <a:p>
            <a:fld id="{8B4F2566-6049-46AE-8362-19E16D5BA91B}" type="slidenum">
              <a:rPr lang="en-GB" smtClean="0"/>
              <a:pPr/>
              <a:t>4</a:t>
            </a:fld>
            <a:endParaRPr lang="en-GB" dirty="0"/>
          </a:p>
        </p:txBody>
      </p:sp>
      <p:sp>
        <p:nvSpPr>
          <p:cNvPr id="4" name="Footer Placeholder 3">
            <a:extLst>
              <a:ext uri="{FF2B5EF4-FFF2-40B4-BE49-F238E27FC236}">
                <a16:creationId xmlns:a16="http://schemas.microsoft.com/office/drawing/2014/main" id="{7AF0383A-A308-11E1-8C8D-F59E23A46ABD}"/>
              </a:ext>
            </a:extLst>
          </p:cNvPr>
          <p:cNvSpPr>
            <a:spLocks noGrp="1"/>
          </p:cNvSpPr>
          <p:nvPr>
            <p:ph type="ftr" sz="quarter" idx="3"/>
          </p:nvPr>
        </p:nvSpPr>
        <p:spPr/>
        <p:txBody>
          <a:bodyPr/>
          <a:lstStyle/>
          <a:p>
            <a:r>
              <a:rPr lang="en-CH" dirty="0"/>
              <a:t>Rust für C/C++ </a:t>
            </a:r>
            <a:r>
              <a:rPr lang="en-CH" dirty="0" err="1"/>
              <a:t>Entwickler</a:t>
            </a:r>
            <a:endParaRPr lang="de-CH" dirty="0"/>
          </a:p>
        </p:txBody>
      </p:sp>
      <p:sp>
        <p:nvSpPr>
          <p:cNvPr id="22" name="Text Placeholder 21">
            <a:extLst>
              <a:ext uri="{FF2B5EF4-FFF2-40B4-BE49-F238E27FC236}">
                <a16:creationId xmlns:a16="http://schemas.microsoft.com/office/drawing/2014/main" id="{6194B11A-79E4-DC01-FFA2-1F5E1232376D}"/>
              </a:ext>
            </a:extLst>
          </p:cNvPr>
          <p:cNvSpPr>
            <a:spLocks noGrp="1"/>
          </p:cNvSpPr>
          <p:nvPr>
            <p:ph type="body" sz="quarter" idx="10"/>
          </p:nvPr>
        </p:nvSpPr>
        <p:spPr/>
        <p:txBody>
          <a:bodyPr/>
          <a:lstStyle/>
          <a:p>
            <a:endParaRPr lang="en-GB"/>
          </a:p>
        </p:txBody>
      </p:sp>
      <p:sp>
        <p:nvSpPr>
          <p:cNvPr id="7" name="Title 6">
            <a:extLst>
              <a:ext uri="{FF2B5EF4-FFF2-40B4-BE49-F238E27FC236}">
                <a16:creationId xmlns:a16="http://schemas.microsoft.com/office/drawing/2014/main" id="{37966856-4AC8-5829-6332-56FDA514021A}"/>
              </a:ext>
            </a:extLst>
          </p:cNvPr>
          <p:cNvSpPr>
            <a:spLocks noGrp="1"/>
          </p:cNvSpPr>
          <p:nvPr>
            <p:ph type="title"/>
          </p:nvPr>
        </p:nvSpPr>
        <p:spPr/>
        <p:txBody>
          <a:bodyPr/>
          <a:lstStyle/>
          <a:p>
            <a:r>
              <a:rPr lang="en-CH" dirty="0" err="1"/>
              <a:t>Warum</a:t>
            </a:r>
            <a:r>
              <a:rPr lang="en-CH" dirty="0"/>
              <a:t> Rust?</a:t>
            </a:r>
            <a:endParaRPr lang="en-GB" dirty="0"/>
          </a:p>
        </p:txBody>
      </p:sp>
      <p:sp>
        <p:nvSpPr>
          <p:cNvPr id="2" name="TextBox 1">
            <a:extLst>
              <a:ext uri="{FF2B5EF4-FFF2-40B4-BE49-F238E27FC236}">
                <a16:creationId xmlns:a16="http://schemas.microsoft.com/office/drawing/2014/main" id="{C6C81090-1A6A-E91E-60F9-0432CDCD0822}"/>
              </a:ext>
            </a:extLst>
          </p:cNvPr>
          <p:cNvSpPr txBox="1"/>
          <p:nvPr/>
        </p:nvSpPr>
        <p:spPr>
          <a:xfrm>
            <a:off x="385763" y="4966572"/>
            <a:ext cx="3724096" cy="369332"/>
          </a:xfrm>
          <a:prstGeom prst="rect">
            <a:avLst/>
          </a:prstGeom>
          <a:noFill/>
        </p:spPr>
        <p:txBody>
          <a:bodyPr wrap="none" rtlCol="0">
            <a:spAutoFit/>
          </a:bodyPr>
          <a:lstStyle/>
          <a:p>
            <a:r>
              <a:rPr lang="en-CH" dirty="0"/>
              <a:t>Kein Runtime-Overhead. Kein GC.</a:t>
            </a:r>
            <a:endParaRPr lang="en-GB" dirty="0"/>
          </a:p>
        </p:txBody>
      </p:sp>
    </p:spTree>
    <p:extLst>
      <p:ext uri="{BB962C8B-B14F-4D97-AF65-F5344CB8AC3E}">
        <p14:creationId xmlns:p14="http://schemas.microsoft.com/office/powerpoint/2010/main" val="1185814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058E37-078C-17E8-89DD-31D91CA627BD}"/>
              </a:ext>
            </a:extLst>
          </p:cNvPr>
          <p:cNvSpPr>
            <a:spLocks noGrp="1"/>
          </p:cNvSpPr>
          <p:nvPr>
            <p:ph idx="1"/>
          </p:nvPr>
        </p:nvSpPr>
        <p:spPr>
          <a:xfrm>
            <a:off x="385728" y="1557337"/>
            <a:ext cx="10895048" cy="756885"/>
          </a:xfrm>
        </p:spPr>
        <p:txBody>
          <a:bodyPr/>
          <a:lstStyle/>
          <a:p>
            <a:r>
              <a:rPr lang="en-GB" dirty="0"/>
              <a:t>„What you don't use, you don't pay for. What you do use, you couldn't write better by hand." — Bjarne Stroustrup</a:t>
            </a:r>
          </a:p>
          <a:p>
            <a:br>
              <a:rPr lang="en-GB" dirty="0"/>
            </a:br>
            <a:r>
              <a:rPr lang="de-DE" dirty="0"/>
              <a:t>Hochlesbarer Code — </a:t>
            </a:r>
            <a:r>
              <a:rPr lang="de-DE" b="1" dirty="0"/>
              <a:t>identisches Assembly</a:t>
            </a:r>
            <a:r>
              <a:rPr lang="de-DE" dirty="0"/>
              <a:t> wie die handgeschriebene Schleife:</a:t>
            </a:r>
          </a:p>
          <a:p>
            <a:br>
              <a:rPr lang="de-DE" dirty="0"/>
            </a:br>
            <a:endParaRPr lang="en-GB" dirty="0"/>
          </a:p>
        </p:txBody>
      </p:sp>
      <p:sp>
        <p:nvSpPr>
          <p:cNvPr id="3" name="Slide Number Placeholder 2">
            <a:extLst>
              <a:ext uri="{FF2B5EF4-FFF2-40B4-BE49-F238E27FC236}">
                <a16:creationId xmlns:a16="http://schemas.microsoft.com/office/drawing/2014/main" id="{F6F6D1EC-4FC4-4786-1216-10B331FABF40}"/>
              </a:ext>
            </a:extLst>
          </p:cNvPr>
          <p:cNvSpPr>
            <a:spLocks noGrp="1"/>
          </p:cNvSpPr>
          <p:nvPr>
            <p:ph type="sldNum" sz="quarter" idx="4"/>
          </p:nvPr>
        </p:nvSpPr>
        <p:spPr/>
        <p:txBody>
          <a:bodyPr/>
          <a:lstStyle/>
          <a:p>
            <a:fld id="{8B4F2566-6049-46AE-8362-19E16D5BA91B}" type="slidenum">
              <a:rPr lang="en-GB" smtClean="0"/>
              <a:pPr/>
              <a:t>5</a:t>
            </a:fld>
            <a:endParaRPr lang="en-GB" dirty="0"/>
          </a:p>
        </p:txBody>
      </p:sp>
      <p:sp>
        <p:nvSpPr>
          <p:cNvPr id="4" name="Footer Placeholder 3">
            <a:extLst>
              <a:ext uri="{FF2B5EF4-FFF2-40B4-BE49-F238E27FC236}">
                <a16:creationId xmlns:a16="http://schemas.microsoft.com/office/drawing/2014/main" id="{7C7C0BC5-44D1-3296-DA1D-30CA2E0DE7C0}"/>
              </a:ext>
            </a:extLst>
          </p:cNvPr>
          <p:cNvSpPr>
            <a:spLocks noGrp="1"/>
          </p:cNvSpPr>
          <p:nvPr>
            <p:ph type="ftr" sz="quarter" idx="3"/>
          </p:nvPr>
        </p:nvSpPr>
        <p:spPr/>
        <p:txBody>
          <a:bodyPr/>
          <a:lstStyle/>
          <a:p>
            <a:r>
              <a:rPr lang="de-DE"/>
              <a:t>Titel des Dokuments | Version 1.1</a:t>
            </a:r>
            <a:endParaRPr lang="de-CH" dirty="0"/>
          </a:p>
        </p:txBody>
      </p:sp>
      <p:sp>
        <p:nvSpPr>
          <p:cNvPr id="5" name="Text Placeholder 4">
            <a:extLst>
              <a:ext uri="{FF2B5EF4-FFF2-40B4-BE49-F238E27FC236}">
                <a16:creationId xmlns:a16="http://schemas.microsoft.com/office/drawing/2014/main" id="{9855C1A2-8F51-F7A9-E78F-892985DF6E7F}"/>
              </a:ext>
            </a:extLst>
          </p:cNvPr>
          <p:cNvSpPr>
            <a:spLocks noGrp="1"/>
          </p:cNvSpPr>
          <p:nvPr>
            <p:ph type="body" sz="quarter" idx="10"/>
          </p:nvPr>
        </p:nvSpPr>
        <p:spPr/>
        <p:txBody>
          <a:bodyPr/>
          <a:lstStyle/>
          <a:p>
            <a:endParaRPr lang="en-GB"/>
          </a:p>
        </p:txBody>
      </p:sp>
      <p:sp>
        <p:nvSpPr>
          <p:cNvPr id="6" name="Title 5">
            <a:extLst>
              <a:ext uri="{FF2B5EF4-FFF2-40B4-BE49-F238E27FC236}">
                <a16:creationId xmlns:a16="http://schemas.microsoft.com/office/drawing/2014/main" id="{640C43B5-75C9-C3CF-4572-C673445B75BA}"/>
              </a:ext>
            </a:extLst>
          </p:cNvPr>
          <p:cNvSpPr>
            <a:spLocks noGrp="1"/>
          </p:cNvSpPr>
          <p:nvPr>
            <p:ph type="title"/>
          </p:nvPr>
        </p:nvSpPr>
        <p:spPr/>
        <p:txBody>
          <a:bodyPr/>
          <a:lstStyle/>
          <a:p>
            <a:r>
              <a:rPr lang="en-CH" dirty="0"/>
              <a:t>Zero-Cost </a:t>
            </a:r>
            <a:r>
              <a:rPr lang="en-CH" dirty="0" err="1"/>
              <a:t>Abstraktion</a:t>
            </a:r>
            <a:endParaRPr lang="en-GB" dirty="0"/>
          </a:p>
        </p:txBody>
      </p:sp>
      <p:pic>
        <p:nvPicPr>
          <p:cNvPr id="11" name="Picture 10">
            <a:extLst>
              <a:ext uri="{FF2B5EF4-FFF2-40B4-BE49-F238E27FC236}">
                <a16:creationId xmlns:a16="http://schemas.microsoft.com/office/drawing/2014/main" id="{435F28E7-A675-F27A-6A9E-2FB47256C27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5728" y="2773010"/>
            <a:ext cx="3985293" cy="1596671"/>
          </a:xfrm>
          <a:prstGeom prst="rect">
            <a:avLst/>
          </a:prstGeom>
        </p:spPr>
      </p:pic>
      <p:pic>
        <p:nvPicPr>
          <p:cNvPr id="13" name="Picture 12">
            <a:extLst>
              <a:ext uri="{FF2B5EF4-FFF2-40B4-BE49-F238E27FC236}">
                <a16:creationId xmlns:a16="http://schemas.microsoft.com/office/drawing/2014/main" id="{0DD1E70E-3F29-6B58-3453-15E86601FE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70750" y="2773288"/>
            <a:ext cx="6322770" cy="1398843"/>
          </a:xfrm>
          <a:prstGeom prst="rect">
            <a:avLst/>
          </a:prstGeom>
        </p:spPr>
      </p:pic>
    </p:spTree>
    <p:extLst>
      <p:ext uri="{BB962C8B-B14F-4D97-AF65-F5344CB8AC3E}">
        <p14:creationId xmlns:p14="http://schemas.microsoft.com/office/powerpoint/2010/main" val="414178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BA5710F-E7B8-ED5B-05B3-3C27B24132FF}"/>
              </a:ext>
            </a:extLst>
          </p:cNvPr>
          <p:cNvSpPr>
            <a:spLocks noGrp="1"/>
          </p:cNvSpPr>
          <p:nvPr>
            <p:ph idx="1"/>
          </p:nvPr>
        </p:nvSpPr>
        <p:spPr>
          <a:xfrm>
            <a:off x="5949229" y="1557342"/>
            <a:ext cx="5328000" cy="323851"/>
          </a:xfrm>
        </p:spPr>
        <p:txBody>
          <a:bodyPr/>
          <a:lstStyle/>
          <a:p>
            <a:r>
              <a:rPr lang="en-CH" b="1" dirty="0"/>
              <a:t>Rust</a:t>
            </a:r>
            <a:endParaRPr lang="en-GB" b="1" dirty="0"/>
          </a:p>
        </p:txBody>
      </p:sp>
      <p:sp>
        <p:nvSpPr>
          <p:cNvPr id="3" name="Slide Number Placeholder 2">
            <a:extLst>
              <a:ext uri="{FF2B5EF4-FFF2-40B4-BE49-F238E27FC236}">
                <a16:creationId xmlns:a16="http://schemas.microsoft.com/office/drawing/2014/main" id="{86D21250-3AAF-6320-8807-D205EA85933F}"/>
              </a:ext>
            </a:extLst>
          </p:cNvPr>
          <p:cNvSpPr>
            <a:spLocks noGrp="1"/>
          </p:cNvSpPr>
          <p:nvPr>
            <p:ph type="sldNum" sz="quarter" idx="4"/>
          </p:nvPr>
        </p:nvSpPr>
        <p:spPr/>
        <p:txBody>
          <a:bodyPr/>
          <a:lstStyle/>
          <a:p>
            <a:fld id="{8B4F2566-6049-46AE-8362-19E16D5BA91B}" type="slidenum">
              <a:rPr lang="en-GB" smtClean="0"/>
              <a:pPr/>
              <a:t>6</a:t>
            </a:fld>
            <a:endParaRPr lang="en-GB" dirty="0"/>
          </a:p>
        </p:txBody>
      </p:sp>
      <p:sp>
        <p:nvSpPr>
          <p:cNvPr id="4" name="Footer Placeholder 3">
            <a:extLst>
              <a:ext uri="{FF2B5EF4-FFF2-40B4-BE49-F238E27FC236}">
                <a16:creationId xmlns:a16="http://schemas.microsoft.com/office/drawing/2014/main" id="{657CDF29-EAEF-B546-5F83-0A3A953BB198}"/>
              </a:ext>
            </a:extLst>
          </p:cNvPr>
          <p:cNvSpPr>
            <a:spLocks noGrp="1"/>
          </p:cNvSpPr>
          <p:nvPr>
            <p:ph type="ftr" sz="quarter" idx="3"/>
          </p:nvPr>
        </p:nvSpPr>
        <p:spPr/>
        <p:txBody>
          <a:bodyPr/>
          <a:lstStyle/>
          <a:p>
            <a:r>
              <a:rPr lang="de-DE"/>
              <a:t>Titel des Dokuments | Version 1.1</a:t>
            </a:r>
            <a:endParaRPr lang="de-CH" dirty="0"/>
          </a:p>
        </p:txBody>
      </p:sp>
      <p:sp>
        <p:nvSpPr>
          <p:cNvPr id="8" name="Text Placeholder 7">
            <a:extLst>
              <a:ext uri="{FF2B5EF4-FFF2-40B4-BE49-F238E27FC236}">
                <a16:creationId xmlns:a16="http://schemas.microsoft.com/office/drawing/2014/main" id="{D02E0A28-7DA1-8F08-8C42-C77AAD295AF6}"/>
              </a:ext>
            </a:extLst>
          </p:cNvPr>
          <p:cNvSpPr>
            <a:spLocks noGrp="1"/>
          </p:cNvSpPr>
          <p:nvPr>
            <p:ph type="body" sz="quarter" idx="10"/>
          </p:nvPr>
        </p:nvSpPr>
        <p:spPr/>
        <p:txBody>
          <a:bodyPr/>
          <a:lstStyle/>
          <a:p>
            <a:endParaRPr lang="en-GB"/>
          </a:p>
        </p:txBody>
      </p:sp>
      <p:sp>
        <p:nvSpPr>
          <p:cNvPr id="9" name="Content Placeholder 8">
            <a:extLst>
              <a:ext uri="{FF2B5EF4-FFF2-40B4-BE49-F238E27FC236}">
                <a16:creationId xmlns:a16="http://schemas.microsoft.com/office/drawing/2014/main" id="{A94E194F-061D-0A28-B349-B60429136EB2}"/>
              </a:ext>
            </a:extLst>
          </p:cNvPr>
          <p:cNvSpPr>
            <a:spLocks noGrp="1"/>
          </p:cNvSpPr>
          <p:nvPr>
            <p:ph idx="11"/>
          </p:nvPr>
        </p:nvSpPr>
        <p:spPr>
          <a:xfrm>
            <a:off x="369839" y="1557342"/>
            <a:ext cx="5328000" cy="323851"/>
          </a:xfrm>
        </p:spPr>
        <p:txBody>
          <a:bodyPr/>
          <a:lstStyle/>
          <a:p>
            <a:r>
              <a:rPr lang="en-CH" b="1" dirty="0"/>
              <a:t>C++</a:t>
            </a:r>
          </a:p>
          <a:p>
            <a:endParaRPr lang="en-CH" dirty="0"/>
          </a:p>
          <a:p>
            <a:endParaRPr lang="en-CH" dirty="0"/>
          </a:p>
          <a:p>
            <a:endParaRPr lang="en-CH" dirty="0"/>
          </a:p>
          <a:p>
            <a:endParaRPr lang="en-GB" dirty="0"/>
          </a:p>
        </p:txBody>
      </p:sp>
      <p:sp>
        <p:nvSpPr>
          <p:cNvPr id="6" name="Title 5">
            <a:extLst>
              <a:ext uri="{FF2B5EF4-FFF2-40B4-BE49-F238E27FC236}">
                <a16:creationId xmlns:a16="http://schemas.microsoft.com/office/drawing/2014/main" id="{BFA04AEB-F305-F3D7-967E-A4D37FF19715}"/>
              </a:ext>
            </a:extLst>
          </p:cNvPr>
          <p:cNvSpPr>
            <a:spLocks noGrp="1"/>
          </p:cNvSpPr>
          <p:nvPr>
            <p:ph type="title"/>
          </p:nvPr>
        </p:nvSpPr>
        <p:spPr/>
        <p:txBody>
          <a:bodyPr/>
          <a:lstStyle/>
          <a:p>
            <a:r>
              <a:rPr lang="en-CH" dirty="0"/>
              <a:t>Syntax – Basics</a:t>
            </a:r>
            <a:endParaRPr lang="en-GB" dirty="0"/>
          </a:p>
        </p:txBody>
      </p:sp>
      <p:pic>
        <p:nvPicPr>
          <p:cNvPr id="13" name="Picture 12">
            <a:extLst>
              <a:ext uri="{FF2B5EF4-FFF2-40B4-BE49-F238E27FC236}">
                <a16:creationId xmlns:a16="http://schemas.microsoft.com/office/drawing/2014/main" id="{28170DA4-AB63-4F49-5013-0C841C6E2AFC}"/>
              </a:ext>
            </a:extLst>
          </p:cNvPr>
          <p:cNvPicPr>
            <a:picLocks noChangeAspect="1"/>
          </p:cNvPicPr>
          <p:nvPr/>
        </p:nvPicPr>
        <p:blipFill>
          <a:blip r:embed="rId2"/>
          <a:stretch>
            <a:fillRect/>
          </a:stretch>
        </p:blipFill>
        <p:spPr>
          <a:xfrm>
            <a:off x="369839" y="1885473"/>
            <a:ext cx="2805390" cy="3736269"/>
          </a:xfrm>
          <a:prstGeom prst="rect">
            <a:avLst/>
          </a:prstGeom>
        </p:spPr>
      </p:pic>
      <p:pic>
        <p:nvPicPr>
          <p:cNvPr id="15" name="Picture 14">
            <a:extLst>
              <a:ext uri="{FF2B5EF4-FFF2-40B4-BE49-F238E27FC236}">
                <a16:creationId xmlns:a16="http://schemas.microsoft.com/office/drawing/2014/main" id="{571072DC-B260-9103-FD1A-A18CB509DE4E}"/>
              </a:ext>
            </a:extLst>
          </p:cNvPr>
          <p:cNvPicPr>
            <a:picLocks noChangeAspect="1"/>
          </p:cNvPicPr>
          <p:nvPr/>
        </p:nvPicPr>
        <p:blipFill>
          <a:blip r:embed="rId3"/>
          <a:stretch>
            <a:fillRect/>
          </a:stretch>
        </p:blipFill>
        <p:spPr>
          <a:xfrm>
            <a:off x="5949229" y="1881193"/>
            <a:ext cx="5165201" cy="3736800"/>
          </a:xfrm>
          <a:prstGeom prst="rect">
            <a:avLst/>
          </a:prstGeom>
        </p:spPr>
      </p:pic>
    </p:spTree>
    <p:extLst>
      <p:ext uri="{BB962C8B-B14F-4D97-AF65-F5344CB8AC3E}">
        <p14:creationId xmlns:p14="http://schemas.microsoft.com/office/powerpoint/2010/main" val="2928277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361F1C2B-FE78-25F1-E116-EDC724E0C6E7}"/>
              </a:ext>
            </a:extLst>
          </p:cNvPr>
          <p:cNvSpPr>
            <a:spLocks noGrp="1"/>
          </p:cNvSpPr>
          <p:nvPr>
            <p:ph idx="1"/>
          </p:nvPr>
        </p:nvSpPr>
        <p:spPr>
          <a:xfrm>
            <a:off x="385728" y="1557338"/>
            <a:ext cx="10895048" cy="892352"/>
          </a:xfrm>
        </p:spPr>
        <p:txBody>
          <a:bodyPr/>
          <a:lstStyle/>
          <a:p>
            <a:r>
              <a:rPr lang="en-GB" b="1" dirty="0"/>
              <a:t>C/C++:</a:t>
            </a:r>
            <a:r>
              <a:rPr lang="en-GB" dirty="0"/>
              <a:t> </a:t>
            </a:r>
            <a:r>
              <a:rPr lang="en-GB" dirty="0" err="1"/>
              <a:t>cmake</a:t>
            </a:r>
            <a:r>
              <a:rPr lang="en-GB" dirty="0"/>
              <a:t>, make, </a:t>
            </a:r>
            <a:r>
              <a:rPr lang="en-GB" dirty="0" err="1"/>
              <a:t>vcpkg</a:t>
            </a:r>
            <a:r>
              <a:rPr lang="en-GB" dirty="0"/>
              <a:t>, </a:t>
            </a:r>
            <a:r>
              <a:rPr lang="en-GB" dirty="0" err="1"/>
              <a:t>conan</a:t>
            </a:r>
            <a:r>
              <a:rPr lang="en-GB" dirty="0"/>
              <a:t>, </a:t>
            </a:r>
            <a:r>
              <a:rPr lang="en-GB" dirty="0" err="1"/>
              <a:t>gdb</a:t>
            </a:r>
            <a:r>
              <a:rPr lang="en-GB" dirty="0"/>
              <a:t>, </a:t>
            </a:r>
            <a:r>
              <a:rPr lang="en-GB" dirty="0" err="1"/>
              <a:t>valgrind</a:t>
            </a:r>
            <a:r>
              <a:rPr lang="en-GB" dirty="0"/>
              <a:t> …</a:t>
            </a:r>
          </a:p>
          <a:p>
            <a:br>
              <a:rPr lang="en-GB" dirty="0"/>
            </a:br>
            <a:r>
              <a:rPr lang="en-GB" b="1" dirty="0"/>
              <a:t>Rust:</a:t>
            </a:r>
            <a:r>
              <a:rPr lang="en-GB" dirty="0"/>
              <a:t> </a:t>
            </a:r>
            <a:r>
              <a:rPr lang="en-GB" dirty="0" err="1"/>
              <a:t>Einfach</a:t>
            </a:r>
            <a:r>
              <a:rPr lang="en-GB" dirty="0"/>
              <a:t> cargo.</a:t>
            </a:r>
          </a:p>
          <a:p>
            <a:br>
              <a:rPr lang="en-GB" dirty="0"/>
            </a:br>
            <a:endParaRPr lang="en-GB" dirty="0"/>
          </a:p>
        </p:txBody>
      </p:sp>
      <p:sp>
        <p:nvSpPr>
          <p:cNvPr id="3" name="Slide Number Placeholder 2">
            <a:extLst>
              <a:ext uri="{FF2B5EF4-FFF2-40B4-BE49-F238E27FC236}">
                <a16:creationId xmlns:a16="http://schemas.microsoft.com/office/drawing/2014/main" id="{8EA0FA2A-254E-E112-7D31-08DD16EAE520}"/>
              </a:ext>
            </a:extLst>
          </p:cNvPr>
          <p:cNvSpPr>
            <a:spLocks noGrp="1"/>
          </p:cNvSpPr>
          <p:nvPr>
            <p:ph type="sldNum" sz="quarter" idx="4"/>
          </p:nvPr>
        </p:nvSpPr>
        <p:spPr/>
        <p:txBody>
          <a:bodyPr/>
          <a:lstStyle/>
          <a:p>
            <a:fld id="{8B4F2566-6049-46AE-8362-19E16D5BA91B}" type="slidenum">
              <a:rPr lang="en-GB" smtClean="0"/>
              <a:pPr/>
              <a:t>7</a:t>
            </a:fld>
            <a:endParaRPr lang="en-GB" dirty="0"/>
          </a:p>
        </p:txBody>
      </p:sp>
      <p:sp>
        <p:nvSpPr>
          <p:cNvPr id="4" name="Footer Placeholder 3">
            <a:extLst>
              <a:ext uri="{FF2B5EF4-FFF2-40B4-BE49-F238E27FC236}">
                <a16:creationId xmlns:a16="http://schemas.microsoft.com/office/drawing/2014/main" id="{149FD1DB-9617-DC11-21F5-90367201ACB6}"/>
              </a:ext>
            </a:extLst>
          </p:cNvPr>
          <p:cNvSpPr>
            <a:spLocks noGrp="1"/>
          </p:cNvSpPr>
          <p:nvPr>
            <p:ph type="ftr" sz="quarter" idx="3"/>
          </p:nvPr>
        </p:nvSpPr>
        <p:spPr/>
        <p:txBody>
          <a:bodyPr/>
          <a:lstStyle/>
          <a:p>
            <a:r>
              <a:rPr lang="de-DE"/>
              <a:t>Titel des Dokuments | Version 1.1</a:t>
            </a:r>
            <a:endParaRPr lang="de-CH" dirty="0"/>
          </a:p>
        </p:txBody>
      </p:sp>
      <p:sp>
        <p:nvSpPr>
          <p:cNvPr id="9" name="Text Placeholder 8">
            <a:extLst>
              <a:ext uri="{FF2B5EF4-FFF2-40B4-BE49-F238E27FC236}">
                <a16:creationId xmlns:a16="http://schemas.microsoft.com/office/drawing/2014/main" id="{37AF753B-1587-103F-A902-BB135B33460C}"/>
              </a:ext>
            </a:extLst>
          </p:cNvPr>
          <p:cNvSpPr>
            <a:spLocks noGrp="1"/>
          </p:cNvSpPr>
          <p:nvPr>
            <p:ph type="body" sz="quarter" idx="10"/>
          </p:nvPr>
        </p:nvSpPr>
        <p:spPr/>
        <p:txBody>
          <a:bodyPr/>
          <a:lstStyle/>
          <a:p>
            <a:endParaRPr lang="en-GB"/>
          </a:p>
        </p:txBody>
      </p:sp>
      <p:sp>
        <p:nvSpPr>
          <p:cNvPr id="7" name="Title 6">
            <a:extLst>
              <a:ext uri="{FF2B5EF4-FFF2-40B4-BE49-F238E27FC236}">
                <a16:creationId xmlns:a16="http://schemas.microsoft.com/office/drawing/2014/main" id="{2BD3F05C-1426-D3FD-E544-59E69BEF5ABD}"/>
              </a:ext>
            </a:extLst>
          </p:cNvPr>
          <p:cNvSpPr>
            <a:spLocks noGrp="1"/>
          </p:cNvSpPr>
          <p:nvPr>
            <p:ph type="title"/>
          </p:nvPr>
        </p:nvSpPr>
        <p:spPr/>
        <p:txBody>
          <a:bodyPr/>
          <a:lstStyle/>
          <a:p>
            <a:r>
              <a:rPr lang="en-CH" dirty="0"/>
              <a:t>Cargo &amp; Tooling</a:t>
            </a:r>
            <a:endParaRPr lang="en-GB" dirty="0"/>
          </a:p>
        </p:txBody>
      </p:sp>
      <p:pic>
        <p:nvPicPr>
          <p:cNvPr id="11" name="Picture 10">
            <a:extLst>
              <a:ext uri="{FF2B5EF4-FFF2-40B4-BE49-F238E27FC236}">
                <a16:creationId xmlns:a16="http://schemas.microsoft.com/office/drawing/2014/main" id="{B4135755-4040-A2A7-676D-061ECDE88C17}"/>
              </a:ext>
            </a:extLst>
          </p:cNvPr>
          <p:cNvPicPr>
            <a:picLocks noChangeAspect="1"/>
          </p:cNvPicPr>
          <p:nvPr/>
        </p:nvPicPr>
        <p:blipFill>
          <a:blip r:embed="rId2"/>
          <a:stretch>
            <a:fillRect/>
          </a:stretch>
        </p:blipFill>
        <p:spPr>
          <a:xfrm>
            <a:off x="398473" y="2449690"/>
            <a:ext cx="10895048" cy="3160262"/>
          </a:xfrm>
          <a:prstGeom prst="rect">
            <a:avLst/>
          </a:prstGeom>
        </p:spPr>
      </p:pic>
    </p:spTree>
    <p:extLst>
      <p:ext uri="{BB962C8B-B14F-4D97-AF65-F5344CB8AC3E}">
        <p14:creationId xmlns:p14="http://schemas.microsoft.com/office/powerpoint/2010/main" val="3813242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FC4667-C258-130A-590B-65DBAB2F994E}"/>
              </a:ext>
            </a:extLst>
          </p:cNvPr>
          <p:cNvSpPr>
            <a:spLocks noGrp="1"/>
          </p:cNvSpPr>
          <p:nvPr>
            <p:ph idx="1"/>
          </p:nvPr>
        </p:nvSpPr>
        <p:spPr>
          <a:xfrm>
            <a:off x="385728" y="1557337"/>
            <a:ext cx="10895048" cy="827517"/>
          </a:xfrm>
        </p:spPr>
        <p:txBody>
          <a:bodyPr/>
          <a:lstStyle/>
          <a:p>
            <a:r>
              <a:rPr lang="en-GB" b="1" dirty="0" err="1"/>
              <a:t>Cargo.toml</a:t>
            </a:r>
            <a:r>
              <a:rPr lang="en-GB" b="1" dirty="0"/>
              <a:t> </a:t>
            </a:r>
            <a:r>
              <a:rPr lang="en-GB" dirty="0"/>
              <a:t>= CMakeLists.txt + </a:t>
            </a:r>
            <a:r>
              <a:rPr lang="en-GB" dirty="0" err="1"/>
              <a:t>Paketmanager</a:t>
            </a:r>
            <a:r>
              <a:rPr lang="en-GB" dirty="0"/>
              <a:t> + Test-Runner in </a:t>
            </a:r>
            <a:r>
              <a:rPr lang="en-GB" dirty="0" err="1"/>
              <a:t>einem</a:t>
            </a:r>
            <a:endParaRPr lang="en-GB" dirty="0"/>
          </a:p>
          <a:p>
            <a:endParaRPr lang="en-CH" dirty="0"/>
          </a:p>
          <a:p>
            <a:r>
              <a:rPr lang="de-DE" dirty="0" err="1"/>
              <a:t>Dependencies</a:t>
            </a:r>
            <a:r>
              <a:rPr lang="de-DE" dirty="0"/>
              <a:t>, </a:t>
            </a:r>
            <a:r>
              <a:rPr lang="de-DE" dirty="0" err="1"/>
              <a:t>Build</a:t>
            </a:r>
            <a:r>
              <a:rPr lang="de-DE" dirty="0"/>
              <a:t>-Profile und Metadaten — alles in einer Datei.</a:t>
            </a:r>
          </a:p>
          <a:p>
            <a:br>
              <a:rPr lang="de-DE" dirty="0"/>
            </a:br>
            <a:endParaRPr lang="en-GB" dirty="0"/>
          </a:p>
        </p:txBody>
      </p:sp>
      <p:sp>
        <p:nvSpPr>
          <p:cNvPr id="3" name="Slide Number Placeholder 2">
            <a:extLst>
              <a:ext uri="{FF2B5EF4-FFF2-40B4-BE49-F238E27FC236}">
                <a16:creationId xmlns:a16="http://schemas.microsoft.com/office/drawing/2014/main" id="{C3301B9E-8073-A203-3BB6-C4696D4C7BF0}"/>
              </a:ext>
            </a:extLst>
          </p:cNvPr>
          <p:cNvSpPr>
            <a:spLocks noGrp="1"/>
          </p:cNvSpPr>
          <p:nvPr>
            <p:ph type="sldNum" sz="quarter" idx="4"/>
          </p:nvPr>
        </p:nvSpPr>
        <p:spPr/>
        <p:txBody>
          <a:bodyPr/>
          <a:lstStyle/>
          <a:p>
            <a:fld id="{8B4F2566-6049-46AE-8362-19E16D5BA91B}" type="slidenum">
              <a:rPr lang="en-GB" smtClean="0"/>
              <a:pPr/>
              <a:t>8</a:t>
            </a:fld>
            <a:endParaRPr lang="en-GB" dirty="0"/>
          </a:p>
        </p:txBody>
      </p:sp>
      <p:sp>
        <p:nvSpPr>
          <p:cNvPr id="4" name="Footer Placeholder 3">
            <a:extLst>
              <a:ext uri="{FF2B5EF4-FFF2-40B4-BE49-F238E27FC236}">
                <a16:creationId xmlns:a16="http://schemas.microsoft.com/office/drawing/2014/main" id="{AE6CE906-C1D5-6531-EB59-6997CE0BDB52}"/>
              </a:ext>
            </a:extLst>
          </p:cNvPr>
          <p:cNvSpPr>
            <a:spLocks noGrp="1"/>
          </p:cNvSpPr>
          <p:nvPr>
            <p:ph type="ftr" sz="quarter" idx="3"/>
          </p:nvPr>
        </p:nvSpPr>
        <p:spPr/>
        <p:txBody>
          <a:bodyPr/>
          <a:lstStyle/>
          <a:p>
            <a:r>
              <a:rPr lang="de-DE" dirty="0"/>
              <a:t>Titel des Dokuments | Version 1.1</a:t>
            </a:r>
            <a:endParaRPr lang="de-CH" dirty="0"/>
          </a:p>
        </p:txBody>
      </p:sp>
      <p:sp>
        <p:nvSpPr>
          <p:cNvPr id="5" name="Text Placeholder 4">
            <a:extLst>
              <a:ext uri="{FF2B5EF4-FFF2-40B4-BE49-F238E27FC236}">
                <a16:creationId xmlns:a16="http://schemas.microsoft.com/office/drawing/2014/main" id="{D8FE3BA5-1941-94E4-C901-C39A761B9B51}"/>
              </a:ext>
            </a:extLst>
          </p:cNvPr>
          <p:cNvSpPr>
            <a:spLocks noGrp="1"/>
          </p:cNvSpPr>
          <p:nvPr>
            <p:ph type="body" sz="quarter" idx="10"/>
          </p:nvPr>
        </p:nvSpPr>
        <p:spPr/>
        <p:txBody>
          <a:bodyPr/>
          <a:lstStyle/>
          <a:p>
            <a:endParaRPr lang="en-GB"/>
          </a:p>
        </p:txBody>
      </p:sp>
      <p:sp>
        <p:nvSpPr>
          <p:cNvPr id="6" name="Title 5">
            <a:extLst>
              <a:ext uri="{FF2B5EF4-FFF2-40B4-BE49-F238E27FC236}">
                <a16:creationId xmlns:a16="http://schemas.microsoft.com/office/drawing/2014/main" id="{54F25CE4-5630-AED9-50AE-FB0D687799E8}"/>
              </a:ext>
            </a:extLst>
          </p:cNvPr>
          <p:cNvSpPr>
            <a:spLocks noGrp="1"/>
          </p:cNvSpPr>
          <p:nvPr>
            <p:ph type="title"/>
          </p:nvPr>
        </p:nvSpPr>
        <p:spPr/>
        <p:txBody>
          <a:bodyPr/>
          <a:lstStyle/>
          <a:p>
            <a:r>
              <a:rPr lang="en-CH" dirty="0" err="1"/>
              <a:t>Cargo.toml</a:t>
            </a:r>
            <a:endParaRPr lang="en-GB" dirty="0"/>
          </a:p>
        </p:txBody>
      </p:sp>
      <p:pic>
        <p:nvPicPr>
          <p:cNvPr id="8" name="Picture 7">
            <a:extLst>
              <a:ext uri="{FF2B5EF4-FFF2-40B4-BE49-F238E27FC236}">
                <a16:creationId xmlns:a16="http://schemas.microsoft.com/office/drawing/2014/main" id="{6CD9C369-C067-C6FD-2F8A-F40BAEEBBE27}"/>
              </a:ext>
            </a:extLst>
          </p:cNvPr>
          <p:cNvPicPr>
            <a:picLocks noChangeAspect="1"/>
          </p:cNvPicPr>
          <p:nvPr/>
        </p:nvPicPr>
        <p:blipFill>
          <a:blip r:embed="rId2"/>
          <a:stretch>
            <a:fillRect/>
          </a:stretch>
        </p:blipFill>
        <p:spPr>
          <a:xfrm>
            <a:off x="372980" y="2600753"/>
            <a:ext cx="4981833" cy="3483061"/>
          </a:xfrm>
          <a:prstGeom prst="rect">
            <a:avLst/>
          </a:prstGeom>
        </p:spPr>
      </p:pic>
    </p:spTree>
    <p:extLst>
      <p:ext uri="{BB962C8B-B14F-4D97-AF65-F5344CB8AC3E}">
        <p14:creationId xmlns:p14="http://schemas.microsoft.com/office/powerpoint/2010/main" val="4178792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a:extLst>
              <a:ext uri="{FF2B5EF4-FFF2-40B4-BE49-F238E27FC236}">
                <a16:creationId xmlns:a16="http://schemas.microsoft.com/office/drawing/2014/main" id="{E3B1C4ED-56FE-E47A-EBEA-7498C369CCA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1105" r="21105"/>
          <a:stretch/>
        </p:blipFill>
        <p:spPr/>
      </p:pic>
      <p:sp>
        <p:nvSpPr>
          <p:cNvPr id="9" name="Foliennummernplatzhalter 8">
            <a:extLst>
              <a:ext uri="{FF2B5EF4-FFF2-40B4-BE49-F238E27FC236}">
                <a16:creationId xmlns:a16="http://schemas.microsoft.com/office/drawing/2014/main" id="{743EECD9-6421-5A12-058C-4033C712CDAD}"/>
              </a:ext>
            </a:extLst>
          </p:cNvPr>
          <p:cNvSpPr>
            <a:spLocks noGrp="1"/>
          </p:cNvSpPr>
          <p:nvPr>
            <p:ph type="sldNum" sz="quarter" idx="4"/>
          </p:nvPr>
        </p:nvSpPr>
        <p:spPr/>
        <p:txBody>
          <a:bodyPr/>
          <a:lstStyle/>
          <a:p>
            <a:fld id="{8B4F2566-6049-46AE-8362-19E16D5BA91B}" type="slidenum">
              <a:rPr lang="de-CH" smtClean="0"/>
              <a:pPr/>
              <a:t>9</a:t>
            </a:fld>
            <a:endParaRPr lang="de-CH" dirty="0"/>
          </a:p>
        </p:txBody>
      </p:sp>
      <p:sp>
        <p:nvSpPr>
          <p:cNvPr id="4" name="Textplatzhalter 3">
            <a:extLst>
              <a:ext uri="{FF2B5EF4-FFF2-40B4-BE49-F238E27FC236}">
                <a16:creationId xmlns:a16="http://schemas.microsoft.com/office/drawing/2014/main" id="{54998D33-4EDB-F6E9-00A4-E63AF5842EE3}"/>
              </a:ext>
            </a:extLst>
          </p:cNvPr>
          <p:cNvSpPr>
            <a:spLocks noGrp="1"/>
          </p:cNvSpPr>
          <p:nvPr>
            <p:ph type="body" sz="quarter" idx="10"/>
          </p:nvPr>
        </p:nvSpPr>
        <p:spPr/>
        <p:txBody>
          <a:bodyPr/>
          <a:lstStyle/>
          <a:p>
            <a:r>
              <a:rPr lang="de-DE" dirty="0"/>
              <a:t>Kapiteltitel</a:t>
            </a:r>
            <a:endParaRPr lang="de-CH" dirty="0"/>
          </a:p>
        </p:txBody>
      </p:sp>
      <p:sp>
        <p:nvSpPr>
          <p:cNvPr id="5" name="Textplatzhalter 4">
            <a:extLst>
              <a:ext uri="{FF2B5EF4-FFF2-40B4-BE49-F238E27FC236}">
                <a16:creationId xmlns:a16="http://schemas.microsoft.com/office/drawing/2014/main" id="{66B48358-2359-2516-7B4D-5861AD85B2DD}"/>
              </a:ext>
            </a:extLst>
          </p:cNvPr>
          <p:cNvSpPr>
            <a:spLocks noGrp="1"/>
          </p:cNvSpPr>
          <p:nvPr>
            <p:ph type="body" sz="quarter" idx="12"/>
          </p:nvPr>
        </p:nvSpPr>
        <p:spPr/>
        <p:txBody>
          <a:bodyPr/>
          <a:lstStyle/>
          <a:p>
            <a:pPr marL="180000" indent="-144000">
              <a:buFont typeface="Arial" panose="020B0604020202020204" pitchFamily="34" charset="0"/>
              <a:buChar char="•"/>
            </a:pPr>
            <a:r>
              <a:rPr lang="de-DE" dirty="0"/>
              <a:t>Lorem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a:p>
            <a:pPr marL="180000" indent="-144000">
              <a:buFont typeface="Arial" panose="020B0604020202020204" pitchFamily="34" charset="0"/>
              <a:buChar char="•"/>
            </a:pP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p>
          <a:p>
            <a:pPr marL="180000" indent="-144000">
              <a:buFont typeface="Arial" panose="020B0604020202020204" pitchFamily="34" charset="0"/>
              <a:buChar char="•"/>
            </a:pP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a:t>
            </a:r>
          </a:p>
          <a:p>
            <a:pPr marL="180000" indent="-144000">
              <a:buFont typeface="Arial" panose="020B0604020202020204" pitchFamily="34" charset="0"/>
              <a:buChar char="•"/>
            </a:pPr>
            <a:r>
              <a:rPr lang="de-DE" dirty="0"/>
              <a:t>Sed </a:t>
            </a:r>
            <a:r>
              <a:rPr lang="de-DE" dirty="0" err="1"/>
              <a:t>diam</a:t>
            </a:r>
            <a:r>
              <a:rPr lang="de-DE" dirty="0"/>
              <a:t> </a:t>
            </a:r>
            <a:r>
              <a:rPr lang="de-DE" dirty="0" err="1"/>
              <a:t>voluptua</a:t>
            </a:r>
            <a:endParaRPr lang="de-DE" dirty="0"/>
          </a:p>
          <a:p>
            <a:pPr marL="180000" indent="-144000">
              <a:buFont typeface="Arial" panose="020B0604020202020204" pitchFamily="34" charset="0"/>
              <a:buChar char="•"/>
            </a:pPr>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a:t>
            </a:r>
          </a:p>
          <a:p>
            <a:pPr marL="180000" indent="-144000">
              <a:buFont typeface="Arial" panose="020B0604020202020204" pitchFamily="34" charset="0"/>
              <a:buChar char="•"/>
            </a:pPr>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sanctus </a:t>
            </a:r>
            <a:r>
              <a:rPr lang="de-DE" dirty="0" err="1"/>
              <a:t>est</a:t>
            </a:r>
            <a:r>
              <a:rPr lang="de-DE" dirty="0"/>
              <a:t> </a:t>
            </a:r>
          </a:p>
          <a:p>
            <a:pPr marL="180000" indent="-144000">
              <a:buFont typeface="Arial" panose="020B0604020202020204" pitchFamily="34" charset="0"/>
              <a:buChar char="•"/>
            </a:pPr>
            <a:r>
              <a:rPr lang="de-DE" dirty="0"/>
              <a:t>Lorem </a:t>
            </a:r>
            <a:r>
              <a:rPr lang="de-DE" dirty="0" err="1"/>
              <a:t>ipsum</a:t>
            </a:r>
            <a:r>
              <a:rPr lang="de-DE" dirty="0"/>
              <a:t> </a:t>
            </a:r>
            <a:r>
              <a:rPr lang="de-DE" dirty="0" err="1"/>
              <a:t>dolor</a:t>
            </a:r>
            <a:r>
              <a:rPr lang="de-DE" dirty="0"/>
              <a:t> </a:t>
            </a:r>
            <a:r>
              <a:rPr lang="de-DE" dirty="0" err="1"/>
              <a:t>sit</a:t>
            </a:r>
            <a:r>
              <a:rPr lang="de-DE" dirty="0"/>
              <a:t> </a:t>
            </a:r>
            <a:r>
              <a:rPr lang="de-DE" dirty="0" err="1"/>
              <a:t>amet</a:t>
            </a:r>
            <a:endParaRPr lang="de-DE" dirty="0"/>
          </a:p>
          <a:p>
            <a:pPr marL="180000" indent="-144000">
              <a:buFont typeface="Arial" panose="020B0604020202020204" pitchFamily="34" charset="0"/>
              <a:buChar char="•"/>
            </a:pP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p>
          <a:p>
            <a:pPr marL="180000" indent="-144000">
              <a:buFont typeface="Arial" panose="020B0604020202020204" pitchFamily="34" charset="0"/>
              <a:buChar char="•"/>
            </a:pP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endParaRPr lang="de-DE" dirty="0"/>
          </a:p>
          <a:p>
            <a:pPr marL="180000" indent="-144000">
              <a:buFont typeface="Arial" panose="020B0604020202020204" pitchFamily="34" charset="0"/>
              <a:buChar char="•"/>
            </a:pPr>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endParaRPr lang="de-DE" dirty="0"/>
          </a:p>
          <a:p>
            <a:pPr marL="180000" indent="-144000">
              <a:buFont typeface="Arial" panose="020B0604020202020204" pitchFamily="34" charset="0"/>
              <a:buChar char="•"/>
            </a:pPr>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sanctus </a:t>
            </a:r>
            <a:r>
              <a:rPr lang="de-DE" dirty="0" err="1"/>
              <a:t>est</a:t>
            </a:r>
            <a:endParaRPr lang="de-DE" dirty="0"/>
          </a:p>
          <a:p>
            <a:pPr marL="180000" indent="-144000">
              <a:buFont typeface="Arial" panose="020B0604020202020204" pitchFamily="34" charset="0"/>
              <a:buChar char="•"/>
            </a:pPr>
            <a:endParaRPr lang="de-DE" dirty="0"/>
          </a:p>
          <a:p>
            <a:pPr marL="180000" indent="-144000">
              <a:buFont typeface="Arial" panose="020B0604020202020204" pitchFamily="34" charset="0"/>
              <a:buChar char="•"/>
            </a:pPr>
            <a:r>
              <a:rPr lang="de-DE" dirty="0"/>
              <a:t>Sed </a:t>
            </a:r>
            <a:r>
              <a:rPr lang="de-DE" dirty="0" err="1"/>
              <a:t>diam</a:t>
            </a:r>
            <a:r>
              <a:rPr lang="de-DE" dirty="0"/>
              <a:t> </a:t>
            </a:r>
            <a:r>
              <a:rPr lang="de-DE" dirty="0" err="1"/>
              <a:t>voluptua</a:t>
            </a:r>
            <a:endParaRPr lang="de-DE" dirty="0"/>
          </a:p>
          <a:p>
            <a:pPr marL="180000" indent="-144000">
              <a:buFont typeface="Arial" panose="020B0604020202020204" pitchFamily="34" charset="0"/>
              <a:buChar char="•"/>
            </a:pPr>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a:t>
            </a:r>
          </a:p>
          <a:p>
            <a:pPr marL="180000" indent="-144000">
              <a:buFont typeface="Arial" panose="020B0604020202020204" pitchFamily="34" charset="0"/>
              <a:buChar char="•"/>
            </a:pPr>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sanctus </a:t>
            </a:r>
            <a:r>
              <a:rPr lang="de-DE" dirty="0" err="1"/>
              <a:t>est</a:t>
            </a:r>
            <a:r>
              <a:rPr lang="de-DE" dirty="0"/>
              <a:t> </a:t>
            </a:r>
          </a:p>
          <a:p>
            <a:pPr marL="180000" indent="-144000">
              <a:buFont typeface="Arial" panose="020B0604020202020204" pitchFamily="34" charset="0"/>
              <a:buChar char="•"/>
            </a:pPr>
            <a:r>
              <a:rPr lang="de-DE" dirty="0"/>
              <a:t>Lorem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p>
          <a:p>
            <a:pPr marL="180000" indent="-144000">
              <a:buFont typeface="Arial" panose="020B0604020202020204" pitchFamily="34" charset="0"/>
              <a:buChar char="•"/>
            </a:pP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a:t>
            </a:r>
          </a:p>
        </p:txBody>
      </p:sp>
      <p:sp>
        <p:nvSpPr>
          <p:cNvPr id="6" name="Fußzeilenplatzhalter 5">
            <a:extLst>
              <a:ext uri="{FF2B5EF4-FFF2-40B4-BE49-F238E27FC236}">
                <a16:creationId xmlns:a16="http://schemas.microsoft.com/office/drawing/2014/main" id="{F51ACD1C-1EB9-57BB-0C09-0D7E47715124}"/>
              </a:ext>
            </a:extLst>
          </p:cNvPr>
          <p:cNvSpPr>
            <a:spLocks noGrp="1"/>
          </p:cNvSpPr>
          <p:nvPr>
            <p:ph type="ftr" sz="quarter" idx="3"/>
          </p:nvPr>
        </p:nvSpPr>
        <p:spPr/>
        <p:txBody>
          <a:bodyPr/>
          <a:lstStyle/>
          <a:p>
            <a:r>
              <a:rPr lang="de-DE" dirty="0"/>
              <a:t>Titel des Dokuments | Version 1.1</a:t>
            </a:r>
            <a:endParaRPr lang="de-CH" dirty="0"/>
          </a:p>
        </p:txBody>
      </p:sp>
      <p:sp>
        <p:nvSpPr>
          <p:cNvPr id="7" name="Title 6">
            <a:extLst>
              <a:ext uri="{FF2B5EF4-FFF2-40B4-BE49-F238E27FC236}">
                <a16:creationId xmlns:a16="http://schemas.microsoft.com/office/drawing/2014/main" id="{E06F2AEB-F75B-271F-ADC2-AC7FA296E272}"/>
              </a:ext>
            </a:extLst>
          </p:cNvPr>
          <p:cNvSpPr>
            <a:spLocks noGrp="1"/>
          </p:cNvSpPr>
          <p:nvPr>
            <p:ph type="title"/>
          </p:nvPr>
        </p:nvSpPr>
        <p:spPr/>
        <p:txBody>
          <a:bodyPr/>
          <a:lstStyle/>
          <a:p>
            <a:r>
              <a:rPr lang="de-CH" dirty="0"/>
              <a:t>Hier Titel eingeben</a:t>
            </a:r>
          </a:p>
        </p:txBody>
      </p:sp>
    </p:spTree>
    <p:extLst>
      <p:ext uri="{BB962C8B-B14F-4D97-AF65-F5344CB8AC3E}">
        <p14:creationId xmlns:p14="http://schemas.microsoft.com/office/powerpoint/2010/main" val="4196224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Inhaltsplatzhalter 8">
            <a:extLst>
              <a:ext uri="{FF2B5EF4-FFF2-40B4-BE49-F238E27FC236}">
                <a16:creationId xmlns:a16="http://schemas.microsoft.com/office/drawing/2014/main" id="{E5AB9933-1462-4B2A-9F45-638B68CD30D6}"/>
              </a:ext>
            </a:extLst>
          </p:cNvPr>
          <p:cNvGraphicFramePr>
            <a:graphicFrameLocks noGrp="1"/>
          </p:cNvGraphicFramePr>
          <p:nvPr>
            <p:ph idx="1"/>
            <p:extLst>
              <p:ext uri="{D42A27DB-BD31-4B8C-83A1-F6EECF244321}">
                <p14:modId xmlns:p14="http://schemas.microsoft.com/office/powerpoint/2010/main" val="3587929313"/>
              </p:ext>
            </p:extLst>
          </p:nvPr>
        </p:nvGraphicFramePr>
        <p:xfrm>
          <a:off x="4365523" y="1557337"/>
          <a:ext cx="6912077" cy="447475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platzhalter 3">
            <a:extLst>
              <a:ext uri="{FF2B5EF4-FFF2-40B4-BE49-F238E27FC236}">
                <a16:creationId xmlns:a16="http://schemas.microsoft.com/office/drawing/2014/main" id="{F9A6B9B4-F5A4-F7F4-3ABF-EFCD9C75B92E}"/>
              </a:ext>
            </a:extLst>
          </p:cNvPr>
          <p:cNvSpPr>
            <a:spLocks noGrp="1"/>
          </p:cNvSpPr>
          <p:nvPr>
            <p:ph type="body" sz="quarter" idx="4294967295"/>
          </p:nvPr>
        </p:nvSpPr>
        <p:spPr>
          <a:xfrm>
            <a:off x="372979" y="1557337"/>
            <a:ext cx="3483724" cy="4392613"/>
          </a:xfrm>
        </p:spPr>
        <p:txBody>
          <a:bodyPr/>
          <a:lstStyle/>
          <a:p>
            <a:pPr>
              <a:spcBef>
                <a:spcPts val="1200"/>
              </a:spcBef>
            </a:pPr>
            <a:r>
              <a:rPr lang="de-DE" sz="1200" dirty="0"/>
              <a:t>Lorem </a:t>
            </a:r>
            <a:r>
              <a:rPr lang="de-DE" sz="1200" dirty="0" err="1"/>
              <a:t>ipsum</a:t>
            </a:r>
            <a:r>
              <a:rPr lang="de-DE" sz="1200" dirty="0"/>
              <a:t> </a:t>
            </a:r>
            <a:r>
              <a:rPr lang="de-DE" sz="1200" dirty="0" err="1"/>
              <a:t>dolor</a:t>
            </a:r>
            <a:r>
              <a:rPr lang="de-DE" sz="1200" dirty="0"/>
              <a:t> </a:t>
            </a:r>
            <a:r>
              <a:rPr lang="de-DE" sz="1200" dirty="0" err="1"/>
              <a:t>sit</a:t>
            </a:r>
            <a:r>
              <a:rPr lang="de-DE" sz="1200" dirty="0"/>
              <a:t> </a:t>
            </a:r>
            <a:r>
              <a:rPr lang="de-DE" sz="1200" dirty="0" err="1"/>
              <a:t>amet</a:t>
            </a:r>
            <a:r>
              <a:rPr lang="de-DE" sz="1200" dirty="0"/>
              <a:t>, </a:t>
            </a:r>
            <a:r>
              <a:rPr lang="de-DE" sz="1200" dirty="0" err="1"/>
              <a:t>consetetur</a:t>
            </a:r>
            <a:r>
              <a:rPr lang="de-DE" sz="1200" dirty="0"/>
              <a:t> </a:t>
            </a:r>
            <a:r>
              <a:rPr lang="de-DE" sz="1200" dirty="0" err="1"/>
              <a:t>sadipscing</a:t>
            </a:r>
            <a:r>
              <a:rPr lang="de-DE" sz="1200" dirty="0"/>
              <a:t> </a:t>
            </a:r>
            <a:r>
              <a:rPr lang="de-DE" sz="1200" dirty="0" err="1"/>
              <a:t>elitr</a:t>
            </a:r>
            <a:r>
              <a:rPr lang="de-DE" sz="1200" dirty="0"/>
              <a:t>, sed </a:t>
            </a:r>
            <a:r>
              <a:rPr lang="de-DE" sz="1200" dirty="0" err="1"/>
              <a:t>diam</a:t>
            </a:r>
            <a:r>
              <a:rPr lang="de-DE" sz="1200" dirty="0"/>
              <a:t> </a:t>
            </a:r>
            <a:r>
              <a:rPr lang="de-DE" sz="1200" dirty="0" err="1"/>
              <a:t>nonumy</a:t>
            </a:r>
            <a:r>
              <a:rPr lang="de-DE" sz="1200" dirty="0"/>
              <a:t> </a:t>
            </a:r>
            <a:r>
              <a:rPr lang="de-DE" sz="1200" dirty="0" err="1"/>
              <a:t>eirmod</a:t>
            </a:r>
            <a:r>
              <a:rPr lang="de-DE" sz="1200" dirty="0"/>
              <a:t> </a:t>
            </a:r>
            <a:r>
              <a:rPr lang="de-DE" sz="1200" dirty="0" err="1"/>
              <a:t>tempor</a:t>
            </a:r>
            <a:r>
              <a:rPr lang="de-DE" sz="1200" dirty="0"/>
              <a:t> </a:t>
            </a:r>
            <a:r>
              <a:rPr lang="de-DE" sz="1200" dirty="0" err="1"/>
              <a:t>invidunt</a:t>
            </a:r>
            <a:r>
              <a:rPr lang="de-DE" sz="1200" dirty="0"/>
              <a:t> </a:t>
            </a:r>
            <a:r>
              <a:rPr lang="de-DE" sz="1200" dirty="0" err="1"/>
              <a:t>ut</a:t>
            </a:r>
            <a:r>
              <a:rPr lang="de-DE" sz="1200" dirty="0"/>
              <a:t> </a:t>
            </a:r>
            <a:r>
              <a:rPr lang="de-DE" sz="1200" dirty="0" err="1"/>
              <a:t>labore</a:t>
            </a:r>
            <a:r>
              <a:rPr lang="de-DE" sz="1200" dirty="0"/>
              <a:t> et </a:t>
            </a:r>
            <a:r>
              <a:rPr lang="de-DE" sz="1200" dirty="0" err="1"/>
              <a:t>dolore</a:t>
            </a:r>
            <a:r>
              <a:rPr lang="de-DE" sz="1200" dirty="0"/>
              <a:t> magna </a:t>
            </a:r>
            <a:r>
              <a:rPr lang="de-DE" sz="1200" dirty="0" err="1"/>
              <a:t>aliquyam</a:t>
            </a:r>
            <a:r>
              <a:rPr lang="de-DE" sz="1200" dirty="0"/>
              <a:t> erat, sed </a:t>
            </a:r>
            <a:r>
              <a:rPr lang="de-DE" sz="1200" dirty="0" err="1"/>
              <a:t>diam</a:t>
            </a:r>
            <a:r>
              <a:rPr lang="de-DE" sz="1200" dirty="0"/>
              <a:t> </a:t>
            </a:r>
            <a:r>
              <a:rPr lang="de-DE" sz="1200" dirty="0" err="1"/>
              <a:t>voluptua</a:t>
            </a:r>
            <a:r>
              <a:rPr lang="de-DE" sz="1200" dirty="0"/>
              <a:t>. At </a:t>
            </a:r>
            <a:r>
              <a:rPr lang="de-DE" sz="1200" dirty="0" err="1"/>
              <a:t>vero</a:t>
            </a:r>
            <a:r>
              <a:rPr lang="de-DE" sz="1200" dirty="0"/>
              <a:t> </a:t>
            </a:r>
            <a:r>
              <a:rPr lang="de-DE" sz="1200" dirty="0" err="1"/>
              <a:t>eos</a:t>
            </a:r>
            <a:r>
              <a:rPr lang="de-DE" sz="1200" dirty="0"/>
              <a:t> et </a:t>
            </a:r>
            <a:r>
              <a:rPr lang="de-DE" sz="1200" dirty="0" err="1"/>
              <a:t>accusam</a:t>
            </a:r>
            <a:r>
              <a:rPr lang="de-DE" sz="1200" dirty="0"/>
              <a:t> et </a:t>
            </a:r>
            <a:r>
              <a:rPr lang="de-DE" sz="1200" dirty="0" err="1"/>
              <a:t>justo</a:t>
            </a:r>
            <a:r>
              <a:rPr lang="de-DE" sz="1200" dirty="0"/>
              <a:t> </a:t>
            </a:r>
            <a:r>
              <a:rPr lang="de-DE" sz="1200" dirty="0" err="1"/>
              <a:t>duo</a:t>
            </a:r>
            <a:r>
              <a:rPr lang="de-DE" sz="1200" dirty="0"/>
              <a:t> </a:t>
            </a:r>
            <a:r>
              <a:rPr lang="de-DE" sz="1200" dirty="0" err="1"/>
              <a:t>dolores</a:t>
            </a:r>
            <a:r>
              <a:rPr lang="de-DE" sz="1200" dirty="0"/>
              <a:t> et </a:t>
            </a:r>
            <a:r>
              <a:rPr lang="de-DE" sz="1200" dirty="0" err="1"/>
              <a:t>ea</a:t>
            </a:r>
            <a:r>
              <a:rPr lang="de-DE" sz="1200" dirty="0"/>
              <a:t> </a:t>
            </a:r>
            <a:r>
              <a:rPr lang="de-DE" sz="1200" dirty="0" err="1"/>
              <a:t>rebum</a:t>
            </a:r>
            <a:r>
              <a:rPr lang="de-DE" sz="1200" dirty="0"/>
              <a:t>. </a:t>
            </a:r>
          </a:p>
          <a:p>
            <a:pPr>
              <a:spcBef>
                <a:spcPts val="1200"/>
              </a:spcBef>
            </a:pPr>
            <a:r>
              <a:rPr lang="de-DE" sz="1200" dirty="0"/>
              <a:t>Stet </a:t>
            </a:r>
            <a:r>
              <a:rPr lang="de-DE" sz="1200" dirty="0" err="1"/>
              <a:t>clita</a:t>
            </a:r>
            <a:r>
              <a:rPr lang="de-DE" sz="1200" dirty="0"/>
              <a:t> </a:t>
            </a:r>
            <a:r>
              <a:rPr lang="de-DE" sz="1200" dirty="0" err="1"/>
              <a:t>kasd</a:t>
            </a:r>
            <a:r>
              <a:rPr lang="de-DE" sz="1200" dirty="0"/>
              <a:t> </a:t>
            </a:r>
            <a:r>
              <a:rPr lang="de-DE" sz="1200" dirty="0" err="1"/>
              <a:t>gubergren</a:t>
            </a:r>
            <a:r>
              <a:rPr lang="de-DE" sz="1200" dirty="0"/>
              <a:t>, </a:t>
            </a:r>
            <a:r>
              <a:rPr lang="de-DE" sz="1200" dirty="0" err="1"/>
              <a:t>no</a:t>
            </a:r>
            <a:r>
              <a:rPr lang="de-DE" sz="1200" dirty="0"/>
              <a:t> </a:t>
            </a:r>
            <a:r>
              <a:rPr lang="de-DE" sz="1200" dirty="0" err="1"/>
              <a:t>sea</a:t>
            </a:r>
            <a:r>
              <a:rPr lang="de-DE" sz="1200" dirty="0"/>
              <a:t> </a:t>
            </a:r>
            <a:r>
              <a:rPr lang="de-DE" sz="1200" dirty="0" err="1"/>
              <a:t>takimata</a:t>
            </a:r>
            <a:r>
              <a:rPr lang="de-DE" sz="1200" dirty="0"/>
              <a:t> sanctus </a:t>
            </a:r>
            <a:r>
              <a:rPr lang="de-DE" sz="1200" dirty="0" err="1"/>
              <a:t>est</a:t>
            </a:r>
            <a:r>
              <a:rPr lang="de-DE" sz="1200" dirty="0"/>
              <a:t> Lorem </a:t>
            </a:r>
            <a:r>
              <a:rPr lang="de-DE" sz="1200" dirty="0" err="1"/>
              <a:t>ipsum</a:t>
            </a:r>
            <a:r>
              <a:rPr lang="de-DE" sz="1200" dirty="0"/>
              <a:t> </a:t>
            </a:r>
            <a:r>
              <a:rPr lang="de-DE" sz="1200" dirty="0" err="1"/>
              <a:t>dolor</a:t>
            </a:r>
            <a:r>
              <a:rPr lang="de-DE" sz="1200" dirty="0"/>
              <a:t> </a:t>
            </a:r>
            <a:r>
              <a:rPr lang="de-DE" sz="1200" dirty="0" err="1"/>
              <a:t>sit</a:t>
            </a:r>
            <a:r>
              <a:rPr lang="de-DE" sz="1200" dirty="0"/>
              <a:t> </a:t>
            </a:r>
            <a:r>
              <a:rPr lang="de-DE" sz="1200" dirty="0" err="1"/>
              <a:t>amet</a:t>
            </a:r>
            <a:r>
              <a:rPr lang="de-DE" sz="1200" dirty="0"/>
              <a:t>. Lorem </a:t>
            </a:r>
            <a:r>
              <a:rPr lang="de-DE" sz="1200" dirty="0" err="1"/>
              <a:t>ipsum</a:t>
            </a:r>
            <a:r>
              <a:rPr lang="de-DE" sz="1200" dirty="0"/>
              <a:t> </a:t>
            </a:r>
            <a:r>
              <a:rPr lang="de-DE" sz="1200" dirty="0" err="1"/>
              <a:t>dolor</a:t>
            </a:r>
            <a:r>
              <a:rPr lang="de-DE" sz="1200" dirty="0"/>
              <a:t> </a:t>
            </a:r>
            <a:r>
              <a:rPr lang="de-DE" sz="1200" dirty="0" err="1"/>
              <a:t>sit</a:t>
            </a:r>
            <a:r>
              <a:rPr lang="de-DE" sz="1200" dirty="0"/>
              <a:t> </a:t>
            </a:r>
            <a:r>
              <a:rPr lang="de-DE" sz="1200" dirty="0" err="1"/>
              <a:t>amet</a:t>
            </a:r>
            <a:r>
              <a:rPr lang="de-DE" sz="1200" dirty="0"/>
              <a:t>, </a:t>
            </a:r>
            <a:r>
              <a:rPr lang="de-DE" sz="1200" dirty="0" err="1"/>
              <a:t>consetetur</a:t>
            </a:r>
            <a:r>
              <a:rPr lang="de-DE" sz="1200" dirty="0"/>
              <a:t> </a:t>
            </a:r>
            <a:r>
              <a:rPr lang="de-DE" sz="1200" dirty="0" err="1"/>
              <a:t>sadipscing</a:t>
            </a:r>
            <a:r>
              <a:rPr lang="de-DE" sz="1200" dirty="0"/>
              <a:t> </a:t>
            </a:r>
            <a:r>
              <a:rPr lang="de-DE" sz="1200" dirty="0" err="1"/>
              <a:t>elitr</a:t>
            </a:r>
            <a:r>
              <a:rPr lang="de-DE" sz="1200" dirty="0"/>
              <a:t>, sed </a:t>
            </a:r>
            <a:r>
              <a:rPr lang="de-DE" sz="1200" dirty="0" err="1"/>
              <a:t>diam</a:t>
            </a:r>
            <a:r>
              <a:rPr lang="de-DE" sz="1200" dirty="0"/>
              <a:t> </a:t>
            </a:r>
            <a:r>
              <a:rPr lang="de-DE" sz="1200" dirty="0" err="1"/>
              <a:t>nonumy</a:t>
            </a:r>
            <a:r>
              <a:rPr lang="de-DE" sz="1200" dirty="0"/>
              <a:t> </a:t>
            </a:r>
            <a:r>
              <a:rPr lang="de-DE" sz="1200" dirty="0" err="1"/>
              <a:t>eirmod</a:t>
            </a:r>
            <a:r>
              <a:rPr lang="de-DE" sz="1200" dirty="0"/>
              <a:t> </a:t>
            </a:r>
            <a:r>
              <a:rPr lang="de-DE" sz="1200" dirty="0" err="1"/>
              <a:t>tempor</a:t>
            </a:r>
            <a:r>
              <a:rPr lang="de-DE" sz="1200" dirty="0"/>
              <a:t> </a:t>
            </a:r>
            <a:r>
              <a:rPr lang="de-DE" sz="1200" dirty="0" err="1"/>
              <a:t>invidunt</a:t>
            </a:r>
            <a:r>
              <a:rPr lang="de-DE" sz="1200" dirty="0"/>
              <a:t> </a:t>
            </a:r>
            <a:r>
              <a:rPr lang="de-DE" sz="1200" dirty="0" err="1"/>
              <a:t>ut</a:t>
            </a:r>
            <a:r>
              <a:rPr lang="de-DE" sz="1200" dirty="0"/>
              <a:t> </a:t>
            </a:r>
            <a:r>
              <a:rPr lang="de-DE" sz="1200" dirty="0" err="1"/>
              <a:t>labore</a:t>
            </a:r>
            <a:r>
              <a:rPr lang="de-DE" sz="1200" dirty="0"/>
              <a:t> et </a:t>
            </a:r>
            <a:r>
              <a:rPr lang="de-DE" sz="1200" dirty="0" err="1"/>
              <a:t>dolore</a:t>
            </a:r>
            <a:r>
              <a:rPr lang="de-DE" sz="1200" dirty="0"/>
              <a:t> magna </a:t>
            </a:r>
            <a:r>
              <a:rPr lang="de-DE" sz="1200" dirty="0" err="1"/>
              <a:t>aliquyam</a:t>
            </a:r>
            <a:r>
              <a:rPr lang="de-DE" sz="1200" dirty="0"/>
              <a:t> erat, sed </a:t>
            </a:r>
            <a:r>
              <a:rPr lang="de-DE" sz="1200" dirty="0" err="1"/>
              <a:t>diam</a:t>
            </a:r>
            <a:r>
              <a:rPr lang="de-DE" sz="1200" dirty="0"/>
              <a:t> </a:t>
            </a:r>
            <a:r>
              <a:rPr lang="de-DE" sz="1200" dirty="0" err="1"/>
              <a:t>voluptua</a:t>
            </a:r>
            <a:r>
              <a:rPr lang="de-DE" sz="1200" dirty="0"/>
              <a:t>. </a:t>
            </a:r>
          </a:p>
          <a:p>
            <a:pPr>
              <a:spcBef>
                <a:spcPts val="1200"/>
              </a:spcBef>
            </a:pPr>
            <a:r>
              <a:rPr lang="de-DE" sz="1200" dirty="0"/>
              <a:t>At </a:t>
            </a:r>
            <a:r>
              <a:rPr lang="de-DE" sz="1200" dirty="0" err="1"/>
              <a:t>vero</a:t>
            </a:r>
            <a:r>
              <a:rPr lang="de-DE" sz="1200" dirty="0"/>
              <a:t> </a:t>
            </a:r>
            <a:r>
              <a:rPr lang="de-DE" sz="1200" dirty="0" err="1"/>
              <a:t>eos</a:t>
            </a:r>
            <a:r>
              <a:rPr lang="de-DE" sz="1200" dirty="0"/>
              <a:t> et </a:t>
            </a:r>
            <a:r>
              <a:rPr lang="de-DE" sz="1200" dirty="0" err="1"/>
              <a:t>accusam</a:t>
            </a:r>
            <a:r>
              <a:rPr lang="de-DE" sz="1200" dirty="0"/>
              <a:t> et </a:t>
            </a:r>
            <a:r>
              <a:rPr lang="de-DE" sz="1200" dirty="0" err="1"/>
              <a:t>justo</a:t>
            </a:r>
            <a:r>
              <a:rPr lang="de-DE" sz="1200" dirty="0"/>
              <a:t> </a:t>
            </a:r>
            <a:r>
              <a:rPr lang="de-DE" sz="1200" dirty="0" err="1"/>
              <a:t>duo</a:t>
            </a:r>
            <a:r>
              <a:rPr lang="de-DE" sz="1200" dirty="0"/>
              <a:t> </a:t>
            </a:r>
            <a:r>
              <a:rPr lang="de-DE" sz="1200" dirty="0" err="1"/>
              <a:t>dolores</a:t>
            </a:r>
            <a:r>
              <a:rPr lang="de-DE" sz="1200" dirty="0"/>
              <a:t> et </a:t>
            </a:r>
            <a:r>
              <a:rPr lang="de-DE" sz="1200" dirty="0" err="1"/>
              <a:t>ea</a:t>
            </a:r>
            <a:r>
              <a:rPr lang="de-DE" sz="1200" dirty="0"/>
              <a:t> </a:t>
            </a:r>
            <a:r>
              <a:rPr lang="de-DE" sz="1200" dirty="0" err="1"/>
              <a:t>rebum</a:t>
            </a:r>
            <a:r>
              <a:rPr lang="de-DE" sz="1200" dirty="0"/>
              <a:t>. Stet </a:t>
            </a:r>
            <a:r>
              <a:rPr lang="de-DE" sz="1200" dirty="0" err="1"/>
              <a:t>clita</a:t>
            </a:r>
            <a:r>
              <a:rPr lang="de-DE" sz="1200" dirty="0"/>
              <a:t> </a:t>
            </a:r>
            <a:r>
              <a:rPr lang="de-DE" sz="1200" dirty="0" err="1"/>
              <a:t>kasd</a:t>
            </a:r>
            <a:r>
              <a:rPr lang="de-DE" sz="1200" dirty="0"/>
              <a:t> </a:t>
            </a:r>
            <a:r>
              <a:rPr lang="de-DE" sz="1200" dirty="0" err="1"/>
              <a:t>gubergren</a:t>
            </a:r>
            <a:r>
              <a:rPr lang="de-DE" sz="1200" dirty="0"/>
              <a:t>, </a:t>
            </a:r>
            <a:r>
              <a:rPr lang="de-DE" sz="1200" dirty="0" err="1"/>
              <a:t>no</a:t>
            </a:r>
            <a:r>
              <a:rPr lang="de-DE" sz="1200" dirty="0"/>
              <a:t> </a:t>
            </a:r>
            <a:r>
              <a:rPr lang="de-DE" sz="1200" dirty="0" err="1"/>
              <a:t>sea</a:t>
            </a:r>
            <a:r>
              <a:rPr lang="de-DE" sz="1200" dirty="0"/>
              <a:t> </a:t>
            </a:r>
            <a:r>
              <a:rPr lang="de-DE" sz="1200" dirty="0" err="1"/>
              <a:t>takimata</a:t>
            </a:r>
            <a:r>
              <a:rPr lang="de-DE" sz="1200" dirty="0"/>
              <a:t> sanctus </a:t>
            </a:r>
            <a:r>
              <a:rPr lang="de-DE" sz="1200" dirty="0" err="1"/>
              <a:t>est</a:t>
            </a:r>
            <a:r>
              <a:rPr lang="de-DE" sz="1200" dirty="0"/>
              <a:t> Lorem </a:t>
            </a:r>
            <a:r>
              <a:rPr lang="de-DE" sz="1200" dirty="0" err="1"/>
              <a:t>ipsum</a:t>
            </a:r>
            <a:r>
              <a:rPr lang="de-DE" sz="1200" dirty="0"/>
              <a:t> </a:t>
            </a:r>
            <a:r>
              <a:rPr lang="de-DE" sz="1200" dirty="0" err="1"/>
              <a:t>dolor</a:t>
            </a:r>
            <a:r>
              <a:rPr lang="de-DE" sz="1200" dirty="0"/>
              <a:t> </a:t>
            </a:r>
            <a:r>
              <a:rPr lang="de-DE" sz="1200" dirty="0" err="1"/>
              <a:t>sit</a:t>
            </a:r>
            <a:r>
              <a:rPr lang="de-DE" sz="1200" dirty="0"/>
              <a:t> </a:t>
            </a:r>
            <a:r>
              <a:rPr lang="de-DE" sz="1200" dirty="0" err="1"/>
              <a:t>amet</a:t>
            </a:r>
            <a:r>
              <a:rPr lang="de-DE" sz="1200" dirty="0"/>
              <a:t>. Sed </a:t>
            </a:r>
            <a:r>
              <a:rPr lang="de-DE" sz="1200" dirty="0" err="1"/>
              <a:t>diam</a:t>
            </a:r>
            <a:r>
              <a:rPr lang="de-DE" sz="1200" dirty="0"/>
              <a:t> </a:t>
            </a:r>
            <a:r>
              <a:rPr lang="de-DE" sz="1200" dirty="0" err="1"/>
              <a:t>nonumy</a:t>
            </a:r>
            <a:r>
              <a:rPr lang="de-DE" sz="1200" dirty="0"/>
              <a:t> </a:t>
            </a:r>
            <a:r>
              <a:rPr lang="de-DE" sz="1200" dirty="0" err="1"/>
              <a:t>eirmod</a:t>
            </a:r>
            <a:r>
              <a:rPr lang="de-DE" sz="1200" dirty="0"/>
              <a:t> </a:t>
            </a:r>
            <a:r>
              <a:rPr lang="de-DE" sz="1200" dirty="0" err="1"/>
              <a:t>tempor</a:t>
            </a:r>
            <a:r>
              <a:rPr lang="de-DE" sz="1200" dirty="0"/>
              <a:t> </a:t>
            </a:r>
            <a:r>
              <a:rPr lang="de-DE" sz="1200" dirty="0" err="1"/>
              <a:t>invidunt</a:t>
            </a:r>
            <a:r>
              <a:rPr lang="de-DE" sz="1200" dirty="0"/>
              <a:t> </a:t>
            </a:r>
            <a:r>
              <a:rPr lang="de-DE" sz="1200" dirty="0" err="1"/>
              <a:t>ut</a:t>
            </a:r>
            <a:r>
              <a:rPr lang="de-DE" sz="1200" dirty="0"/>
              <a:t> </a:t>
            </a:r>
            <a:r>
              <a:rPr lang="de-DE" sz="1200" dirty="0" err="1"/>
              <a:t>labore</a:t>
            </a:r>
            <a:r>
              <a:rPr lang="de-DE" sz="1200" dirty="0"/>
              <a:t> et </a:t>
            </a:r>
            <a:r>
              <a:rPr lang="de-DE" sz="1200" dirty="0" err="1"/>
              <a:t>dolore</a:t>
            </a:r>
            <a:r>
              <a:rPr lang="de-DE" sz="1200" dirty="0"/>
              <a:t> magna </a:t>
            </a:r>
            <a:r>
              <a:rPr lang="de-DE" sz="1200" dirty="0" err="1"/>
              <a:t>aliquyam</a:t>
            </a:r>
            <a:r>
              <a:rPr lang="de-DE" sz="1200" dirty="0"/>
              <a:t>. Lorem </a:t>
            </a:r>
            <a:r>
              <a:rPr lang="de-DE" sz="1200" dirty="0" err="1"/>
              <a:t>ipsum</a:t>
            </a:r>
            <a:r>
              <a:rPr lang="de-DE" sz="1200" dirty="0"/>
              <a:t> </a:t>
            </a:r>
            <a:r>
              <a:rPr lang="de-DE" sz="1200" dirty="0" err="1"/>
              <a:t>dolor</a:t>
            </a:r>
            <a:r>
              <a:rPr lang="de-DE" sz="1200" dirty="0"/>
              <a:t> </a:t>
            </a:r>
            <a:r>
              <a:rPr lang="de-DE" sz="1200" dirty="0" err="1"/>
              <a:t>sit</a:t>
            </a:r>
            <a:r>
              <a:rPr lang="de-DE" sz="1200" dirty="0"/>
              <a:t> </a:t>
            </a:r>
            <a:r>
              <a:rPr lang="de-DE" sz="1200" dirty="0" err="1"/>
              <a:t>amet</a:t>
            </a:r>
            <a:r>
              <a:rPr lang="de-DE" sz="1200" dirty="0"/>
              <a:t>, </a:t>
            </a:r>
            <a:r>
              <a:rPr lang="de-DE" sz="1200" dirty="0" err="1"/>
              <a:t>gubergren</a:t>
            </a:r>
            <a:r>
              <a:rPr lang="de-DE" sz="1200" dirty="0"/>
              <a:t>, </a:t>
            </a:r>
            <a:r>
              <a:rPr lang="de-DE" sz="1200" dirty="0" err="1"/>
              <a:t>no</a:t>
            </a:r>
            <a:r>
              <a:rPr lang="de-DE" sz="1200" dirty="0"/>
              <a:t> </a:t>
            </a:r>
            <a:r>
              <a:rPr lang="de-DE" sz="1200" dirty="0" err="1"/>
              <a:t>sea</a:t>
            </a:r>
            <a:r>
              <a:rPr lang="de-DE" sz="1200" dirty="0"/>
              <a:t> </a:t>
            </a:r>
            <a:r>
              <a:rPr lang="de-DE" sz="1200" dirty="0" err="1"/>
              <a:t>takimata</a:t>
            </a:r>
            <a:r>
              <a:rPr lang="de-DE" sz="1200" dirty="0"/>
              <a:t>.</a:t>
            </a:r>
            <a:endParaRPr lang="de-CH" sz="1200" dirty="0"/>
          </a:p>
        </p:txBody>
      </p:sp>
      <p:sp>
        <p:nvSpPr>
          <p:cNvPr id="5" name="Fußzeilenplatzhalter 4">
            <a:extLst>
              <a:ext uri="{FF2B5EF4-FFF2-40B4-BE49-F238E27FC236}">
                <a16:creationId xmlns:a16="http://schemas.microsoft.com/office/drawing/2014/main" id="{33B100A2-F0E1-15F9-DF2A-4A85804D9F51}"/>
              </a:ext>
            </a:extLst>
          </p:cNvPr>
          <p:cNvSpPr>
            <a:spLocks noGrp="1"/>
          </p:cNvSpPr>
          <p:nvPr>
            <p:ph type="ftr" sz="quarter" idx="3"/>
          </p:nvPr>
        </p:nvSpPr>
        <p:spPr/>
        <p:txBody>
          <a:bodyPr/>
          <a:lstStyle/>
          <a:p>
            <a:r>
              <a:rPr lang="de-DE"/>
              <a:t>Titel des Dokuments | Version 1.1</a:t>
            </a:r>
            <a:endParaRPr lang="de-CH" dirty="0"/>
          </a:p>
        </p:txBody>
      </p:sp>
      <p:sp>
        <p:nvSpPr>
          <p:cNvPr id="6" name="Textplatzhalter 5">
            <a:extLst>
              <a:ext uri="{FF2B5EF4-FFF2-40B4-BE49-F238E27FC236}">
                <a16:creationId xmlns:a16="http://schemas.microsoft.com/office/drawing/2014/main" id="{F2C16B6F-9EA6-9D36-7160-0E9917415B36}"/>
              </a:ext>
            </a:extLst>
          </p:cNvPr>
          <p:cNvSpPr>
            <a:spLocks noGrp="1"/>
          </p:cNvSpPr>
          <p:nvPr>
            <p:ph type="body" sz="quarter" idx="10"/>
          </p:nvPr>
        </p:nvSpPr>
        <p:spPr/>
        <p:txBody>
          <a:bodyPr/>
          <a:lstStyle/>
          <a:p>
            <a:r>
              <a:rPr lang="de-CH" dirty="0"/>
              <a:t>Kapiteltitel</a:t>
            </a:r>
          </a:p>
        </p:txBody>
      </p:sp>
      <p:sp>
        <p:nvSpPr>
          <p:cNvPr id="10" name="Foliennummernplatzhalter 9">
            <a:extLst>
              <a:ext uri="{FF2B5EF4-FFF2-40B4-BE49-F238E27FC236}">
                <a16:creationId xmlns:a16="http://schemas.microsoft.com/office/drawing/2014/main" id="{AA561D58-24F5-5559-44F2-7BEF60CD73C7}"/>
              </a:ext>
            </a:extLst>
          </p:cNvPr>
          <p:cNvSpPr>
            <a:spLocks noGrp="1"/>
          </p:cNvSpPr>
          <p:nvPr>
            <p:ph type="sldNum" sz="quarter" idx="4"/>
          </p:nvPr>
        </p:nvSpPr>
        <p:spPr/>
        <p:txBody>
          <a:bodyPr/>
          <a:lstStyle/>
          <a:p>
            <a:fld id="{8B4F2566-6049-46AE-8362-19E16D5BA91B}" type="slidenum">
              <a:rPr lang="de-CH" smtClean="0"/>
              <a:pPr/>
              <a:t>10</a:t>
            </a:fld>
            <a:endParaRPr lang="de-CH" dirty="0"/>
          </a:p>
        </p:txBody>
      </p:sp>
      <p:sp>
        <p:nvSpPr>
          <p:cNvPr id="7" name="Title 6">
            <a:extLst>
              <a:ext uri="{FF2B5EF4-FFF2-40B4-BE49-F238E27FC236}">
                <a16:creationId xmlns:a16="http://schemas.microsoft.com/office/drawing/2014/main" id="{77236EA2-7F40-0D83-15FE-A6A697426DF6}"/>
              </a:ext>
            </a:extLst>
          </p:cNvPr>
          <p:cNvSpPr>
            <a:spLocks noGrp="1"/>
          </p:cNvSpPr>
          <p:nvPr>
            <p:ph type="title"/>
          </p:nvPr>
        </p:nvSpPr>
        <p:spPr>
          <a:xfrm>
            <a:off x="372980" y="908050"/>
            <a:ext cx="10907795" cy="433388"/>
          </a:xfrm>
        </p:spPr>
        <p:txBody>
          <a:bodyPr/>
          <a:lstStyle/>
          <a:p>
            <a:r>
              <a:rPr lang="de-CH" dirty="0"/>
              <a:t>Hier Titel eingeben</a:t>
            </a:r>
          </a:p>
        </p:txBody>
      </p:sp>
    </p:spTree>
    <p:extLst>
      <p:ext uri="{BB962C8B-B14F-4D97-AF65-F5344CB8AC3E}">
        <p14:creationId xmlns:p14="http://schemas.microsoft.com/office/powerpoint/2010/main" val="586714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platzhalter 30">
            <a:extLst>
              <a:ext uri="{FF2B5EF4-FFF2-40B4-BE49-F238E27FC236}">
                <a16:creationId xmlns:a16="http://schemas.microsoft.com/office/drawing/2014/main" id="{172E4AB8-79E0-5FD7-54F9-5E11222C0EE9}"/>
              </a:ext>
            </a:extLst>
          </p:cNvPr>
          <p:cNvSpPr>
            <a:spLocks noGrp="1"/>
          </p:cNvSpPr>
          <p:nvPr>
            <p:ph type="body" idx="33"/>
          </p:nvPr>
        </p:nvSpPr>
        <p:spPr/>
        <p:txBody>
          <a:bodyPr/>
          <a:lstStyle/>
          <a:p>
            <a:endParaRPr lang="de-CH"/>
          </a:p>
        </p:txBody>
      </p:sp>
      <p:sp>
        <p:nvSpPr>
          <p:cNvPr id="46" name="Textplatzhalter 45">
            <a:extLst>
              <a:ext uri="{FF2B5EF4-FFF2-40B4-BE49-F238E27FC236}">
                <a16:creationId xmlns:a16="http://schemas.microsoft.com/office/drawing/2014/main" id="{27C98F1C-2D77-D15E-3A6D-C709C3B8746E}"/>
              </a:ext>
            </a:extLst>
          </p:cNvPr>
          <p:cNvSpPr>
            <a:spLocks noGrp="1"/>
          </p:cNvSpPr>
          <p:nvPr>
            <p:ph type="body" idx="63"/>
          </p:nvPr>
        </p:nvSpPr>
        <p:spPr/>
        <p:txBody>
          <a:bodyPr/>
          <a:lstStyle/>
          <a:p>
            <a:endParaRPr lang="de-CH"/>
          </a:p>
        </p:txBody>
      </p:sp>
      <p:sp>
        <p:nvSpPr>
          <p:cNvPr id="47" name="Textplatzhalter 46">
            <a:extLst>
              <a:ext uri="{FF2B5EF4-FFF2-40B4-BE49-F238E27FC236}">
                <a16:creationId xmlns:a16="http://schemas.microsoft.com/office/drawing/2014/main" id="{85EB8C66-2EBC-E2DB-5533-10440024A6B1}"/>
              </a:ext>
            </a:extLst>
          </p:cNvPr>
          <p:cNvSpPr>
            <a:spLocks noGrp="1"/>
          </p:cNvSpPr>
          <p:nvPr>
            <p:ph type="body" idx="64"/>
          </p:nvPr>
        </p:nvSpPr>
        <p:spPr/>
        <p:txBody>
          <a:bodyPr/>
          <a:lstStyle/>
          <a:p>
            <a:endParaRPr lang="de-CH"/>
          </a:p>
        </p:txBody>
      </p:sp>
      <p:sp>
        <p:nvSpPr>
          <p:cNvPr id="48" name="Textplatzhalter 47">
            <a:extLst>
              <a:ext uri="{FF2B5EF4-FFF2-40B4-BE49-F238E27FC236}">
                <a16:creationId xmlns:a16="http://schemas.microsoft.com/office/drawing/2014/main" id="{FAED53BB-A066-D66F-F0E1-F434E83197A5}"/>
              </a:ext>
            </a:extLst>
          </p:cNvPr>
          <p:cNvSpPr>
            <a:spLocks noGrp="1"/>
          </p:cNvSpPr>
          <p:nvPr>
            <p:ph type="body" idx="65"/>
          </p:nvPr>
        </p:nvSpPr>
        <p:spPr/>
        <p:txBody>
          <a:bodyPr/>
          <a:lstStyle/>
          <a:p>
            <a:endParaRPr lang="de-CH"/>
          </a:p>
        </p:txBody>
      </p:sp>
      <p:sp>
        <p:nvSpPr>
          <p:cNvPr id="49" name="Textplatzhalter 48">
            <a:extLst>
              <a:ext uri="{FF2B5EF4-FFF2-40B4-BE49-F238E27FC236}">
                <a16:creationId xmlns:a16="http://schemas.microsoft.com/office/drawing/2014/main" id="{F159C37E-C950-0139-2C0D-00F237D03BBE}"/>
              </a:ext>
            </a:extLst>
          </p:cNvPr>
          <p:cNvSpPr>
            <a:spLocks noGrp="1"/>
          </p:cNvSpPr>
          <p:nvPr>
            <p:ph type="body" idx="66"/>
          </p:nvPr>
        </p:nvSpPr>
        <p:spPr/>
        <p:txBody>
          <a:bodyPr/>
          <a:lstStyle/>
          <a:p>
            <a:endParaRPr lang="de-CH"/>
          </a:p>
        </p:txBody>
      </p:sp>
      <p:sp>
        <p:nvSpPr>
          <p:cNvPr id="30" name="Bildplatzhalter 29">
            <a:extLst>
              <a:ext uri="{FF2B5EF4-FFF2-40B4-BE49-F238E27FC236}">
                <a16:creationId xmlns:a16="http://schemas.microsoft.com/office/drawing/2014/main" id="{3FE3527E-D3B9-A30C-4B69-ECA7087B58B7}"/>
              </a:ext>
            </a:extLst>
          </p:cNvPr>
          <p:cNvSpPr>
            <a:spLocks noGrp="1"/>
          </p:cNvSpPr>
          <p:nvPr>
            <p:ph type="pic" sz="quarter" idx="22"/>
          </p:nvPr>
        </p:nvSpPr>
        <p:spPr/>
        <p:txBody>
          <a:bodyPr/>
          <a:lstStyle/>
          <a:p>
            <a:endParaRPr lang="de-CH"/>
          </a:p>
        </p:txBody>
      </p:sp>
      <p:sp>
        <p:nvSpPr>
          <p:cNvPr id="33" name="Textplatzhalter 32">
            <a:extLst>
              <a:ext uri="{FF2B5EF4-FFF2-40B4-BE49-F238E27FC236}">
                <a16:creationId xmlns:a16="http://schemas.microsoft.com/office/drawing/2014/main" id="{790B5241-4AA9-5EC5-5CDB-CCF89DF99826}"/>
              </a:ext>
            </a:extLst>
          </p:cNvPr>
          <p:cNvSpPr>
            <a:spLocks noGrp="1"/>
          </p:cNvSpPr>
          <p:nvPr>
            <p:ph type="body" sz="quarter" idx="50"/>
          </p:nvPr>
        </p:nvSpPr>
        <p:spPr/>
        <p:txBody>
          <a:bodyPr/>
          <a:lstStyle/>
          <a:p>
            <a:endParaRPr lang="de-CH"/>
          </a:p>
        </p:txBody>
      </p:sp>
      <p:sp>
        <p:nvSpPr>
          <p:cNvPr id="35" name="Textplatzhalter 34">
            <a:extLst>
              <a:ext uri="{FF2B5EF4-FFF2-40B4-BE49-F238E27FC236}">
                <a16:creationId xmlns:a16="http://schemas.microsoft.com/office/drawing/2014/main" id="{7E4EE494-C6FA-AD40-8349-85E6520F0121}"/>
              </a:ext>
            </a:extLst>
          </p:cNvPr>
          <p:cNvSpPr>
            <a:spLocks noGrp="1"/>
          </p:cNvSpPr>
          <p:nvPr>
            <p:ph type="body" sz="quarter" idx="52"/>
          </p:nvPr>
        </p:nvSpPr>
        <p:spPr/>
        <p:txBody>
          <a:bodyPr/>
          <a:lstStyle/>
          <a:p>
            <a:endParaRPr lang="de-CH"/>
          </a:p>
        </p:txBody>
      </p:sp>
      <p:sp>
        <p:nvSpPr>
          <p:cNvPr id="37" name="Textplatzhalter 36">
            <a:extLst>
              <a:ext uri="{FF2B5EF4-FFF2-40B4-BE49-F238E27FC236}">
                <a16:creationId xmlns:a16="http://schemas.microsoft.com/office/drawing/2014/main" id="{E3D03D02-8629-1954-32CE-6EBB9F251A2B}"/>
              </a:ext>
            </a:extLst>
          </p:cNvPr>
          <p:cNvSpPr>
            <a:spLocks noGrp="1"/>
          </p:cNvSpPr>
          <p:nvPr>
            <p:ph type="body" sz="quarter" idx="54"/>
          </p:nvPr>
        </p:nvSpPr>
        <p:spPr/>
        <p:txBody>
          <a:bodyPr/>
          <a:lstStyle/>
          <a:p>
            <a:endParaRPr lang="de-CH"/>
          </a:p>
        </p:txBody>
      </p:sp>
      <p:sp>
        <p:nvSpPr>
          <p:cNvPr id="39" name="Textplatzhalter 38">
            <a:extLst>
              <a:ext uri="{FF2B5EF4-FFF2-40B4-BE49-F238E27FC236}">
                <a16:creationId xmlns:a16="http://schemas.microsoft.com/office/drawing/2014/main" id="{817BC710-6296-0E95-D78E-B35D838D541D}"/>
              </a:ext>
            </a:extLst>
          </p:cNvPr>
          <p:cNvSpPr>
            <a:spLocks noGrp="1"/>
          </p:cNvSpPr>
          <p:nvPr>
            <p:ph type="body" sz="quarter" idx="56"/>
          </p:nvPr>
        </p:nvSpPr>
        <p:spPr/>
        <p:txBody>
          <a:bodyPr/>
          <a:lstStyle/>
          <a:p>
            <a:endParaRPr lang="de-CH"/>
          </a:p>
        </p:txBody>
      </p:sp>
      <p:sp>
        <p:nvSpPr>
          <p:cNvPr id="41" name="Textplatzhalter 40">
            <a:extLst>
              <a:ext uri="{FF2B5EF4-FFF2-40B4-BE49-F238E27FC236}">
                <a16:creationId xmlns:a16="http://schemas.microsoft.com/office/drawing/2014/main" id="{79B6A8CE-879E-CC5B-B7A8-3056623CB4C1}"/>
              </a:ext>
            </a:extLst>
          </p:cNvPr>
          <p:cNvSpPr>
            <a:spLocks noGrp="1"/>
          </p:cNvSpPr>
          <p:nvPr>
            <p:ph type="body" sz="quarter" idx="58"/>
          </p:nvPr>
        </p:nvSpPr>
        <p:spPr/>
        <p:txBody>
          <a:bodyPr/>
          <a:lstStyle/>
          <a:p>
            <a:endParaRPr lang="de-CH"/>
          </a:p>
        </p:txBody>
      </p:sp>
      <p:sp>
        <p:nvSpPr>
          <p:cNvPr id="42" name="Textplatzhalter 41">
            <a:extLst>
              <a:ext uri="{FF2B5EF4-FFF2-40B4-BE49-F238E27FC236}">
                <a16:creationId xmlns:a16="http://schemas.microsoft.com/office/drawing/2014/main" id="{B0AB8E70-0A42-450E-9801-BD804955F28E}"/>
              </a:ext>
            </a:extLst>
          </p:cNvPr>
          <p:cNvSpPr>
            <a:spLocks noGrp="1"/>
          </p:cNvSpPr>
          <p:nvPr>
            <p:ph type="body" idx="59"/>
          </p:nvPr>
        </p:nvSpPr>
        <p:spPr/>
        <p:txBody>
          <a:bodyPr/>
          <a:lstStyle/>
          <a:p>
            <a:endParaRPr lang="de-CH"/>
          </a:p>
        </p:txBody>
      </p:sp>
      <p:sp>
        <p:nvSpPr>
          <p:cNvPr id="43" name="Textplatzhalter 42">
            <a:extLst>
              <a:ext uri="{FF2B5EF4-FFF2-40B4-BE49-F238E27FC236}">
                <a16:creationId xmlns:a16="http://schemas.microsoft.com/office/drawing/2014/main" id="{364EE176-DD85-08B7-1F56-91E3CC757E1D}"/>
              </a:ext>
            </a:extLst>
          </p:cNvPr>
          <p:cNvSpPr>
            <a:spLocks noGrp="1"/>
          </p:cNvSpPr>
          <p:nvPr>
            <p:ph type="body" idx="60"/>
          </p:nvPr>
        </p:nvSpPr>
        <p:spPr/>
        <p:txBody>
          <a:bodyPr/>
          <a:lstStyle/>
          <a:p>
            <a:endParaRPr lang="de-CH"/>
          </a:p>
        </p:txBody>
      </p:sp>
      <p:sp>
        <p:nvSpPr>
          <p:cNvPr id="45" name="Textplatzhalter 44">
            <a:extLst>
              <a:ext uri="{FF2B5EF4-FFF2-40B4-BE49-F238E27FC236}">
                <a16:creationId xmlns:a16="http://schemas.microsoft.com/office/drawing/2014/main" id="{41EEA689-0847-FC9D-5E50-6414E365D6F0}"/>
              </a:ext>
            </a:extLst>
          </p:cNvPr>
          <p:cNvSpPr>
            <a:spLocks noGrp="1"/>
          </p:cNvSpPr>
          <p:nvPr>
            <p:ph type="body" idx="62"/>
          </p:nvPr>
        </p:nvSpPr>
        <p:spPr/>
        <p:txBody>
          <a:bodyPr/>
          <a:lstStyle/>
          <a:p>
            <a:endParaRPr lang="de-CH"/>
          </a:p>
        </p:txBody>
      </p:sp>
      <p:sp>
        <p:nvSpPr>
          <p:cNvPr id="44" name="Textplatzhalter 43">
            <a:extLst>
              <a:ext uri="{FF2B5EF4-FFF2-40B4-BE49-F238E27FC236}">
                <a16:creationId xmlns:a16="http://schemas.microsoft.com/office/drawing/2014/main" id="{5F3EF646-EE68-9C53-F7EF-D68EE0C1E379}"/>
              </a:ext>
            </a:extLst>
          </p:cNvPr>
          <p:cNvSpPr>
            <a:spLocks noGrp="1"/>
          </p:cNvSpPr>
          <p:nvPr>
            <p:ph type="body" idx="61"/>
          </p:nvPr>
        </p:nvSpPr>
        <p:spPr/>
        <p:txBody>
          <a:bodyPr/>
          <a:lstStyle/>
          <a:p>
            <a:endParaRPr lang="de-CH"/>
          </a:p>
        </p:txBody>
      </p:sp>
      <p:sp>
        <p:nvSpPr>
          <p:cNvPr id="50" name="Bildplatzhalter 49">
            <a:extLst>
              <a:ext uri="{FF2B5EF4-FFF2-40B4-BE49-F238E27FC236}">
                <a16:creationId xmlns:a16="http://schemas.microsoft.com/office/drawing/2014/main" id="{64CF5B34-98DA-AB9B-629C-11E6D395DC1B}"/>
              </a:ext>
            </a:extLst>
          </p:cNvPr>
          <p:cNvSpPr>
            <a:spLocks noGrp="1"/>
          </p:cNvSpPr>
          <p:nvPr>
            <p:ph type="pic" sz="quarter" idx="67"/>
          </p:nvPr>
        </p:nvSpPr>
        <p:spPr/>
        <p:txBody>
          <a:bodyPr/>
          <a:lstStyle/>
          <a:p>
            <a:endParaRPr lang="de-CH"/>
          </a:p>
        </p:txBody>
      </p:sp>
      <p:sp>
        <p:nvSpPr>
          <p:cNvPr id="51" name="Bildplatzhalter 50">
            <a:extLst>
              <a:ext uri="{FF2B5EF4-FFF2-40B4-BE49-F238E27FC236}">
                <a16:creationId xmlns:a16="http://schemas.microsoft.com/office/drawing/2014/main" id="{185AECDA-2CEB-7BFB-173B-9736B50241E4}"/>
              </a:ext>
            </a:extLst>
          </p:cNvPr>
          <p:cNvSpPr>
            <a:spLocks noGrp="1"/>
          </p:cNvSpPr>
          <p:nvPr>
            <p:ph type="pic" sz="quarter" idx="68"/>
          </p:nvPr>
        </p:nvSpPr>
        <p:spPr/>
        <p:txBody>
          <a:bodyPr/>
          <a:lstStyle/>
          <a:p>
            <a:endParaRPr lang="de-CH"/>
          </a:p>
        </p:txBody>
      </p:sp>
      <p:sp>
        <p:nvSpPr>
          <p:cNvPr id="52" name="Bildplatzhalter 51">
            <a:extLst>
              <a:ext uri="{FF2B5EF4-FFF2-40B4-BE49-F238E27FC236}">
                <a16:creationId xmlns:a16="http://schemas.microsoft.com/office/drawing/2014/main" id="{356E0F4E-48A3-A22A-3BAC-909A2CEAF4E5}"/>
              </a:ext>
            </a:extLst>
          </p:cNvPr>
          <p:cNvSpPr>
            <a:spLocks noGrp="1"/>
          </p:cNvSpPr>
          <p:nvPr>
            <p:ph type="pic" sz="quarter" idx="69"/>
          </p:nvPr>
        </p:nvSpPr>
        <p:spPr/>
        <p:txBody>
          <a:bodyPr/>
          <a:lstStyle/>
          <a:p>
            <a:endParaRPr lang="de-CH"/>
          </a:p>
        </p:txBody>
      </p:sp>
      <p:sp>
        <p:nvSpPr>
          <p:cNvPr id="53" name="Bildplatzhalter 52">
            <a:extLst>
              <a:ext uri="{FF2B5EF4-FFF2-40B4-BE49-F238E27FC236}">
                <a16:creationId xmlns:a16="http://schemas.microsoft.com/office/drawing/2014/main" id="{DE3CAF42-3EED-8DAE-A669-D8A09C45A92D}"/>
              </a:ext>
            </a:extLst>
          </p:cNvPr>
          <p:cNvSpPr>
            <a:spLocks noGrp="1"/>
          </p:cNvSpPr>
          <p:nvPr>
            <p:ph type="pic" sz="quarter" idx="70"/>
          </p:nvPr>
        </p:nvSpPr>
        <p:spPr/>
        <p:txBody>
          <a:bodyPr/>
          <a:lstStyle/>
          <a:p>
            <a:endParaRPr lang="de-CH"/>
          </a:p>
        </p:txBody>
      </p:sp>
      <p:sp>
        <p:nvSpPr>
          <p:cNvPr id="36" name="Textplatzhalter 35">
            <a:extLst>
              <a:ext uri="{FF2B5EF4-FFF2-40B4-BE49-F238E27FC236}">
                <a16:creationId xmlns:a16="http://schemas.microsoft.com/office/drawing/2014/main" id="{B51632C8-EEE4-FB4D-4E97-694AB0FF8C3E}"/>
              </a:ext>
            </a:extLst>
          </p:cNvPr>
          <p:cNvSpPr>
            <a:spLocks noGrp="1"/>
          </p:cNvSpPr>
          <p:nvPr>
            <p:ph type="body" sz="quarter" idx="53"/>
          </p:nvPr>
        </p:nvSpPr>
        <p:spPr/>
        <p:txBody>
          <a:bodyPr/>
          <a:lstStyle/>
          <a:p>
            <a:endParaRPr lang="de-CH"/>
          </a:p>
        </p:txBody>
      </p:sp>
      <p:sp>
        <p:nvSpPr>
          <p:cNvPr id="34" name="Textplatzhalter 33">
            <a:extLst>
              <a:ext uri="{FF2B5EF4-FFF2-40B4-BE49-F238E27FC236}">
                <a16:creationId xmlns:a16="http://schemas.microsoft.com/office/drawing/2014/main" id="{E8390018-69D4-02B8-8F28-B13B54F8D0DA}"/>
              </a:ext>
            </a:extLst>
          </p:cNvPr>
          <p:cNvSpPr>
            <a:spLocks noGrp="1"/>
          </p:cNvSpPr>
          <p:nvPr>
            <p:ph type="body" sz="quarter" idx="51"/>
          </p:nvPr>
        </p:nvSpPr>
        <p:spPr/>
        <p:txBody>
          <a:bodyPr/>
          <a:lstStyle/>
          <a:p>
            <a:endParaRPr lang="de-CH"/>
          </a:p>
        </p:txBody>
      </p:sp>
      <p:sp>
        <p:nvSpPr>
          <p:cNvPr id="32" name="Textplatzhalter 31">
            <a:extLst>
              <a:ext uri="{FF2B5EF4-FFF2-40B4-BE49-F238E27FC236}">
                <a16:creationId xmlns:a16="http://schemas.microsoft.com/office/drawing/2014/main" id="{C4E529AA-D47E-EF8B-CE44-9BD822240BA2}"/>
              </a:ext>
            </a:extLst>
          </p:cNvPr>
          <p:cNvSpPr>
            <a:spLocks noGrp="1"/>
          </p:cNvSpPr>
          <p:nvPr>
            <p:ph type="body" sz="quarter" idx="49"/>
          </p:nvPr>
        </p:nvSpPr>
        <p:spPr/>
        <p:txBody>
          <a:bodyPr/>
          <a:lstStyle/>
          <a:p>
            <a:endParaRPr lang="de-CH"/>
          </a:p>
        </p:txBody>
      </p:sp>
      <p:sp>
        <p:nvSpPr>
          <p:cNvPr id="40" name="Textplatzhalter 39">
            <a:extLst>
              <a:ext uri="{FF2B5EF4-FFF2-40B4-BE49-F238E27FC236}">
                <a16:creationId xmlns:a16="http://schemas.microsoft.com/office/drawing/2014/main" id="{8B7E7BA6-55D6-651A-D866-0C4C28561D4E}"/>
              </a:ext>
            </a:extLst>
          </p:cNvPr>
          <p:cNvSpPr>
            <a:spLocks noGrp="1"/>
          </p:cNvSpPr>
          <p:nvPr>
            <p:ph type="body" sz="quarter" idx="57"/>
          </p:nvPr>
        </p:nvSpPr>
        <p:spPr/>
        <p:txBody>
          <a:bodyPr/>
          <a:lstStyle/>
          <a:p>
            <a:endParaRPr lang="de-CH"/>
          </a:p>
        </p:txBody>
      </p:sp>
      <p:sp>
        <p:nvSpPr>
          <p:cNvPr id="38" name="Textplatzhalter 37">
            <a:extLst>
              <a:ext uri="{FF2B5EF4-FFF2-40B4-BE49-F238E27FC236}">
                <a16:creationId xmlns:a16="http://schemas.microsoft.com/office/drawing/2014/main" id="{EA35D6A3-A4D3-2983-E662-1AAF965B2F69}"/>
              </a:ext>
            </a:extLst>
          </p:cNvPr>
          <p:cNvSpPr>
            <a:spLocks noGrp="1"/>
          </p:cNvSpPr>
          <p:nvPr>
            <p:ph type="body" sz="quarter" idx="55"/>
          </p:nvPr>
        </p:nvSpPr>
        <p:spPr/>
        <p:txBody>
          <a:bodyPr/>
          <a:lstStyle/>
          <a:p>
            <a:endParaRPr lang="de-CH"/>
          </a:p>
        </p:txBody>
      </p:sp>
      <p:sp>
        <p:nvSpPr>
          <p:cNvPr id="26" name="Slide Number Placeholder 25">
            <a:extLst>
              <a:ext uri="{FF2B5EF4-FFF2-40B4-BE49-F238E27FC236}">
                <a16:creationId xmlns:a16="http://schemas.microsoft.com/office/drawing/2014/main" id="{A8F05781-CA01-479B-616C-D78B5263B715}"/>
              </a:ext>
            </a:extLst>
          </p:cNvPr>
          <p:cNvSpPr>
            <a:spLocks noGrp="1"/>
          </p:cNvSpPr>
          <p:nvPr>
            <p:ph type="sldNum" sz="quarter" idx="4"/>
          </p:nvPr>
        </p:nvSpPr>
        <p:spPr/>
        <p:txBody>
          <a:bodyPr/>
          <a:lstStyle/>
          <a:p>
            <a:fld id="{8B4F2566-6049-46AE-8362-19E16D5BA91B}" type="slidenum">
              <a:rPr lang="en-GB" smtClean="0"/>
              <a:pPr/>
              <a:t>11</a:t>
            </a:fld>
            <a:endParaRPr lang="en-GB" dirty="0"/>
          </a:p>
        </p:txBody>
      </p:sp>
      <p:sp>
        <p:nvSpPr>
          <p:cNvPr id="29" name="Footer Placeholder 28">
            <a:extLst>
              <a:ext uri="{FF2B5EF4-FFF2-40B4-BE49-F238E27FC236}">
                <a16:creationId xmlns:a16="http://schemas.microsoft.com/office/drawing/2014/main" id="{F2269886-852D-8F3C-592E-F4E1B038A452}"/>
              </a:ext>
            </a:extLst>
          </p:cNvPr>
          <p:cNvSpPr>
            <a:spLocks noGrp="1"/>
          </p:cNvSpPr>
          <p:nvPr>
            <p:ph type="ftr" sz="quarter" idx="3"/>
          </p:nvPr>
        </p:nvSpPr>
        <p:spPr/>
        <p:txBody>
          <a:bodyPr/>
          <a:lstStyle/>
          <a:p>
            <a:r>
              <a:rPr lang="de-DE"/>
              <a:t>Titel des Dokuments | Version 1.1</a:t>
            </a:r>
            <a:endParaRPr lang="de-CH" dirty="0"/>
          </a:p>
        </p:txBody>
      </p:sp>
      <p:sp>
        <p:nvSpPr>
          <p:cNvPr id="28" name="Text Placeholder 27">
            <a:extLst>
              <a:ext uri="{FF2B5EF4-FFF2-40B4-BE49-F238E27FC236}">
                <a16:creationId xmlns:a16="http://schemas.microsoft.com/office/drawing/2014/main" id="{7471C4A5-D4FC-0E86-9D92-A8D656FC4321}"/>
              </a:ext>
            </a:extLst>
          </p:cNvPr>
          <p:cNvSpPr>
            <a:spLocks noGrp="1"/>
          </p:cNvSpPr>
          <p:nvPr>
            <p:ph type="body" sz="quarter" idx="10"/>
          </p:nvPr>
        </p:nvSpPr>
        <p:spPr/>
        <p:txBody>
          <a:bodyPr/>
          <a:lstStyle/>
          <a:p>
            <a:pPr marL="72000" indent="0">
              <a:buNone/>
            </a:pPr>
            <a:r>
              <a:rPr lang="de-CH" dirty="0"/>
              <a:t>Kapiteltitel</a:t>
            </a:r>
          </a:p>
        </p:txBody>
      </p:sp>
      <p:sp>
        <p:nvSpPr>
          <p:cNvPr id="27" name="Title 26">
            <a:extLst>
              <a:ext uri="{FF2B5EF4-FFF2-40B4-BE49-F238E27FC236}">
                <a16:creationId xmlns:a16="http://schemas.microsoft.com/office/drawing/2014/main" id="{3121CE10-9BEE-43D3-C999-D60BDB39CCA8}"/>
              </a:ext>
            </a:extLst>
          </p:cNvPr>
          <p:cNvSpPr>
            <a:spLocks noGrp="1"/>
          </p:cNvSpPr>
          <p:nvPr>
            <p:ph type="title"/>
          </p:nvPr>
        </p:nvSpPr>
        <p:spPr/>
        <p:txBody>
          <a:bodyPr/>
          <a:lstStyle/>
          <a:p>
            <a:r>
              <a:rPr lang="de-CH" dirty="0"/>
              <a:t>Prozessablauf</a:t>
            </a:r>
          </a:p>
        </p:txBody>
      </p:sp>
    </p:spTree>
    <p:extLst>
      <p:ext uri="{BB962C8B-B14F-4D97-AF65-F5344CB8AC3E}">
        <p14:creationId xmlns:p14="http://schemas.microsoft.com/office/powerpoint/2010/main" val="24507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Inhaltsplatzhalter 8">
            <a:extLst>
              <a:ext uri="{FF2B5EF4-FFF2-40B4-BE49-F238E27FC236}">
                <a16:creationId xmlns:a16="http://schemas.microsoft.com/office/drawing/2014/main" id="{11FE35C4-5B56-4622-930E-7152AE10D61D}"/>
              </a:ext>
            </a:extLst>
          </p:cNvPr>
          <p:cNvGraphicFramePr>
            <a:graphicFrameLocks noGrp="1"/>
          </p:cNvGraphicFramePr>
          <p:nvPr>
            <p:ph idx="1"/>
            <p:extLst>
              <p:ext uri="{D42A27DB-BD31-4B8C-83A1-F6EECF244321}">
                <p14:modId xmlns:p14="http://schemas.microsoft.com/office/powerpoint/2010/main" val="2383681642"/>
              </p:ext>
            </p:extLst>
          </p:nvPr>
        </p:nvGraphicFramePr>
        <p:xfrm>
          <a:off x="8475663" y="4178300"/>
          <a:ext cx="2817812" cy="2087563"/>
        </p:xfrm>
        <a:graphic>
          <a:graphicData uri="http://schemas.openxmlformats.org/drawingml/2006/chart">
            <c:chart xmlns:c="http://schemas.openxmlformats.org/drawingml/2006/chart" xmlns:r="http://schemas.openxmlformats.org/officeDocument/2006/relationships" r:id="rId2"/>
          </a:graphicData>
        </a:graphic>
      </p:graphicFrame>
      <p:sp>
        <p:nvSpPr>
          <p:cNvPr id="4" name="Foliennummernplatzhalter 3">
            <a:extLst>
              <a:ext uri="{FF2B5EF4-FFF2-40B4-BE49-F238E27FC236}">
                <a16:creationId xmlns:a16="http://schemas.microsoft.com/office/drawing/2014/main" id="{11C8DDE9-F4F7-00F0-3DCE-2DFA8C2AE15B}"/>
              </a:ext>
            </a:extLst>
          </p:cNvPr>
          <p:cNvSpPr>
            <a:spLocks noGrp="1"/>
          </p:cNvSpPr>
          <p:nvPr>
            <p:ph type="sldNum" sz="quarter" idx="4"/>
          </p:nvPr>
        </p:nvSpPr>
        <p:spPr/>
        <p:txBody>
          <a:bodyPr/>
          <a:lstStyle/>
          <a:p>
            <a:fld id="{8B4F2566-6049-46AE-8362-19E16D5BA91B}" type="slidenum">
              <a:rPr lang="de-CH" smtClean="0"/>
              <a:pPr/>
              <a:t>12</a:t>
            </a:fld>
            <a:endParaRPr lang="de-CH" dirty="0"/>
          </a:p>
        </p:txBody>
      </p:sp>
      <p:pic>
        <p:nvPicPr>
          <p:cNvPr id="6" name="Bildplatzhalter 5" descr="Ein Bild, das Person, Kleidung, Screenshot, medizinische Ausrüstung enthält.&#10;&#10;Automatisch generierte Beschreibung">
            <a:extLst>
              <a:ext uri="{FF2B5EF4-FFF2-40B4-BE49-F238E27FC236}">
                <a16:creationId xmlns:a16="http://schemas.microsoft.com/office/drawing/2014/main" id="{B2E24100-1AA9-7054-3155-2D53AB6FB8A5}"/>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t="24378" b="24378"/>
          <a:stretch/>
        </p:blipFill>
        <p:spPr/>
      </p:pic>
      <p:sp>
        <p:nvSpPr>
          <p:cNvPr id="12" name="Textplatzhalter 11">
            <a:extLst>
              <a:ext uri="{FF2B5EF4-FFF2-40B4-BE49-F238E27FC236}">
                <a16:creationId xmlns:a16="http://schemas.microsoft.com/office/drawing/2014/main" id="{8AFB68EB-68C8-9B03-579B-1D0187CCF125}"/>
              </a:ext>
            </a:extLst>
          </p:cNvPr>
          <p:cNvSpPr>
            <a:spLocks noGrp="1"/>
          </p:cNvSpPr>
          <p:nvPr>
            <p:ph type="body" sz="quarter" idx="11"/>
          </p:nvPr>
        </p:nvSpPr>
        <p:spPr/>
        <p:txBody>
          <a:bodyPr/>
          <a:lstStyle/>
          <a:p>
            <a:r>
              <a:rPr lang="de-CH" dirty="0" err="1"/>
              <a:t>Officaboris</a:t>
            </a:r>
            <a:r>
              <a:rPr lang="de-CH" dirty="0"/>
              <a:t> </a:t>
            </a:r>
            <a:r>
              <a:rPr lang="de-CH" dirty="0" err="1"/>
              <a:t>maio</a:t>
            </a:r>
            <a:r>
              <a:rPr lang="de-CH" dirty="0"/>
              <a:t> </a:t>
            </a:r>
            <a:r>
              <a:rPr lang="de-CH" dirty="0" err="1"/>
              <a:t>mos</a:t>
            </a:r>
            <a:r>
              <a:rPr lang="de-CH" dirty="0"/>
              <a:t> et </a:t>
            </a:r>
            <a:r>
              <a:rPr lang="de-CH" dirty="0" err="1"/>
              <a:t>peleseque</a:t>
            </a:r>
            <a:r>
              <a:rPr lang="de-CH" dirty="0"/>
              <a:t> </a:t>
            </a:r>
            <a:r>
              <a:rPr lang="de-CH" dirty="0" err="1"/>
              <a:t>qui</a:t>
            </a:r>
            <a:r>
              <a:rPr lang="de-CH" dirty="0"/>
              <a:t> </a:t>
            </a:r>
            <a:r>
              <a:rPr lang="de-CH" dirty="0" err="1"/>
              <a:t>nit</a:t>
            </a:r>
            <a:r>
              <a:rPr lang="de-CH" dirty="0"/>
              <a:t> </a:t>
            </a:r>
            <a:r>
              <a:rPr lang="de-CH" dirty="0" err="1"/>
              <a:t>lam</a:t>
            </a:r>
            <a:r>
              <a:rPr lang="de-CH" dirty="0"/>
              <a:t>, </a:t>
            </a:r>
            <a:r>
              <a:rPr lang="de-CH" dirty="0" err="1"/>
              <a:t>cusam</a:t>
            </a:r>
            <a:r>
              <a:rPr lang="de-CH" dirty="0"/>
              <a:t> am </a:t>
            </a:r>
            <a:r>
              <a:rPr lang="de-CH" dirty="0" err="1"/>
              <a:t>rerferspit</a:t>
            </a:r>
            <a:r>
              <a:rPr lang="de-CH" dirty="0"/>
              <a:t> </a:t>
            </a:r>
            <a:r>
              <a:rPr lang="de-CH" dirty="0" err="1"/>
              <a:t>doluptae</a:t>
            </a:r>
            <a:r>
              <a:rPr lang="de-CH" dirty="0"/>
              <a:t> </a:t>
            </a:r>
            <a:r>
              <a:rPr lang="de-CH" dirty="0" err="1"/>
              <a:t>pe</a:t>
            </a:r>
            <a:r>
              <a:rPr lang="de-CH" dirty="0"/>
              <a:t> </a:t>
            </a:r>
            <a:r>
              <a:rPr lang="de-CH" dirty="0" err="1"/>
              <a:t>voluptatqui</a:t>
            </a:r>
            <a:r>
              <a:rPr lang="de-CH" dirty="0"/>
              <a:t> </a:t>
            </a:r>
            <a:r>
              <a:rPr lang="de-CH" dirty="0" err="1"/>
              <a:t>dis</a:t>
            </a:r>
            <a:r>
              <a:rPr lang="de-CH" dirty="0"/>
              <a:t> </a:t>
            </a:r>
            <a:r>
              <a:rPr lang="de-CH" dirty="0" err="1"/>
              <a:t>preni</a:t>
            </a:r>
            <a:r>
              <a:rPr lang="de-CH" dirty="0"/>
              <a:t> </a:t>
            </a:r>
            <a:r>
              <a:rPr lang="de-CH" dirty="0" err="1"/>
              <a:t>utemporitium</a:t>
            </a:r>
            <a:r>
              <a:rPr lang="de-CH" dirty="0"/>
              <a:t> </a:t>
            </a:r>
            <a:r>
              <a:rPr lang="de-CH" dirty="0" err="1"/>
              <a:t>re</a:t>
            </a:r>
            <a:r>
              <a:rPr lang="de-CH" dirty="0"/>
              <a:t> </a:t>
            </a:r>
            <a:r>
              <a:rPr lang="de-CH" dirty="0" err="1"/>
              <a:t>nusci</a:t>
            </a:r>
            <a:r>
              <a:rPr lang="de-CH" dirty="0"/>
              <a:t> </a:t>
            </a:r>
            <a:r>
              <a:rPr lang="de-CH" dirty="0" err="1"/>
              <a:t>dolorae</a:t>
            </a:r>
            <a:r>
              <a:rPr lang="de-CH" dirty="0"/>
              <a:t> </a:t>
            </a:r>
            <a:r>
              <a:rPr lang="de-CH" dirty="0" err="1"/>
              <a:t>estiaeptat</a:t>
            </a:r>
            <a:r>
              <a:rPr lang="de-CH" dirty="0"/>
              <a:t> </a:t>
            </a:r>
            <a:r>
              <a:rPr lang="de-CH" dirty="0" err="1"/>
              <a:t>ut</a:t>
            </a:r>
            <a:r>
              <a:rPr lang="de-CH" dirty="0"/>
              <a:t> </a:t>
            </a:r>
            <a:r>
              <a:rPr lang="de-CH" dirty="0" err="1"/>
              <a:t>ipienis</a:t>
            </a:r>
            <a:r>
              <a:rPr lang="de-CH" dirty="0"/>
              <a:t> </a:t>
            </a:r>
            <a:r>
              <a:rPr lang="de-CH" dirty="0" err="1"/>
              <a:t>erferem</a:t>
            </a:r>
            <a:r>
              <a:rPr lang="de-CH" dirty="0"/>
              <a:t> </a:t>
            </a:r>
            <a:r>
              <a:rPr lang="de-CH" dirty="0" err="1"/>
              <a:t>fugiatis</a:t>
            </a:r>
            <a:r>
              <a:rPr lang="de-CH" dirty="0"/>
              <a:t> </a:t>
            </a:r>
            <a:r>
              <a:rPr lang="de-CH" dirty="0" err="1"/>
              <a:t>con</a:t>
            </a:r>
            <a:r>
              <a:rPr lang="de-CH" dirty="0"/>
              <a:t> </a:t>
            </a:r>
            <a:r>
              <a:rPr lang="de-CH" dirty="0" err="1"/>
              <a:t>re</a:t>
            </a:r>
            <a:r>
              <a:rPr lang="de-CH" dirty="0"/>
              <a:t> </a:t>
            </a:r>
            <a:r>
              <a:rPr lang="de-CH" dirty="0" err="1"/>
              <a:t>voloriant</a:t>
            </a:r>
            <a:r>
              <a:rPr lang="de-CH" dirty="0"/>
              <a:t> </a:t>
            </a:r>
            <a:r>
              <a:rPr lang="de-CH" dirty="0" err="1"/>
              <a:t>hicid</a:t>
            </a:r>
            <a:r>
              <a:rPr lang="de-CH" dirty="0"/>
              <a:t> </a:t>
            </a:r>
            <a:r>
              <a:rPr lang="de-CH" dirty="0" err="1"/>
              <a:t>quati</a:t>
            </a:r>
            <a:r>
              <a:rPr lang="de-CH" dirty="0"/>
              <a:t> </a:t>
            </a:r>
            <a:r>
              <a:rPr lang="de-CH" dirty="0" err="1"/>
              <a:t>alibereicid</a:t>
            </a:r>
            <a:r>
              <a:rPr lang="de-CH" dirty="0"/>
              <a:t> </a:t>
            </a:r>
            <a:r>
              <a:rPr lang="de-CH" dirty="0" err="1"/>
              <a:t>moluptatem</a:t>
            </a:r>
            <a:r>
              <a:rPr lang="de-CH" dirty="0"/>
              <a:t> </a:t>
            </a:r>
            <a:r>
              <a:rPr lang="de-CH" dirty="0" err="1"/>
              <a:t>eos</a:t>
            </a:r>
            <a:r>
              <a:rPr lang="de-CH" dirty="0"/>
              <a:t> </a:t>
            </a:r>
            <a:r>
              <a:rPr lang="de-CH" dirty="0" err="1"/>
              <a:t>sit</a:t>
            </a:r>
            <a:r>
              <a:rPr lang="de-CH" dirty="0"/>
              <a:t> es </a:t>
            </a:r>
            <a:r>
              <a:rPr lang="de-CH" dirty="0" err="1"/>
              <a:t>restiscia</a:t>
            </a:r>
            <a:r>
              <a:rPr lang="de-CH" dirty="0"/>
              <a:t> </a:t>
            </a:r>
            <a:r>
              <a:rPr lang="de-CH" dirty="0" err="1"/>
              <a:t>exero</a:t>
            </a:r>
            <a:r>
              <a:rPr lang="de-CH" dirty="0"/>
              <a:t> </a:t>
            </a:r>
            <a:r>
              <a:rPr lang="de-CH" dirty="0" err="1"/>
              <a:t>blam</a:t>
            </a:r>
            <a:r>
              <a:rPr lang="de-CH" dirty="0"/>
              <a:t> </a:t>
            </a:r>
            <a:r>
              <a:rPr lang="de-CH" dirty="0" err="1"/>
              <a:t>verit</a:t>
            </a:r>
            <a:r>
              <a:rPr lang="de-CH" dirty="0"/>
              <a:t> </a:t>
            </a:r>
            <a:r>
              <a:rPr lang="de-CH" dirty="0" err="1"/>
              <a:t>aut</a:t>
            </a:r>
            <a:r>
              <a:rPr lang="de-CH" dirty="0"/>
              <a:t> </a:t>
            </a:r>
            <a:r>
              <a:rPr lang="de-CH" dirty="0" err="1"/>
              <a:t>demporporem</a:t>
            </a:r>
            <a:r>
              <a:rPr lang="de-CH" dirty="0"/>
              <a:t> quam </a:t>
            </a:r>
            <a:r>
              <a:rPr lang="de-CH" dirty="0" err="1"/>
              <a:t>dita</a:t>
            </a:r>
            <a:r>
              <a:rPr lang="de-CH" dirty="0"/>
              <a:t> </a:t>
            </a:r>
            <a:r>
              <a:rPr lang="de-CH" dirty="0" err="1"/>
              <a:t>eicatis</a:t>
            </a:r>
            <a:r>
              <a:rPr lang="de-CH" dirty="0"/>
              <a:t> </a:t>
            </a:r>
            <a:r>
              <a:rPr lang="de-CH" dirty="0" err="1"/>
              <a:t>molecab</a:t>
            </a:r>
            <a:r>
              <a:rPr lang="de-CH" dirty="0"/>
              <a:t> </a:t>
            </a:r>
            <a:r>
              <a:rPr lang="de-CH" dirty="0" err="1"/>
              <a:t>oreicit</a:t>
            </a:r>
            <a:r>
              <a:rPr lang="de-CH" dirty="0"/>
              <a:t> </a:t>
            </a:r>
            <a:r>
              <a:rPr lang="de-CH" dirty="0" err="1"/>
              <a:t>doluptis</a:t>
            </a:r>
            <a:r>
              <a:rPr lang="de-CH" dirty="0"/>
              <a:t> </a:t>
            </a:r>
            <a:r>
              <a:rPr lang="de-CH" dirty="0" err="1"/>
              <a:t>sum</a:t>
            </a:r>
            <a:r>
              <a:rPr lang="de-CH" dirty="0"/>
              <a:t>, </a:t>
            </a:r>
            <a:r>
              <a:rPr lang="de-CH" dirty="0" err="1"/>
              <a:t>que</a:t>
            </a:r>
            <a:r>
              <a:rPr lang="de-CH" dirty="0"/>
              <a:t> </a:t>
            </a:r>
            <a:r>
              <a:rPr lang="de-CH" dirty="0" err="1"/>
              <a:t>quatque</a:t>
            </a:r>
            <a:r>
              <a:rPr lang="de-CH" dirty="0"/>
              <a:t> non </a:t>
            </a:r>
            <a:r>
              <a:rPr lang="de-CH" dirty="0" err="1"/>
              <a:t>core</a:t>
            </a:r>
            <a:r>
              <a:rPr lang="de-CH" dirty="0"/>
              <a:t> </a:t>
            </a:r>
            <a:r>
              <a:rPr lang="de-CH" dirty="0" err="1"/>
              <a:t>nest</a:t>
            </a:r>
            <a:r>
              <a:rPr lang="de-CH" dirty="0"/>
              <a:t> quos </a:t>
            </a:r>
            <a:r>
              <a:rPr lang="de-CH" dirty="0" err="1"/>
              <a:t>eserehent</a:t>
            </a:r>
            <a:r>
              <a:rPr lang="de-CH" dirty="0"/>
              <a:t>. </a:t>
            </a:r>
            <a:r>
              <a:rPr lang="de-CH" dirty="0" err="1"/>
              <a:t>Agnis</a:t>
            </a:r>
            <a:r>
              <a:rPr lang="de-CH" dirty="0"/>
              <a:t> et </a:t>
            </a:r>
            <a:r>
              <a:rPr lang="de-CH" dirty="0" err="1"/>
              <a:t>quis</a:t>
            </a:r>
            <a:r>
              <a:rPr lang="de-CH" dirty="0"/>
              <a:t> quo </a:t>
            </a:r>
            <a:r>
              <a:rPr lang="de-CH" dirty="0" err="1"/>
              <a:t>ma</a:t>
            </a:r>
            <a:r>
              <a:rPr lang="de-CH" dirty="0"/>
              <a:t> non et </a:t>
            </a:r>
            <a:r>
              <a:rPr lang="de-CH" dirty="0" err="1"/>
              <a:t>harum</a:t>
            </a:r>
            <a:r>
              <a:rPr lang="de-CH" dirty="0"/>
              <a:t> laut lab </a:t>
            </a:r>
            <a:r>
              <a:rPr lang="de-CH" dirty="0" err="1"/>
              <a:t>iducit</a:t>
            </a:r>
            <a:r>
              <a:rPr lang="de-CH" dirty="0"/>
              <a:t> </a:t>
            </a:r>
            <a:r>
              <a:rPr lang="de-CH" dirty="0" err="1"/>
              <a:t>volupti</a:t>
            </a:r>
            <a:r>
              <a:rPr lang="de-CH" dirty="0"/>
              <a:t> </a:t>
            </a:r>
            <a:r>
              <a:rPr lang="de-CH" dirty="0" err="1"/>
              <a:t>atestius</a:t>
            </a:r>
            <a:r>
              <a:rPr lang="de-CH" dirty="0"/>
              <a:t> </a:t>
            </a:r>
            <a:r>
              <a:rPr lang="de-CH" dirty="0" err="1"/>
              <a:t>sequi</a:t>
            </a:r>
            <a:r>
              <a:rPr lang="de-CH" dirty="0"/>
              <a:t> </a:t>
            </a:r>
            <a:r>
              <a:rPr lang="de-CH" dirty="0" err="1"/>
              <a:t>cor</a:t>
            </a:r>
            <a:r>
              <a:rPr lang="de-CH" dirty="0"/>
              <a:t> </a:t>
            </a:r>
            <a:r>
              <a:rPr lang="de-CH" dirty="0" err="1"/>
              <a:t>adit</a:t>
            </a:r>
            <a:r>
              <a:rPr lang="de-CH" dirty="0"/>
              <a:t> </a:t>
            </a:r>
            <a:r>
              <a:rPr lang="de-CH" dirty="0" err="1"/>
              <a:t>eos</a:t>
            </a:r>
            <a:r>
              <a:rPr lang="de-CH" dirty="0"/>
              <a:t> </a:t>
            </a:r>
            <a:r>
              <a:rPr lang="de-CH" dirty="0" err="1"/>
              <a:t>rendes</a:t>
            </a:r>
            <a:r>
              <a:rPr lang="de-CH" dirty="0"/>
              <a:t> a </a:t>
            </a:r>
            <a:r>
              <a:rPr lang="de-CH" dirty="0" err="1"/>
              <a:t>nonsed</a:t>
            </a:r>
            <a:r>
              <a:rPr lang="de-CH" dirty="0"/>
              <a:t> </a:t>
            </a:r>
            <a:r>
              <a:rPr lang="de-CH" dirty="0" err="1"/>
              <a:t>maximusda</a:t>
            </a:r>
            <a:r>
              <a:rPr lang="de-CH" dirty="0"/>
              <a:t> </a:t>
            </a:r>
            <a:r>
              <a:rPr lang="de-CH" dirty="0" err="1"/>
              <a:t>dolendae</a:t>
            </a:r>
            <a:r>
              <a:rPr lang="de-CH" dirty="0"/>
              <a:t> nos am, </a:t>
            </a:r>
            <a:r>
              <a:rPr lang="de-CH" dirty="0" err="1"/>
              <a:t>que</a:t>
            </a:r>
            <a:r>
              <a:rPr lang="de-CH" dirty="0"/>
              <a:t> </a:t>
            </a:r>
            <a:r>
              <a:rPr lang="de-CH" dirty="0" err="1"/>
              <a:t>simolore</a:t>
            </a:r>
            <a:r>
              <a:rPr lang="de-CH" dirty="0"/>
              <a:t> </a:t>
            </a:r>
            <a:r>
              <a:rPr lang="de-CH" dirty="0" err="1"/>
              <a:t>ipis</a:t>
            </a:r>
            <a:r>
              <a:rPr lang="de-CH" dirty="0"/>
              <a:t> </a:t>
            </a:r>
            <a:r>
              <a:rPr lang="de-CH" dirty="0" err="1"/>
              <a:t>sa</a:t>
            </a:r>
            <a:r>
              <a:rPr lang="de-CH" dirty="0"/>
              <a:t> </a:t>
            </a:r>
            <a:r>
              <a:rPr lang="de-CH" dirty="0" err="1"/>
              <a:t>dolore</a:t>
            </a:r>
            <a:r>
              <a:rPr lang="de-CH" dirty="0"/>
              <a:t> </a:t>
            </a:r>
            <a:r>
              <a:rPr lang="de-CH" dirty="0" err="1"/>
              <a:t>repuditatur</a:t>
            </a:r>
            <a:r>
              <a:rPr lang="de-CH" dirty="0"/>
              <a:t> ad </a:t>
            </a:r>
            <a:r>
              <a:rPr lang="de-CH" dirty="0" err="1"/>
              <a:t>esto</a:t>
            </a:r>
            <a:r>
              <a:rPr lang="de-CH" dirty="0"/>
              <a:t> et </a:t>
            </a:r>
            <a:r>
              <a:rPr lang="de-CH" dirty="0" err="1"/>
              <a:t>inverit</a:t>
            </a:r>
            <a:r>
              <a:rPr lang="de-CH" dirty="0"/>
              <a:t> </a:t>
            </a:r>
            <a:r>
              <a:rPr lang="de-CH" dirty="0" err="1"/>
              <a:t>atectibusa</a:t>
            </a:r>
            <a:r>
              <a:rPr lang="de-CH" dirty="0"/>
              <a:t> </a:t>
            </a:r>
            <a:r>
              <a:rPr lang="de-CH" dirty="0" err="1"/>
              <a:t>cusdant</a:t>
            </a:r>
            <a:r>
              <a:rPr lang="de-CH" dirty="0"/>
              <a:t> </a:t>
            </a:r>
            <a:r>
              <a:rPr lang="de-CH" dirty="0" err="1"/>
              <a:t>utatem</a:t>
            </a:r>
            <a:r>
              <a:rPr lang="de-CH" dirty="0"/>
              <a:t> </a:t>
            </a:r>
            <a:r>
              <a:rPr lang="de-CH" dirty="0" err="1"/>
              <a:t>as</a:t>
            </a:r>
            <a:r>
              <a:rPr lang="de-CH" dirty="0"/>
              <a:t> </a:t>
            </a:r>
            <a:r>
              <a:rPr lang="de-CH" dirty="0" err="1"/>
              <a:t>cullorrovit</a:t>
            </a:r>
            <a:r>
              <a:rPr lang="de-CH" dirty="0"/>
              <a:t> </a:t>
            </a:r>
            <a:r>
              <a:rPr lang="de-CH" dirty="0" err="1"/>
              <a:t>aliciun</a:t>
            </a:r>
            <a:r>
              <a:rPr lang="de-CH" dirty="0"/>
              <a:t> </a:t>
            </a:r>
            <a:r>
              <a:rPr lang="de-CH" dirty="0" err="1"/>
              <a:t>tibusdae</a:t>
            </a:r>
            <a:r>
              <a:rPr lang="de-CH" dirty="0"/>
              <a:t>.</a:t>
            </a:r>
          </a:p>
          <a:p>
            <a:endParaRPr lang="de-CH" dirty="0"/>
          </a:p>
          <a:p>
            <a:r>
              <a:rPr lang="de-CH" dirty="0" err="1"/>
              <a:t>Officaboris</a:t>
            </a:r>
            <a:r>
              <a:rPr lang="de-CH" dirty="0"/>
              <a:t> </a:t>
            </a:r>
            <a:r>
              <a:rPr lang="de-CH" dirty="0" err="1"/>
              <a:t>maio</a:t>
            </a:r>
            <a:r>
              <a:rPr lang="de-CH" dirty="0"/>
              <a:t> </a:t>
            </a:r>
            <a:r>
              <a:rPr lang="de-CH" dirty="0" err="1"/>
              <a:t>mos</a:t>
            </a:r>
            <a:r>
              <a:rPr lang="de-CH" dirty="0"/>
              <a:t> et </a:t>
            </a:r>
            <a:r>
              <a:rPr lang="de-CH" dirty="0" err="1"/>
              <a:t>peleseque</a:t>
            </a:r>
            <a:r>
              <a:rPr lang="de-CH" dirty="0"/>
              <a:t> </a:t>
            </a:r>
            <a:r>
              <a:rPr lang="de-CH" dirty="0" err="1"/>
              <a:t>qui</a:t>
            </a:r>
            <a:r>
              <a:rPr lang="de-CH" dirty="0"/>
              <a:t> </a:t>
            </a:r>
            <a:r>
              <a:rPr lang="de-CH" dirty="0" err="1"/>
              <a:t>nit</a:t>
            </a:r>
            <a:r>
              <a:rPr lang="de-CH" dirty="0"/>
              <a:t> </a:t>
            </a:r>
            <a:r>
              <a:rPr lang="de-CH" dirty="0" err="1"/>
              <a:t>lam</a:t>
            </a:r>
            <a:r>
              <a:rPr lang="de-CH" dirty="0"/>
              <a:t>, </a:t>
            </a:r>
            <a:r>
              <a:rPr lang="de-CH" dirty="0" err="1"/>
              <a:t>cusam</a:t>
            </a:r>
            <a:r>
              <a:rPr lang="de-CH" dirty="0"/>
              <a:t> am </a:t>
            </a:r>
            <a:r>
              <a:rPr lang="de-CH" dirty="0" err="1"/>
              <a:t>rerferspit</a:t>
            </a:r>
            <a:r>
              <a:rPr lang="de-CH" dirty="0"/>
              <a:t> </a:t>
            </a:r>
            <a:r>
              <a:rPr lang="de-CH" dirty="0" err="1"/>
              <a:t>doluptae</a:t>
            </a:r>
            <a:r>
              <a:rPr lang="de-CH" dirty="0"/>
              <a:t> </a:t>
            </a:r>
            <a:r>
              <a:rPr lang="de-CH" dirty="0" err="1"/>
              <a:t>pe</a:t>
            </a:r>
            <a:r>
              <a:rPr lang="de-CH" dirty="0"/>
              <a:t> </a:t>
            </a:r>
            <a:r>
              <a:rPr lang="de-CH" dirty="0" err="1"/>
              <a:t>voluptatqui</a:t>
            </a:r>
            <a:r>
              <a:rPr lang="de-CH" dirty="0"/>
              <a:t> </a:t>
            </a:r>
            <a:r>
              <a:rPr lang="de-CH" dirty="0" err="1"/>
              <a:t>dis</a:t>
            </a:r>
            <a:r>
              <a:rPr lang="de-CH" dirty="0"/>
              <a:t> </a:t>
            </a:r>
            <a:r>
              <a:rPr lang="de-CH" dirty="0" err="1"/>
              <a:t>preni</a:t>
            </a:r>
            <a:r>
              <a:rPr lang="de-CH" dirty="0"/>
              <a:t> </a:t>
            </a:r>
            <a:r>
              <a:rPr lang="de-CH" dirty="0" err="1"/>
              <a:t>utemporitium</a:t>
            </a:r>
            <a:r>
              <a:rPr lang="de-CH" dirty="0"/>
              <a:t> </a:t>
            </a:r>
            <a:r>
              <a:rPr lang="de-CH" dirty="0" err="1"/>
              <a:t>re</a:t>
            </a:r>
            <a:r>
              <a:rPr lang="de-CH" dirty="0"/>
              <a:t> </a:t>
            </a:r>
            <a:r>
              <a:rPr lang="de-CH" dirty="0" err="1"/>
              <a:t>nusci</a:t>
            </a:r>
            <a:r>
              <a:rPr lang="de-CH" dirty="0"/>
              <a:t> </a:t>
            </a:r>
            <a:r>
              <a:rPr lang="de-CH" dirty="0" err="1"/>
              <a:t>dolorae</a:t>
            </a:r>
            <a:r>
              <a:rPr lang="de-CH" dirty="0"/>
              <a:t> </a:t>
            </a:r>
            <a:r>
              <a:rPr lang="de-CH" dirty="0" err="1"/>
              <a:t>estiaeptat</a:t>
            </a:r>
            <a:r>
              <a:rPr lang="de-CH" dirty="0"/>
              <a:t> </a:t>
            </a:r>
            <a:r>
              <a:rPr lang="de-CH" dirty="0" err="1"/>
              <a:t>ut</a:t>
            </a:r>
            <a:r>
              <a:rPr lang="de-CH" dirty="0"/>
              <a:t> </a:t>
            </a:r>
            <a:r>
              <a:rPr lang="de-CH" dirty="0" err="1"/>
              <a:t>ipienis</a:t>
            </a:r>
            <a:r>
              <a:rPr lang="de-CH" dirty="0"/>
              <a:t> </a:t>
            </a:r>
            <a:r>
              <a:rPr lang="de-CH" dirty="0" err="1"/>
              <a:t>erferem</a:t>
            </a:r>
            <a:r>
              <a:rPr lang="de-CH" dirty="0"/>
              <a:t> </a:t>
            </a:r>
            <a:r>
              <a:rPr lang="de-CH" dirty="0" err="1"/>
              <a:t>fugiatis</a:t>
            </a:r>
            <a:r>
              <a:rPr lang="de-CH" dirty="0"/>
              <a:t> </a:t>
            </a:r>
            <a:r>
              <a:rPr lang="de-CH" dirty="0" err="1"/>
              <a:t>con</a:t>
            </a:r>
            <a:r>
              <a:rPr lang="de-CH" dirty="0"/>
              <a:t> </a:t>
            </a:r>
            <a:r>
              <a:rPr lang="de-CH" dirty="0" err="1"/>
              <a:t>re</a:t>
            </a:r>
            <a:r>
              <a:rPr lang="de-CH" dirty="0"/>
              <a:t> </a:t>
            </a:r>
            <a:r>
              <a:rPr lang="de-CH" dirty="0" err="1"/>
              <a:t>voloriant</a:t>
            </a:r>
            <a:r>
              <a:rPr lang="de-CH" dirty="0"/>
              <a:t> </a:t>
            </a:r>
            <a:r>
              <a:rPr lang="de-CH" dirty="0" err="1"/>
              <a:t>hicid</a:t>
            </a:r>
            <a:r>
              <a:rPr lang="de-CH" dirty="0"/>
              <a:t> </a:t>
            </a:r>
            <a:r>
              <a:rPr lang="de-CH" dirty="0" err="1"/>
              <a:t>quati</a:t>
            </a:r>
            <a:r>
              <a:rPr lang="de-CH" dirty="0"/>
              <a:t> </a:t>
            </a:r>
            <a:r>
              <a:rPr lang="de-CH" dirty="0" err="1"/>
              <a:t>alibereicid</a:t>
            </a:r>
            <a:r>
              <a:rPr lang="de-CH" dirty="0"/>
              <a:t> </a:t>
            </a:r>
            <a:r>
              <a:rPr lang="de-CH" dirty="0" err="1"/>
              <a:t>moluptatem</a:t>
            </a:r>
            <a:r>
              <a:rPr lang="de-CH" dirty="0"/>
              <a:t> </a:t>
            </a:r>
            <a:r>
              <a:rPr lang="de-CH" dirty="0" err="1"/>
              <a:t>eos</a:t>
            </a:r>
            <a:r>
              <a:rPr lang="de-CH" dirty="0"/>
              <a:t> </a:t>
            </a:r>
            <a:r>
              <a:rPr lang="de-CH" dirty="0" err="1"/>
              <a:t>sit</a:t>
            </a:r>
            <a:r>
              <a:rPr lang="de-CH" dirty="0"/>
              <a:t> es </a:t>
            </a:r>
            <a:r>
              <a:rPr lang="de-CH" dirty="0" err="1"/>
              <a:t>restiscia</a:t>
            </a:r>
            <a:r>
              <a:rPr lang="de-CH" dirty="0"/>
              <a:t> </a:t>
            </a:r>
            <a:r>
              <a:rPr lang="de-CH" dirty="0" err="1"/>
              <a:t>exero</a:t>
            </a:r>
            <a:r>
              <a:rPr lang="de-CH" dirty="0"/>
              <a:t> </a:t>
            </a:r>
            <a:r>
              <a:rPr lang="de-CH" dirty="0" err="1"/>
              <a:t>blam</a:t>
            </a:r>
            <a:r>
              <a:rPr lang="de-CH" dirty="0"/>
              <a:t> </a:t>
            </a:r>
            <a:r>
              <a:rPr lang="de-CH" dirty="0" err="1"/>
              <a:t>verit</a:t>
            </a:r>
            <a:r>
              <a:rPr lang="de-CH" dirty="0"/>
              <a:t> </a:t>
            </a:r>
            <a:r>
              <a:rPr lang="de-CH" dirty="0" err="1"/>
              <a:t>aut</a:t>
            </a:r>
            <a:endParaRPr lang="de-CH" dirty="0"/>
          </a:p>
          <a:p>
            <a:endParaRPr lang="de-CH" dirty="0"/>
          </a:p>
        </p:txBody>
      </p:sp>
      <p:sp>
        <p:nvSpPr>
          <p:cNvPr id="13" name="Text Placeholder 12">
            <a:extLst>
              <a:ext uri="{FF2B5EF4-FFF2-40B4-BE49-F238E27FC236}">
                <a16:creationId xmlns:a16="http://schemas.microsoft.com/office/drawing/2014/main" id="{F065A3FD-8423-84B1-3CA4-DAF58D40BAD9}"/>
              </a:ext>
            </a:extLst>
          </p:cNvPr>
          <p:cNvSpPr>
            <a:spLocks noGrp="1"/>
          </p:cNvSpPr>
          <p:nvPr>
            <p:ph type="body" sz="quarter" idx="53"/>
          </p:nvPr>
        </p:nvSpPr>
        <p:spPr/>
        <p:txBody>
          <a:bodyPr/>
          <a:lstStyle/>
          <a:p>
            <a:r>
              <a:rPr lang="de-CH" dirty="0"/>
              <a:t>Bewertung</a:t>
            </a:r>
          </a:p>
        </p:txBody>
      </p:sp>
      <p:sp>
        <p:nvSpPr>
          <p:cNvPr id="11" name="Text Placeholder 10">
            <a:extLst>
              <a:ext uri="{FF2B5EF4-FFF2-40B4-BE49-F238E27FC236}">
                <a16:creationId xmlns:a16="http://schemas.microsoft.com/office/drawing/2014/main" id="{5A156E1F-DB2F-9513-A984-70FF56EC0AD8}"/>
              </a:ext>
            </a:extLst>
          </p:cNvPr>
          <p:cNvSpPr>
            <a:spLocks noGrp="1"/>
          </p:cNvSpPr>
          <p:nvPr>
            <p:ph type="body" sz="quarter" idx="54"/>
          </p:nvPr>
        </p:nvSpPr>
        <p:spPr/>
        <p:txBody>
          <a:bodyPr/>
          <a:lstStyle/>
          <a:p>
            <a:r>
              <a:rPr lang="de-CH" dirty="0"/>
              <a:t>Titel / Projektsteckbrief</a:t>
            </a:r>
          </a:p>
        </p:txBody>
      </p:sp>
      <p:sp>
        <p:nvSpPr>
          <p:cNvPr id="3" name="Footer Placeholder 2">
            <a:extLst>
              <a:ext uri="{FF2B5EF4-FFF2-40B4-BE49-F238E27FC236}">
                <a16:creationId xmlns:a16="http://schemas.microsoft.com/office/drawing/2014/main" id="{3AC3476B-5CBC-B8F9-3501-D0B3E7D8DAC5}"/>
              </a:ext>
            </a:extLst>
          </p:cNvPr>
          <p:cNvSpPr>
            <a:spLocks noGrp="1"/>
          </p:cNvSpPr>
          <p:nvPr>
            <p:ph type="ftr" sz="quarter" idx="3"/>
          </p:nvPr>
        </p:nvSpPr>
        <p:spPr/>
        <p:txBody>
          <a:bodyPr/>
          <a:lstStyle/>
          <a:p>
            <a:r>
              <a:rPr lang="de-DE"/>
              <a:t>Titel des Dokuments | Version 1.1</a:t>
            </a:r>
            <a:endParaRPr lang="de-CH" dirty="0"/>
          </a:p>
        </p:txBody>
      </p:sp>
      <p:sp>
        <p:nvSpPr>
          <p:cNvPr id="14" name="Textplatzhalter 13">
            <a:extLst>
              <a:ext uri="{FF2B5EF4-FFF2-40B4-BE49-F238E27FC236}">
                <a16:creationId xmlns:a16="http://schemas.microsoft.com/office/drawing/2014/main" id="{597ADDC9-A4E0-4690-1C33-5ABA62EA8527}"/>
              </a:ext>
            </a:extLst>
          </p:cNvPr>
          <p:cNvSpPr>
            <a:spLocks noGrp="1"/>
          </p:cNvSpPr>
          <p:nvPr>
            <p:ph type="body" sz="quarter" idx="55"/>
          </p:nvPr>
        </p:nvSpPr>
        <p:spPr/>
        <p:txBody>
          <a:bodyPr/>
          <a:lstStyle/>
          <a:p>
            <a:r>
              <a:rPr lang="de-CH" dirty="0"/>
              <a:t>Kapiteltitel</a:t>
            </a:r>
          </a:p>
        </p:txBody>
      </p:sp>
      <p:sp>
        <p:nvSpPr>
          <p:cNvPr id="10" name="Titel 9">
            <a:extLst>
              <a:ext uri="{FF2B5EF4-FFF2-40B4-BE49-F238E27FC236}">
                <a16:creationId xmlns:a16="http://schemas.microsoft.com/office/drawing/2014/main" id="{D2EE124A-ACCD-C4B9-653B-F4120CD792DF}"/>
              </a:ext>
            </a:extLst>
          </p:cNvPr>
          <p:cNvSpPr>
            <a:spLocks noGrp="1"/>
          </p:cNvSpPr>
          <p:nvPr>
            <p:ph type="title"/>
          </p:nvPr>
        </p:nvSpPr>
        <p:spPr/>
        <p:txBody>
          <a:bodyPr/>
          <a:lstStyle/>
          <a:p>
            <a:r>
              <a:rPr lang="de-CH" dirty="0"/>
              <a:t>Grobkonzept: Projekt XY</a:t>
            </a:r>
          </a:p>
        </p:txBody>
      </p:sp>
    </p:spTree>
    <p:extLst>
      <p:ext uri="{BB962C8B-B14F-4D97-AF65-F5344CB8AC3E}">
        <p14:creationId xmlns:p14="http://schemas.microsoft.com/office/powerpoint/2010/main" val="3550118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7A242EB8-FB12-276B-7D61-2F711BF5E1F8}"/>
              </a:ext>
            </a:extLst>
          </p:cNvPr>
          <p:cNvSpPr>
            <a:spLocks noGrp="1"/>
          </p:cNvSpPr>
          <p:nvPr>
            <p:ph type="sldNum" sz="quarter" idx="4"/>
          </p:nvPr>
        </p:nvSpPr>
        <p:spPr/>
        <p:txBody>
          <a:bodyPr/>
          <a:lstStyle/>
          <a:p>
            <a:fld id="{8B4F2566-6049-46AE-8362-19E16D5BA91B}" type="slidenum">
              <a:rPr lang="de-CH" smtClean="0"/>
              <a:pPr/>
              <a:t>13</a:t>
            </a:fld>
            <a:endParaRPr lang="de-CH" dirty="0"/>
          </a:p>
        </p:txBody>
      </p:sp>
      <p:sp>
        <p:nvSpPr>
          <p:cNvPr id="5" name="Fußzeilenplatzhalter 4">
            <a:extLst>
              <a:ext uri="{FF2B5EF4-FFF2-40B4-BE49-F238E27FC236}">
                <a16:creationId xmlns:a16="http://schemas.microsoft.com/office/drawing/2014/main" id="{293D0854-127A-E02E-D733-533BE1E87C12}"/>
              </a:ext>
            </a:extLst>
          </p:cNvPr>
          <p:cNvSpPr>
            <a:spLocks noGrp="1"/>
          </p:cNvSpPr>
          <p:nvPr>
            <p:ph type="ftr" sz="quarter" idx="3"/>
          </p:nvPr>
        </p:nvSpPr>
        <p:spPr/>
        <p:txBody>
          <a:bodyPr/>
          <a:lstStyle/>
          <a:p>
            <a:r>
              <a:rPr lang="de-DE" dirty="0"/>
              <a:t>Titel des Dokuments | Version 1.1</a:t>
            </a:r>
            <a:endParaRPr lang="de-CH" dirty="0"/>
          </a:p>
        </p:txBody>
      </p:sp>
      <p:sp>
        <p:nvSpPr>
          <p:cNvPr id="12" name="Text Placeholder 24">
            <a:extLst>
              <a:ext uri="{FF2B5EF4-FFF2-40B4-BE49-F238E27FC236}">
                <a16:creationId xmlns:a16="http://schemas.microsoft.com/office/drawing/2014/main" id="{D41E71A0-ADDF-1F97-9F9D-754417CFA72C}"/>
              </a:ext>
            </a:extLst>
          </p:cNvPr>
          <p:cNvSpPr>
            <a:spLocks noGrp="1"/>
          </p:cNvSpPr>
          <p:nvPr>
            <p:ph type="body" sz="quarter" idx="10"/>
          </p:nvPr>
        </p:nvSpPr>
        <p:spPr/>
        <p:txBody>
          <a:bodyPr/>
          <a:lstStyle/>
          <a:p>
            <a:r>
              <a:rPr lang="de-CH" dirty="0"/>
              <a:t>Kapiteltitel</a:t>
            </a:r>
          </a:p>
          <a:p>
            <a:endParaRPr lang="de-CH" dirty="0"/>
          </a:p>
        </p:txBody>
      </p:sp>
      <p:sp>
        <p:nvSpPr>
          <p:cNvPr id="3" name="Titel 2">
            <a:extLst>
              <a:ext uri="{FF2B5EF4-FFF2-40B4-BE49-F238E27FC236}">
                <a16:creationId xmlns:a16="http://schemas.microsoft.com/office/drawing/2014/main" id="{D9CBD73A-7A11-BD51-13B0-BC63B8F2C3BA}"/>
              </a:ext>
            </a:extLst>
          </p:cNvPr>
          <p:cNvSpPr>
            <a:spLocks noGrp="1"/>
          </p:cNvSpPr>
          <p:nvPr>
            <p:ph type="title"/>
          </p:nvPr>
        </p:nvSpPr>
        <p:spPr/>
        <p:txBody>
          <a:bodyPr/>
          <a:lstStyle/>
          <a:p>
            <a:r>
              <a:rPr lang="de-DE" dirty="0"/>
              <a:t>Projektplan</a:t>
            </a:r>
            <a:endParaRPr lang="de-CH" dirty="0"/>
          </a:p>
        </p:txBody>
      </p:sp>
      <p:sp>
        <p:nvSpPr>
          <p:cNvPr id="4" name="Inhaltsplatzhalter 3">
            <a:extLst>
              <a:ext uri="{FF2B5EF4-FFF2-40B4-BE49-F238E27FC236}">
                <a16:creationId xmlns:a16="http://schemas.microsoft.com/office/drawing/2014/main" id="{34298B14-AF3C-34AD-BAAC-16CCC89198EC}"/>
              </a:ext>
            </a:extLst>
          </p:cNvPr>
          <p:cNvSpPr>
            <a:spLocks noGrp="1"/>
          </p:cNvSpPr>
          <p:nvPr>
            <p:ph idx="1"/>
          </p:nvPr>
        </p:nvSpPr>
        <p:spPr/>
        <p:txBody>
          <a:bodyPr/>
          <a:lstStyle/>
          <a:p>
            <a:endParaRPr lang="de-CH" dirty="0"/>
          </a:p>
        </p:txBody>
      </p:sp>
    </p:spTree>
    <p:extLst>
      <p:ext uri="{BB962C8B-B14F-4D97-AF65-F5344CB8AC3E}">
        <p14:creationId xmlns:p14="http://schemas.microsoft.com/office/powerpoint/2010/main" val="2251288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3D894BC-D47E-F5DF-FFD7-62E1835212B9}"/>
              </a:ext>
            </a:extLst>
          </p:cNvPr>
          <p:cNvSpPr>
            <a:spLocks noGrp="1"/>
          </p:cNvSpPr>
          <p:nvPr>
            <p:ph type="sldNum" sz="quarter" idx="4"/>
          </p:nvPr>
        </p:nvSpPr>
        <p:spPr/>
        <p:txBody>
          <a:bodyPr/>
          <a:lstStyle/>
          <a:p>
            <a:fld id="{8B4F2566-6049-46AE-8362-19E16D5BA91B}" type="slidenum">
              <a:rPr lang="en-GB" smtClean="0"/>
              <a:pPr/>
              <a:t>14</a:t>
            </a:fld>
            <a:endParaRPr lang="en-GB" dirty="0"/>
          </a:p>
        </p:txBody>
      </p:sp>
      <p:sp>
        <p:nvSpPr>
          <p:cNvPr id="3" name="Fußzeilenplatzhalter 2">
            <a:extLst>
              <a:ext uri="{FF2B5EF4-FFF2-40B4-BE49-F238E27FC236}">
                <a16:creationId xmlns:a16="http://schemas.microsoft.com/office/drawing/2014/main" id="{0E9C4E51-BC1F-FAB9-8262-17CAFB914C32}"/>
              </a:ext>
            </a:extLst>
          </p:cNvPr>
          <p:cNvSpPr>
            <a:spLocks noGrp="1"/>
          </p:cNvSpPr>
          <p:nvPr>
            <p:ph type="ftr" sz="quarter" idx="3"/>
          </p:nvPr>
        </p:nvSpPr>
        <p:spPr/>
        <p:txBody>
          <a:bodyPr/>
          <a:lstStyle/>
          <a:p>
            <a:r>
              <a:rPr lang="de-DE"/>
              <a:t>Titel des Dokuments | Version 1.1</a:t>
            </a:r>
            <a:endParaRPr lang="de-CH" dirty="0"/>
          </a:p>
        </p:txBody>
      </p:sp>
      <p:sp>
        <p:nvSpPr>
          <p:cNvPr id="4" name="Titel 3">
            <a:extLst>
              <a:ext uri="{FF2B5EF4-FFF2-40B4-BE49-F238E27FC236}">
                <a16:creationId xmlns:a16="http://schemas.microsoft.com/office/drawing/2014/main" id="{FCBFF906-602A-0644-4F17-31A11F8EC67B}"/>
              </a:ext>
            </a:extLst>
          </p:cNvPr>
          <p:cNvSpPr>
            <a:spLocks noGrp="1"/>
          </p:cNvSpPr>
          <p:nvPr>
            <p:ph type="title"/>
          </p:nvPr>
        </p:nvSpPr>
        <p:spPr/>
        <p:txBody>
          <a:bodyPr/>
          <a:lstStyle/>
          <a:p>
            <a:r>
              <a:rPr lang="en-GB" dirty="0"/>
              <a:t>GAP Analyse - Ampel</a:t>
            </a:r>
          </a:p>
        </p:txBody>
      </p:sp>
      <p:sp>
        <p:nvSpPr>
          <p:cNvPr id="5" name="Textplatzhalter 4">
            <a:extLst>
              <a:ext uri="{FF2B5EF4-FFF2-40B4-BE49-F238E27FC236}">
                <a16:creationId xmlns:a16="http://schemas.microsoft.com/office/drawing/2014/main" id="{27930680-D89F-D34C-FB35-675FE9B50090}"/>
              </a:ext>
            </a:extLst>
          </p:cNvPr>
          <p:cNvSpPr>
            <a:spLocks noGrp="1"/>
          </p:cNvSpPr>
          <p:nvPr>
            <p:ph type="body" sz="quarter" idx="15"/>
          </p:nvPr>
        </p:nvSpPr>
        <p:spPr/>
        <p:txBody>
          <a:bodyPr/>
          <a:lstStyle/>
          <a:p>
            <a:endParaRPr lang="en-GB" dirty="0"/>
          </a:p>
        </p:txBody>
      </p:sp>
      <p:sp>
        <p:nvSpPr>
          <p:cNvPr id="6" name="Textplatzhalter 5">
            <a:extLst>
              <a:ext uri="{FF2B5EF4-FFF2-40B4-BE49-F238E27FC236}">
                <a16:creationId xmlns:a16="http://schemas.microsoft.com/office/drawing/2014/main" id="{C37738C4-2A0B-AC50-3201-8F6EFDE4B510}"/>
              </a:ext>
            </a:extLst>
          </p:cNvPr>
          <p:cNvSpPr>
            <a:spLocks noGrp="1"/>
          </p:cNvSpPr>
          <p:nvPr>
            <p:ph type="body" sz="quarter" idx="16"/>
          </p:nvPr>
        </p:nvSpPr>
        <p:spPr/>
        <p:txBody>
          <a:bodyPr/>
          <a:lstStyle/>
          <a:p>
            <a:endParaRPr lang="en-GB"/>
          </a:p>
        </p:txBody>
      </p:sp>
      <p:sp>
        <p:nvSpPr>
          <p:cNvPr id="7" name="Textplatzhalter 6">
            <a:extLst>
              <a:ext uri="{FF2B5EF4-FFF2-40B4-BE49-F238E27FC236}">
                <a16:creationId xmlns:a16="http://schemas.microsoft.com/office/drawing/2014/main" id="{3B955365-A24F-3FD0-43FE-7DEA74A30558}"/>
              </a:ext>
            </a:extLst>
          </p:cNvPr>
          <p:cNvSpPr>
            <a:spLocks noGrp="1"/>
          </p:cNvSpPr>
          <p:nvPr>
            <p:ph type="body" sz="quarter" idx="17"/>
          </p:nvPr>
        </p:nvSpPr>
        <p:spPr/>
        <p:txBody>
          <a:bodyPr/>
          <a:lstStyle/>
          <a:p>
            <a:endParaRPr lang="en-GB"/>
          </a:p>
        </p:txBody>
      </p:sp>
      <p:sp>
        <p:nvSpPr>
          <p:cNvPr id="8" name="Textplatzhalter 7">
            <a:extLst>
              <a:ext uri="{FF2B5EF4-FFF2-40B4-BE49-F238E27FC236}">
                <a16:creationId xmlns:a16="http://schemas.microsoft.com/office/drawing/2014/main" id="{74A65F4F-9452-F6B4-A880-1CBF0961045E}"/>
              </a:ext>
            </a:extLst>
          </p:cNvPr>
          <p:cNvSpPr>
            <a:spLocks noGrp="1"/>
          </p:cNvSpPr>
          <p:nvPr>
            <p:ph type="body" sz="quarter" idx="18"/>
          </p:nvPr>
        </p:nvSpPr>
        <p:spPr/>
        <p:txBody>
          <a:bodyPr/>
          <a:lstStyle/>
          <a:p>
            <a:endParaRPr lang="en-GB"/>
          </a:p>
        </p:txBody>
      </p:sp>
      <p:sp>
        <p:nvSpPr>
          <p:cNvPr id="9" name="Textplatzhalter 8">
            <a:extLst>
              <a:ext uri="{FF2B5EF4-FFF2-40B4-BE49-F238E27FC236}">
                <a16:creationId xmlns:a16="http://schemas.microsoft.com/office/drawing/2014/main" id="{2C60B6A6-ADBA-8C7F-1D09-3C09EA1EEFFE}"/>
              </a:ext>
            </a:extLst>
          </p:cNvPr>
          <p:cNvSpPr>
            <a:spLocks noGrp="1"/>
          </p:cNvSpPr>
          <p:nvPr>
            <p:ph type="body" sz="quarter" idx="19"/>
          </p:nvPr>
        </p:nvSpPr>
        <p:spPr/>
        <p:txBody>
          <a:bodyPr/>
          <a:lstStyle/>
          <a:p>
            <a:endParaRPr lang="en-GB" dirty="0"/>
          </a:p>
        </p:txBody>
      </p:sp>
      <p:sp>
        <p:nvSpPr>
          <p:cNvPr id="10" name="Textplatzhalter 9">
            <a:extLst>
              <a:ext uri="{FF2B5EF4-FFF2-40B4-BE49-F238E27FC236}">
                <a16:creationId xmlns:a16="http://schemas.microsoft.com/office/drawing/2014/main" id="{DCB9580B-7F88-1C51-B3A0-B9B8DC21ECAD}"/>
              </a:ext>
            </a:extLst>
          </p:cNvPr>
          <p:cNvSpPr>
            <a:spLocks noGrp="1"/>
          </p:cNvSpPr>
          <p:nvPr>
            <p:ph type="body" sz="quarter" idx="20"/>
          </p:nvPr>
        </p:nvSpPr>
        <p:spPr/>
        <p:txBody>
          <a:bodyPr/>
          <a:lstStyle/>
          <a:p>
            <a:endParaRPr lang="en-GB" dirty="0"/>
          </a:p>
        </p:txBody>
      </p:sp>
      <p:sp>
        <p:nvSpPr>
          <p:cNvPr id="11" name="Textplatzhalter 10">
            <a:extLst>
              <a:ext uri="{FF2B5EF4-FFF2-40B4-BE49-F238E27FC236}">
                <a16:creationId xmlns:a16="http://schemas.microsoft.com/office/drawing/2014/main" id="{BC388C9B-408A-4C01-7FEA-12BD216CA7BE}"/>
              </a:ext>
            </a:extLst>
          </p:cNvPr>
          <p:cNvSpPr>
            <a:spLocks noGrp="1"/>
          </p:cNvSpPr>
          <p:nvPr>
            <p:ph type="body" sz="quarter" idx="21"/>
          </p:nvPr>
        </p:nvSpPr>
        <p:spPr/>
        <p:txBody>
          <a:bodyPr/>
          <a:lstStyle/>
          <a:p>
            <a:endParaRPr lang="en-GB" dirty="0"/>
          </a:p>
        </p:txBody>
      </p:sp>
    </p:spTree>
    <p:extLst>
      <p:ext uri="{BB962C8B-B14F-4D97-AF65-F5344CB8AC3E}">
        <p14:creationId xmlns:p14="http://schemas.microsoft.com/office/powerpoint/2010/main" val="2907659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FB74765-6B78-E92D-0CF1-DDBC316F2BAB}"/>
              </a:ext>
            </a:extLst>
          </p:cNvPr>
          <p:cNvSpPr>
            <a:spLocks noGrp="1"/>
          </p:cNvSpPr>
          <p:nvPr>
            <p:ph type="sldNum" sz="quarter" idx="4"/>
          </p:nvPr>
        </p:nvSpPr>
        <p:spPr/>
        <p:txBody>
          <a:bodyPr/>
          <a:lstStyle/>
          <a:p>
            <a:fld id="{8B4F2566-6049-46AE-8362-19E16D5BA91B}" type="slidenum">
              <a:rPr lang="en-GB" smtClean="0"/>
              <a:pPr/>
              <a:t>15</a:t>
            </a:fld>
            <a:endParaRPr lang="en-GB" dirty="0"/>
          </a:p>
        </p:txBody>
      </p:sp>
      <p:sp>
        <p:nvSpPr>
          <p:cNvPr id="3" name="Fußzeilenplatzhalter 2">
            <a:extLst>
              <a:ext uri="{FF2B5EF4-FFF2-40B4-BE49-F238E27FC236}">
                <a16:creationId xmlns:a16="http://schemas.microsoft.com/office/drawing/2014/main" id="{4A69D70C-FE57-B56E-204B-840DC09A5A1D}"/>
              </a:ext>
            </a:extLst>
          </p:cNvPr>
          <p:cNvSpPr>
            <a:spLocks noGrp="1"/>
          </p:cNvSpPr>
          <p:nvPr>
            <p:ph type="ftr" sz="quarter" idx="3"/>
          </p:nvPr>
        </p:nvSpPr>
        <p:spPr/>
        <p:txBody>
          <a:bodyPr/>
          <a:lstStyle/>
          <a:p>
            <a:r>
              <a:rPr lang="de-DE"/>
              <a:t>Titel des Dokuments | Version 1.1</a:t>
            </a:r>
            <a:endParaRPr lang="de-CH" dirty="0"/>
          </a:p>
        </p:txBody>
      </p:sp>
      <p:sp>
        <p:nvSpPr>
          <p:cNvPr id="4" name="Titel 3">
            <a:extLst>
              <a:ext uri="{FF2B5EF4-FFF2-40B4-BE49-F238E27FC236}">
                <a16:creationId xmlns:a16="http://schemas.microsoft.com/office/drawing/2014/main" id="{87BB6999-57B5-72D9-C32D-91E5E3F7FA96}"/>
              </a:ext>
            </a:extLst>
          </p:cNvPr>
          <p:cNvSpPr>
            <a:spLocks noGrp="1"/>
          </p:cNvSpPr>
          <p:nvPr>
            <p:ph type="title"/>
          </p:nvPr>
        </p:nvSpPr>
        <p:spPr>
          <a:xfrm>
            <a:off x="336309" y="536779"/>
            <a:ext cx="10271575" cy="357859"/>
          </a:xfrm>
        </p:spPr>
        <p:txBody>
          <a:bodyPr/>
          <a:lstStyle/>
          <a:p>
            <a:r>
              <a:rPr lang="en-GB" dirty="0"/>
              <a:t>GAP Analyse	</a:t>
            </a:r>
          </a:p>
        </p:txBody>
      </p:sp>
      <p:sp>
        <p:nvSpPr>
          <p:cNvPr id="5" name="Textplatzhalter 4">
            <a:extLst>
              <a:ext uri="{FF2B5EF4-FFF2-40B4-BE49-F238E27FC236}">
                <a16:creationId xmlns:a16="http://schemas.microsoft.com/office/drawing/2014/main" id="{DFD69BF2-32C6-7B07-3A15-7106CE7C8087}"/>
              </a:ext>
            </a:extLst>
          </p:cNvPr>
          <p:cNvSpPr>
            <a:spLocks noGrp="1"/>
          </p:cNvSpPr>
          <p:nvPr>
            <p:ph type="body" sz="quarter" idx="15"/>
          </p:nvPr>
        </p:nvSpPr>
        <p:spPr/>
        <p:txBody>
          <a:bodyPr/>
          <a:lstStyle/>
          <a:p>
            <a:endParaRPr lang="en-GB" sz="1400" dirty="0"/>
          </a:p>
        </p:txBody>
      </p:sp>
      <p:sp>
        <p:nvSpPr>
          <p:cNvPr id="6" name="Textplatzhalter 5">
            <a:extLst>
              <a:ext uri="{FF2B5EF4-FFF2-40B4-BE49-F238E27FC236}">
                <a16:creationId xmlns:a16="http://schemas.microsoft.com/office/drawing/2014/main" id="{E6EB78C5-E943-A14C-12BA-E3D02F24F3FF}"/>
              </a:ext>
            </a:extLst>
          </p:cNvPr>
          <p:cNvSpPr>
            <a:spLocks noGrp="1"/>
          </p:cNvSpPr>
          <p:nvPr>
            <p:ph type="body" sz="quarter" idx="19"/>
          </p:nvPr>
        </p:nvSpPr>
        <p:spPr/>
        <p:txBody>
          <a:bodyPr/>
          <a:lstStyle/>
          <a:p>
            <a:endParaRPr lang="en-GB" dirty="0"/>
          </a:p>
        </p:txBody>
      </p:sp>
      <p:sp>
        <p:nvSpPr>
          <p:cNvPr id="7" name="Textplatzhalter 6">
            <a:extLst>
              <a:ext uri="{FF2B5EF4-FFF2-40B4-BE49-F238E27FC236}">
                <a16:creationId xmlns:a16="http://schemas.microsoft.com/office/drawing/2014/main" id="{4F921B41-C5EC-EC9E-D00F-24202CCACDDF}"/>
              </a:ext>
            </a:extLst>
          </p:cNvPr>
          <p:cNvSpPr>
            <a:spLocks noGrp="1"/>
          </p:cNvSpPr>
          <p:nvPr>
            <p:ph type="body" sz="quarter" idx="20"/>
          </p:nvPr>
        </p:nvSpPr>
        <p:spPr/>
        <p:txBody>
          <a:bodyPr/>
          <a:lstStyle/>
          <a:p>
            <a:endParaRPr lang="en-GB" dirty="0"/>
          </a:p>
        </p:txBody>
      </p:sp>
      <p:sp>
        <p:nvSpPr>
          <p:cNvPr id="8" name="Textplatzhalter 7">
            <a:extLst>
              <a:ext uri="{FF2B5EF4-FFF2-40B4-BE49-F238E27FC236}">
                <a16:creationId xmlns:a16="http://schemas.microsoft.com/office/drawing/2014/main" id="{620AEC1D-E90A-BC25-D46A-4A1D863CB24D}"/>
              </a:ext>
            </a:extLst>
          </p:cNvPr>
          <p:cNvSpPr>
            <a:spLocks noGrp="1"/>
          </p:cNvSpPr>
          <p:nvPr>
            <p:ph type="body" sz="quarter" idx="21"/>
          </p:nvPr>
        </p:nvSpPr>
        <p:spPr/>
        <p:txBody>
          <a:bodyPr/>
          <a:lstStyle/>
          <a:p>
            <a:endParaRPr lang="en-GB" dirty="0"/>
          </a:p>
        </p:txBody>
      </p:sp>
    </p:spTree>
    <p:extLst>
      <p:ext uri="{BB962C8B-B14F-4D97-AF65-F5344CB8AC3E}">
        <p14:creationId xmlns:p14="http://schemas.microsoft.com/office/powerpoint/2010/main" val="2558089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Inhaltsplatzhalter 4">
            <a:extLst>
              <a:ext uri="{FF2B5EF4-FFF2-40B4-BE49-F238E27FC236}">
                <a16:creationId xmlns:a16="http://schemas.microsoft.com/office/drawing/2014/main" id="{844AD9BB-1AA0-9D40-BE10-E00861D99F68}"/>
              </a:ext>
            </a:extLst>
          </p:cNvPr>
          <p:cNvGraphicFramePr>
            <a:graphicFrameLocks noGrp="1"/>
          </p:cNvGraphicFramePr>
          <p:nvPr>
            <p:ph idx="1"/>
            <p:extLst>
              <p:ext uri="{D42A27DB-BD31-4B8C-83A1-F6EECF244321}">
                <p14:modId xmlns:p14="http://schemas.microsoft.com/office/powerpoint/2010/main" val="786558443"/>
              </p:ext>
            </p:extLst>
          </p:nvPr>
        </p:nvGraphicFramePr>
        <p:xfrm>
          <a:off x="485335" y="1557338"/>
          <a:ext cx="10808144" cy="4356148"/>
        </p:xfrm>
        <a:graphic>
          <a:graphicData uri="http://schemas.openxmlformats.org/drawingml/2006/table">
            <a:tbl>
              <a:tblPr firstRow="1" bandRow="1">
                <a:tableStyleId>{5C22544A-7EE6-4342-B048-85BDC9FD1C3A}</a:tableStyleId>
              </a:tblPr>
              <a:tblGrid>
                <a:gridCol w="1351018">
                  <a:extLst>
                    <a:ext uri="{9D8B030D-6E8A-4147-A177-3AD203B41FA5}">
                      <a16:colId xmlns:a16="http://schemas.microsoft.com/office/drawing/2014/main" val="1343067545"/>
                    </a:ext>
                  </a:extLst>
                </a:gridCol>
                <a:gridCol w="1351018">
                  <a:extLst>
                    <a:ext uri="{9D8B030D-6E8A-4147-A177-3AD203B41FA5}">
                      <a16:colId xmlns:a16="http://schemas.microsoft.com/office/drawing/2014/main" val="505099117"/>
                    </a:ext>
                  </a:extLst>
                </a:gridCol>
                <a:gridCol w="1351018">
                  <a:extLst>
                    <a:ext uri="{9D8B030D-6E8A-4147-A177-3AD203B41FA5}">
                      <a16:colId xmlns:a16="http://schemas.microsoft.com/office/drawing/2014/main" val="4058947760"/>
                    </a:ext>
                  </a:extLst>
                </a:gridCol>
                <a:gridCol w="1351018">
                  <a:extLst>
                    <a:ext uri="{9D8B030D-6E8A-4147-A177-3AD203B41FA5}">
                      <a16:colId xmlns:a16="http://schemas.microsoft.com/office/drawing/2014/main" val="4071935882"/>
                    </a:ext>
                  </a:extLst>
                </a:gridCol>
                <a:gridCol w="1351018">
                  <a:extLst>
                    <a:ext uri="{9D8B030D-6E8A-4147-A177-3AD203B41FA5}">
                      <a16:colId xmlns:a16="http://schemas.microsoft.com/office/drawing/2014/main" val="2649671900"/>
                    </a:ext>
                  </a:extLst>
                </a:gridCol>
                <a:gridCol w="1351018">
                  <a:extLst>
                    <a:ext uri="{9D8B030D-6E8A-4147-A177-3AD203B41FA5}">
                      <a16:colId xmlns:a16="http://schemas.microsoft.com/office/drawing/2014/main" val="118143263"/>
                    </a:ext>
                  </a:extLst>
                </a:gridCol>
                <a:gridCol w="1351018">
                  <a:extLst>
                    <a:ext uri="{9D8B030D-6E8A-4147-A177-3AD203B41FA5}">
                      <a16:colId xmlns:a16="http://schemas.microsoft.com/office/drawing/2014/main" val="3239218401"/>
                    </a:ext>
                  </a:extLst>
                </a:gridCol>
                <a:gridCol w="1351018">
                  <a:extLst>
                    <a:ext uri="{9D8B030D-6E8A-4147-A177-3AD203B41FA5}">
                      <a16:colId xmlns:a16="http://schemas.microsoft.com/office/drawing/2014/main" val="1318769363"/>
                    </a:ext>
                  </a:extLst>
                </a:gridCol>
              </a:tblGrid>
              <a:tr h="444246">
                <a:tc>
                  <a:txBody>
                    <a:bodyPr/>
                    <a:lstStyle/>
                    <a:p>
                      <a:pPr algn="ctr"/>
                      <a:r>
                        <a:rPr lang="de-CH" sz="1200" dirty="0">
                          <a:solidFill>
                            <a:srgbClr val="004D52"/>
                          </a:solidFill>
                          <a:latin typeface="Arial" panose="020B0604020202020204" pitchFamily="34" charset="0"/>
                          <a:cs typeface="Arial" panose="020B0604020202020204" pitchFamily="34" charset="0"/>
                        </a:rPr>
                        <a:t>ITERATIONEN</a:t>
                      </a:r>
                    </a:p>
                  </a:txBody>
                  <a:tcPr anchor="ctr"/>
                </a:tc>
                <a:tc>
                  <a:txBody>
                    <a:bodyPr/>
                    <a:lstStyle/>
                    <a:p>
                      <a:pPr algn="ctr"/>
                      <a:r>
                        <a:rPr lang="de-CH" sz="1200" dirty="0">
                          <a:solidFill>
                            <a:srgbClr val="004D52"/>
                          </a:solidFill>
                          <a:latin typeface="Arial" panose="020B0604020202020204" pitchFamily="34" charset="0"/>
                          <a:cs typeface="Arial" panose="020B0604020202020204" pitchFamily="34" charset="0"/>
                        </a:rPr>
                        <a:t>JUL</a:t>
                      </a:r>
                    </a:p>
                  </a:txBody>
                  <a:tcPr anchor="ctr"/>
                </a:tc>
                <a:tc>
                  <a:txBody>
                    <a:bodyPr/>
                    <a:lstStyle/>
                    <a:p>
                      <a:pPr algn="ctr"/>
                      <a:r>
                        <a:rPr lang="de-CH" sz="1200" dirty="0">
                          <a:solidFill>
                            <a:srgbClr val="004D52"/>
                          </a:solidFill>
                          <a:latin typeface="Arial" panose="020B0604020202020204" pitchFamily="34" charset="0"/>
                          <a:cs typeface="Arial" panose="020B0604020202020204" pitchFamily="34" charset="0"/>
                        </a:rPr>
                        <a:t>AUG</a:t>
                      </a:r>
                    </a:p>
                  </a:txBody>
                  <a:tcPr anchor="ctr"/>
                </a:tc>
                <a:tc>
                  <a:txBody>
                    <a:bodyPr/>
                    <a:lstStyle/>
                    <a:p>
                      <a:pPr algn="ctr"/>
                      <a:r>
                        <a:rPr lang="de-CH" sz="1200" dirty="0">
                          <a:solidFill>
                            <a:srgbClr val="004D52"/>
                          </a:solidFill>
                          <a:latin typeface="Arial" panose="020B0604020202020204" pitchFamily="34" charset="0"/>
                          <a:cs typeface="Arial" panose="020B0604020202020204" pitchFamily="34" charset="0"/>
                        </a:rPr>
                        <a:t>SEP</a:t>
                      </a:r>
                    </a:p>
                  </a:txBody>
                  <a:tcPr anchor="ctr"/>
                </a:tc>
                <a:tc>
                  <a:txBody>
                    <a:bodyPr/>
                    <a:lstStyle/>
                    <a:p>
                      <a:pPr algn="ctr"/>
                      <a:r>
                        <a:rPr lang="de-CH" sz="1200" dirty="0">
                          <a:solidFill>
                            <a:srgbClr val="004D52"/>
                          </a:solidFill>
                          <a:latin typeface="Arial" panose="020B0604020202020204" pitchFamily="34" charset="0"/>
                          <a:cs typeface="Arial" panose="020B0604020202020204" pitchFamily="34" charset="0"/>
                        </a:rPr>
                        <a:t>OKT</a:t>
                      </a:r>
                    </a:p>
                  </a:txBody>
                  <a:tcPr anchor="ctr"/>
                </a:tc>
                <a:tc>
                  <a:txBody>
                    <a:bodyPr/>
                    <a:lstStyle/>
                    <a:p>
                      <a:pPr algn="ctr"/>
                      <a:r>
                        <a:rPr lang="de-CH" sz="1200" dirty="0">
                          <a:solidFill>
                            <a:srgbClr val="004D52"/>
                          </a:solidFill>
                          <a:latin typeface="Arial" panose="020B0604020202020204" pitchFamily="34" charset="0"/>
                          <a:cs typeface="Arial" panose="020B0604020202020204" pitchFamily="34" charset="0"/>
                        </a:rPr>
                        <a:t>NOV</a:t>
                      </a:r>
                    </a:p>
                  </a:txBody>
                  <a:tcPr anchor="ctr"/>
                </a:tc>
                <a:tc>
                  <a:txBody>
                    <a:bodyPr/>
                    <a:lstStyle/>
                    <a:p>
                      <a:pPr algn="ctr"/>
                      <a:r>
                        <a:rPr lang="de-CH" sz="1200" dirty="0">
                          <a:solidFill>
                            <a:srgbClr val="004D52"/>
                          </a:solidFill>
                          <a:latin typeface="Arial" panose="020B0604020202020204" pitchFamily="34" charset="0"/>
                          <a:cs typeface="Arial" panose="020B0604020202020204" pitchFamily="34" charset="0"/>
                        </a:rPr>
                        <a:t>DEZ</a:t>
                      </a:r>
                    </a:p>
                  </a:txBody>
                  <a:tcPr anchor="ctr"/>
                </a:tc>
                <a:tc>
                  <a:txBody>
                    <a:bodyPr/>
                    <a:lstStyle/>
                    <a:p>
                      <a:pPr algn="ctr"/>
                      <a:r>
                        <a:rPr lang="de-CH" sz="1200" dirty="0">
                          <a:solidFill>
                            <a:srgbClr val="004D52"/>
                          </a:solidFill>
                          <a:latin typeface="Arial" panose="020B0604020202020204" pitchFamily="34" charset="0"/>
                          <a:cs typeface="Arial" panose="020B0604020202020204" pitchFamily="34" charset="0"/>
                        </a:rPr>
                        <a:t>JAN</a:t>
                      </a:r>
                    </a:p>
                  </a:txBody>
                  <a:tcPr anchor="ctr"/>
                </a:tc>
                <a:extLst>
                  <a:ext uri="{0D108BD9-81ED-4DB2-BD59-A6C34878D82A}">
                    <a16:rowId xmlns:a16="http://schemas.microsoft.com/office/drawing/2014/main" val="2401147190"/>
                  </a:ext>
                </a:extLst>
              </a:tr>
              <a:tr h="1699708">
                <a:tc>
                  <a:txBody>
                    <a:bodyPr/>
                    <a:lstStyle/>
                    <a:p>
                      <a:pPr algn="ctr"/>
                      <a:r>
                        <a:rPr lang="de-CH" sz="1200" b="1" dirty="0">
                          <a:solidFill>
                            <a:srgbClr val="004D52"/>
                          </a:solidFill>
                          <a:latin typeface="Arial" panose="020B0604020202020204" pitchFamily="34" charset="0"/>
                          <a:cs typeface="Arial" panose="020B0604020202020204" pitchFamily="34" charset="0"/>
                        </a:rPr>
                        <a:t>RELEASE 1</a:t>
                      </a: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927963414"/>
                  </a:ext>
                </a:extLst>
              </a:tr>
              <a:tr h="1685069">
                <a:tc>
                  <a:txBody>
                    <a:bodyPr/>
                    <a:lstStyle/>
                    <a:p>
                      <a:pPr algn="ctr"/>
                      <a:r>
                        <a:rPr lang="de-CH" sz="1200" b="1" dirty="0">
                          <a:solidFill>
                            <a:srgbClr val="004D52"/>
                          </a:solidFill>
                          <a:latin typeface="Arial" panose="020B0604020202020204" pitchFamily="34" charset="0"/>
                          <a:cs typeface="Arial" panose="020B0604020202020204" pitchFamily="34" charset="0"/>
                        </a:rPr>
                        <a:t>RELEASE 2</a:t>
                      </a: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053457517"/>
                  </a:ext>
                </a:extLst>
              </a:tr>
              <a:tr h="527125">
                <a:tc>
                  <a:txBody>
                    <a:bodyPr/>
                    <a:lstStyle/>
                    <a:p>
                      <a:pPr algn="ctr"/>
                      <a:r>
                        <a:rPr lang="de-CH" sz="1200" b="1" kern="1200" dirty="0">
                          <a:solidFill>
                            <a:srgbClr val="004D52"/>
                          </a:solidFill>
                          <a:latin typeface="Arial" panose="020B0604020202020204" pitchFamily="34" charset="0"/>
                          <a:ea typeface="+mn-ea"/>
                          <a:cs typeface="Arial" panose="020B0604020202020204" pitchFamily="34" charset="0"/>
                        </a:rPr>
                        <a:t>UNTERHALT</a:t>
                      </a: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tc>
                  <a:txBody>
                    <a:bodyPr/>
                    <a:lstStyle/>
                    <a:p>
                      <a:pPr algn="ctr"/>
                      <a:endParaRPr lang="de-CH"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721791488"/>
                  </a:ext>
                </a:extLst>
              </a:tr>
            </a:tbl>
          </a:graphicData>
        </a:graphic>
      </p:graphicFrame>
      <p:sp>
        <p:nvSpPr>
          <p:cNvPr id="4" name="Foliennummernplatzhalter 3">
            <a:extLst>
              <a:ext uri="{FF2B5EF4-FFF2-40B4-BE49-F238E27FC236}">
                <a16:creationId xmlns:a16="http://schemas.microsoft.com/office/drawing/2014/main" id="{4405EFBB-9E0E-053D-5412-65FBBBD10B2F}"/>
              </a:ext>
            </a:extLst>
          </p:cNvPr>
          <p:cNvSpPr>
            <a:spLocks noGrp="1"/>
          </p:cNvSpPr>
          <p:nvPr>
            <p:ph type="sldNum" sz="quarter" idx="4"/>
          </p:nvPr>
        </p:nvSpPr>
        <p:spPr/>
        <p:txBody>
          <a:bodyPr/>
          <a:lstStyle/>
          <a:p>
            <a:fld id="{8B4F2566-6049-46AE-8362-19E16D5BA91B}" type="slidenum">
              <a:rPr lang="de-CH" smtClean="0">
                <a:latin typeface="Arial" panose="020B0604020202020204" pitchFamily="34" charset="0"/>
                <a:cs typeface="Arial" panose="020B0604020202020204" pitchFamily="34" charset="0"/>
              </a:rPr>
              <a:pPr/>
              <a:t>16</a:t>
            </a:fld>
            <a:endParaRPr lang="de-CH" dirty="0">
              <a:latin typeface="Arial" panose="020B0604020202020204" pitchFamily="34" charset="0"/>
              <a:cs typeface="Arial" panose="020B0604020202020204" pitchFamily="34" charset="0"/>
            </a:endParaRPr>
          </a:p>
        </p:txBody>
      </p:sp>
      <p:sp>
        <p:nvSpPr>
          <p:cNvPr id="23" name="Footer Placeholder 22">
            <a:extLst>
              <a:ext uri="{FF2B5EF4-FFF2-40B4-BE49-F238E27FC236}">
                <a16:creationId xmlns:a16="http://schemas.microsoft.com/office/drawing/2014/main" id="{CDFB8D5D-1048-C55F-7069-7B8181AF6B5E}"/>
              </a:ext>
            </a:extLst>
          </p:cNvPr>
          <p:cNvSpPr>
            <a:spLocks noGrp="1"/>
          </p:cNvSpPr>
          <p:nvPr>
            <p:ph type="ftr" sz="quarter" idx="3"/>
          </p:nvPr>
        </p:nvSpPr>
        <p:spPr/>
        <p:txBody>
          <a:bodyPr/>
          <a:lstStyle/>
          <a:p>
            <a:r>
              <a:rPr lang="de-DE"/>
              <a:t>Titel des Dokuments | Version 1.1</a:t>
            </a:r>
            <a:endParaRPr lang="de-CH" dirty="0"/>
          </a:p>
        </p:txBody>
      </p:sp>
      <p:sp>
        <p:nvSpPr>
          <p:cNvPr id="25" name="Text Placeholder 24">
            <a:extLst>
              <a:ext uri="{FF2B5EF4-FFF2-40B4-BE49-F238E27FC236}">
                <a16:creationId xmlns:a16="http://schemas.microsoft.com/office/drawing/2014/main" id="{E0B80F39-D39C-4654-030D-20BED11912BF}"/>
              </a:ext>
            </a:extLst>
          </p:cNvPr>
          <p:cNvSpPr>
            <a:spLocks noGrp="1"/>
          </p:cNvSpPr>
          <p:nvPr>
            <p:ph type="body" sz="quarter" idx="10"/>
          </p:nvPr>
        </p:nvSpPr>
        <p:spPr/>
        <p:txBody>
          <a:bodyPr/>
          <a:lstStyle/>
          <a:p>
            <a:r>
              <a:rPr lang="de-CH" dirty="0"/>
              <a:t>Kapiteltitel</a:t>
            </a:r>
          </a:p>
        </p:txBody>
      </p:sp>
      <p:sp>
        <p:nvSpPr>
          <p:cNvPr id="2" name="Titel 1">
            <a:extLst>
              <a:ext uri="{FF2B5EF4-FFF2-40B4-BE49-F238E27FC236}">
                <a16:creationId xmlns:a16="http://schemas.microsoft.com/office/drawing/2014/main" id="{08DB8EE9-F1E7-000C-6132-4D856ABBA9E1}"/>
              </a:ext>
            </a:extLst>
          </p:cNvPr>
          <p:cNvSpPr>
            <a:spLocks noGrp="1"/>
          </p:cNvSpPr>
          <p:nvPr>
            <p:ph type="title"/>
          </p:nvPr>
        </p:nvSpPr>
        <p:spPr/>
        <p:txBody>
          <a:bodyPr/>
          <a:lstStyle/>
          <a:p>
            <a:r>
              <a:rPr lang="de-CH" dirty="0" err="1"/>
              <a:t>Projekttimeline</a:t>
            </a:r>
            <a:endParaRPr lang="de-CH" dirty="0"/>
          </a:p>
        </p:txBody>
      </p:sp>
      <p:sp>
        <p:nvSpPr>
          <p:cNvPr id="6" name="Pfeil: Fünfeck 5">
            <a:extLst>
              <a:ext uri="{FF2B5EF4-FFF2-40B4-BE49-F238E27FC236}">
                <a16:creationId xmlns:a16="http://schemas.microsoft.com/office/drawing/2014/main" id="{1DB4986C-9BDB-0BCB-E3AA-075059A06A87}"/>
              </a:ext>
            </a:extLst>
          </p:cNvPr>
          <p:cNvSpPr/>
          <p:nvPr/>
        </p:nvSpPr>
        <p:spPr>
          <a:xfrm>
            <a:off x="3001383" y="2764744"/>
            <a:ext cx="1097280" cy="419548"/>
          </a:xfrm>
          <a:prstGeom prst="homePlate">
            <a:avLst/>
          </a:prstGeom>
        </p:spPr>
        <p:style>
          <a:lnRef idx="3">
            <a:schemeClr val="lt1"/>
          </a:lnRef>
          <a:fillRef idx="1">
            <a:schemeClr val="accent2"/>
          </a:fillRef>
          <a:effectRef idx="1">
            <a:schemeClr val="accent2"/>
          </a:effectRef>
          <a:fontRef idx="minor">
            <a:schemeClr val="lt1"/>
          </a:fontRef>
        </p:style>
        <p:txBody>
          <a:bodyPr rtlCol="0" anchor="ctr"/>
          <a:lstStyle/>
          <a:p>
            <a:r>
              <a:rPr lang="de-CH" sz="1200" dirty="0">
                <a:solidFill>
                  <a:schemeClr val="bg1"/>
                </a:solidFill>
              </a:rPr>
              <a:t>AP1 xxx</a:t>
            </a:r>
          </a:p>
        </p:txBody>
      </p:sp>
      <p:sp>
        <p:nvSpPr>
          <p:cNvPr id="7" name="Flussdiagramm: Verzweigung 6">
            <a:extLst>
              <a:ext uri="{FF2B5EF4-FFF2-40B4-BE49-F238E27FC236}">
                <a16:creationId xmlns:a16="http://schemas.microsoft.com/office/drawing/2014/main" id="{7AA4F9C2-7F1F-83EA-C1E7-7DAF31BB65A1}"/>
              </a:ext>
            </a:extLst>
          </p:cNvPr>
          <p:cNvSpPr/>
          <p:nvPr/>
        </p:nvSpPr>
        <p:spPr>
          <a:xfrm>
            <a:off x="1904104" y="2182211"/>
            <a:ext cx="150607" cy="290457"/>
          </a:xfrm>
          <a:prstGeom prst="flowChartDecisio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CH" sz="1200"/>
          </a:p>
        </p:txBody>
      </p:sp>
      <p:sp>
        <p:nvSpPr>
          <p:cNvPr id="8" name="Flussdiagramm: Verzweigung 7">
            <a:extLst>
              <a:ext uri="{FF2B5EF4-FFF2-40B4-BE49-F238E27FC236}">
                <a16:creationId xmlns:a16="http://schemas.microsoft.com/office/drawing/2014/main" id="{70C0A388-91CC-3F8E-337E-D05213BA2F92}"/>
              </a:ext>
            </a:extLst>
          </p:cNvPr>
          <p:cNvSpPr/>
          <p:nvPr/>
        </p:nvSpPr>
        <p:spPr>
          <a:xfrm>
            <a:off x="2431228" y="2472668"/>
            <a:ext cx="150607" cy="290457"/>
          </a:xfrm>
          <a:prstGeom prst="flowChartDecisio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CH" sz="1200"/>
          </a:p>
        </p:txBody>
      </p:sp>
      <p:sp>
        <p:nvSpPr>
          <p:cNvPr id="9" name="Flussdiagramm: Verzweigung 8">
            <a:extLst>
              <a:ext uri="{FF2B5EF4-FFF2-40B4-BE49-F238E27FC236}">
                <a16:creationId xmlns:a16="http://schemas.microsoft.com/office/drawing/2014/main" id="{4CB04A0B-0D78-A199-1784-586F29734DC8}"/>
              </a:ext>
            </a:extLst>
          </p:cNvPr>
          <p:cNvSpPr/>
          <p:nvPr/>
        </p:nvSpPr>
        <p:spPr>
          <a:xfrm>
            <a:off x="4401671" y="3429000"/>
            <a:ext cx="150607" cy="290457"/>
          </a:xfrm>
          <a:prstGeom prst="flowChartDecisio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CH" sz="1200"/>
          </a:p>
        </p:txBody>
      </p:sp>
      <p:sp>
        <p:nvSpPr>
          <p:cNvPr id="10" name="Flussdiagramm: Verzweigung 9">
            <a:extLst>
              <a:ext uri="{FF2B5EF4-FFF2-40B4-BE49-F238E27FC236}">
                <a16:creationId xmlns:a16="http://schemas.microsoft.com/office/drawing/2014/main" id="{AAAC7442-5C3F-14D9-901B-ED623665939B}"/>
              </a:ext>
            </a:extLst>
          </p:cNvPr>
          <p:cNvSpPr/>
          <p:nvPr/>
        </p:nvSpPr>
        <p:spPr>
          <a:xfrm>
            <a:off x="6822141" y="2829289"/>
            <a:ext cx="150607" cy="290457"/>
          </a:xfrm>
          <a:prstGeom prst="flowChartDecisio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CH" sz="1200"/>
          </a:p>
        </p:txBody>
      </p:sp>
      <p:sp>
        <p:nvSpPr>
          <p:cNvPr id="11" name="Flussdiagramm: Verzweigung 10">
            <a:extLst>
              <a:ext uri="{FF2B5EF4-FFF2-40B4-BE49-F238E27FC236}">
                <a16:creationId xmlns:a16="http://schemas.microsoft.com/office/drawing/2014/main" id="{8C1AF069-47D3-ACD1-D514-E0F8936DF6E7}"/>
              </a:ext>
            </a:extLst>
          </p:cNvPr>
          <p:cNvSpPr/>
          <p:nvPr/>
        </p:nvSpPr>
        <p:spPr>
          <a:xfrm>
            <a:off x="7123356" y="3138543"/>
            <a:ext cx="150607" cy="290457"/>
          </a:xfrm>
          <a:prstGeom prst="flowChartDecisio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CH" sz="1200"/>
          </a:p>
        </p:txBody>
      </p:sp>
      <p:sp>
        <p:nvSpPr>
          <p:cNvPr id="12" name="Textfeld 11">
            <a:extLst>
              <a:ext uri="{FF2B5EF4-FFF2-40B4-BE49-F238E27FC236}">
                <a16:creationId xmlns:a16="http://schemas.microsoft.com/office/drawing/2014/main" id="{8F276B05-3905-6BF3-BB0C-B300DDAFB729}"/>
              </a:ext>
            </a:extLst>
          </p:cNvPr>
          <p:cNvSpPr txBox="1"/>
          <p:nvPr/>
        </p:nvSpPr>
        <p:spPr>
          <a:xfrm>
            <a:off x="2011679" y="2189020"/>
            <a:ext cx="872803" cy="276999"/>
          </a:xfrm>
          <a:prstGeom prst="rect">
            <a:avLst/>
          </a:prstGeom>
          <a:noFill/>
        </p:spPr>
        <p:txBody>
          <a:bodyPr wrap="none" rtlCol="0">
            <a:spAutoFit/>
          </a:bodyPr>
          <a:lstStyle/>
          <a:p>
            <a:r>
              <a:rPr lang="de-CH" sz="1200" dirty="0">
                <a:solidFill>
                  <a:srgbClr val="004D52"/>
                </a:solidFill>
              </a:rPr>
              <a:t>Workshop</a:t>
            </a:r>
          </a:p>
        </p:txBody>
      </p:sp>
      <p:sp>
        <p:nvSpPr>
          <p:cNvPr id="13" name="Textfeld 12">
            <a:extLst>
              <a:ext uri="{FF2B5EF4-FFF2-40B4-BE49-F238E27FC236}">
                <a16:creationId xmlns:a16="http://schemas.microsoft.com/office/drawing/2014/main" id="{4EBF9F96-25AA-26B6-7431-C6929F86E780}"/>
              </a:ext>
            </a:extLst>
          </p:cNvPr>
          <p:cNvSpPr txBox="1"/>
          <p:nvPr/>
        </p:nvSpPr>
        <p:spPr>
          <a:xfrm>
            <a:off x="2531308" y="2479396"/>
            <a:ext cx="962123" cy="276999"/>
          </a:xfrm>
          <a:prstGeom prst="rect">
            <a:avLst/>
          </a:prstGeom>
          <a:noFill/>
        </p:spPr>
        <p:txBody>
          <a:bodyPr wrap="none" rtlCol="0">
            <a:spAutoFit/>
          </a:bodyPr>
          <a:lstStyle/>
          <a:p>
            <a:r>
              <a:rPr lang="de-CH" sz="1200" dirty="0">
                <a:solidFill>
                  <a:srgbClr val="004D52"/>
                </a:solidFill>
              </a:rPr>
              <a:t>Projektstart</a:t>
            </a:r>
          </a:p>
        </p:txBody>
      </p:sp>
      <p:sp>
        <p:nvSpPr>
          <p:cNvPr id="14" name="Textfeld 13">
            <a:extLst>
              <a:ext uri="{FF2B5EF4-FFF2-40B4-BE49-F238E27FC236}">
                <a16:creationId xmlns:a16="http://schemas.microsoft.com/office/drawing/2014/main" id="{6DC59349-EDB2-0966-C111-D62544AFC961}"/>
              </a:ext>
            </a:extLst>
          </p:cNvPr>
          <p:cNvSpPr txBox="1"/>
          <p:nvPr/>
        </p:nvSpPr>
        <p:spPr>
          <a:xfrm>
            <a:off x="4498488" y="3435728"/>
            <a:ext cx="646331" cy="276999"/>
          </a:xfrm>
          <a:prstGeom prst="rect">
            <a:avLst/>
          </a:prstGeom>
          <a:noFill/>
        </p:spPr>
        <p:txBody>
          <a:bodyPr wrap="none" rtlCol="0">
            <a:spAutoFit/>
          </a:bodyPr>
          <a:lstStyle/>
          <a:p>
            <a:r>
              <a:rPr lang="de-CH" sz="1200" dirty="0">
                <a:solidFill>
                  <a:srgbClr val="004D52"/>
                </a:solidFill>
              </a:rPr>
              <a:t>Gate 1</a:t>
            </a:r>
          </a:p>
        </p:txBody>
      </p:sp>
      <p:sp>
        <p:nvSpPr>
          <p:cNvPr id="15" name="Textfeld 14">
            <a:extLst>
              <a:ext uri="{FF2B5EF4-FFF2-40B4-BE49-F238E27FC236}">
                <a16:creationId xmlns:a16="http://schemas.microsoft.com/office/drawing/2014/main" id="{2B791BBF-712A-1019-E716-B7DC5105896F}"/>
              </a:ext>
            </a:extLst>
          </p:cNvPr>
          <p:cNvSpPr txBox="1"/>
          <p:nvPr/>
        </p:nvSpPr>
        <p:spPr>
          <a:xfrm>
            <a:off x="6945631" y="2831989"/>
            <a:ext cx="1353256" cy="276999"/>
          </a:xfrm>
          <a:prstGeom prst="rect">
            <a:avLst/>
          </a:prstGeom>
          <a:noFill/>
        </p:spPr>
        <p:txBody>
          <a:bodyPr wrap="none" rtlCol="0">
            <a:spAutoFit/>
          </a:bodyPr>
          <a:lstStyle/>
          <a:p>
            <a:r>
              <a:rPr lang="de-CH" sz="1200" dirty="0">
                <a:solidFill>
                  <a:srgbClr val="004D52"/>
                </a:solidFill>
              </a:rPr>
              <a:t>Gate 2 (Release)</a:t>
            </a:r>
          </a:p>
        </p:txBody>
      </p:sp>
      <p:sp>
        <p:nvSpPr>
          <p:cNvPr id="16" name="Textfeld 15">
            <a:extLst>
              <a:ext uri="{FF2B5EF4-FFF2-40B4-BE49-F238E27FC236}">
                <a16:creationId xmlns:a16="http://schemas.microsoft.com/office/drawing/2014/main" id="{6078BD15-01A1-D03E-A905-CED742D8CEB1}"/>
              </a:ext>
            </a:extLst>
          </p:cNvPr>
          <p:cNvSpPr txBox="1"/>
          <p:nvPr/>
        </p:nvSpPr>
        <p:spPr>
          <a:xfrm>
            <a:off x="7241689" y="3145271"/>
            <a:ext cx="1481496" cy="276999"/>
          </a:xfrm>
          <a:prstGeom prst="rect">
            <a:avLst/>
          </a:prstGeom>
          <a:noFill/>
        </p:spPr>
        <p:txBody>
          <a:bodyPr wrap="none" rtlCol="0">
            <a:spAutoFit/>
          </a:bodyPr>
          <a:lstStyle/>
          <a:p>
            <a:r>
              <a:rPr lang="de-CH" sz="1200" dirty="0">
                <a:solidFill>
                  <a:srgbClr val="004D52"/>
                </a:solidFill>
              </a:rPr>
              <a:t>Gate 3 (Release 1)</a:t>
            </a:r>
          </a:p>
        </p:txBody>
      </p:sp>
      <p:sp>
        <p:nvSpPr>
          <p:cNvPr id="17" name="Pfeil: Fünfeck 16">
            <a:extLst>
              <a:ext uri="{FF2B5EF4-FFF2-40B4-BE49-F238E27FC236}">
                <a16:creationId xmlns:a16="http://schemas.microsoft.com/office/drawing/2014/main" id="{DA807E33-092D-7D96-E6D3-0338CB2A9DE6}"/>
              </a:ext>
            </a:extLst>
          </p:cNvPr>
          <p:cNvSpPr/>
          <p:nvPr/>
        </p:nvSpPr>
        <p:spPr>
          <a:xfrm>
            <a:off x="3453203" y="3340225"/>
            <a:ext cx="851647" cy="419548"/>
          </a:xfrm>
          <a:prstGeom prst="homePlate">
            <a:avLst/>
          </a:prstGeom>
        </p:spPr>
        <p:style>
          <a:lnRef idx="3">
            <a:schemeClr val="lt1"/>
          </a:lnRef>
          <a:fillRef idx="1">
            <a:schemeClr val="accent2"/>
          </a:fillRef>
          <a:effectRef idx="1">
            <a:schemeClr val="accent2"/>
          </a:effectRef>
          <a:fontRef idx="minor">
            <a:schemeClr val="lt1"/>
          </a:fontRef>
        </p:style>
        <p:txBody>
          <a:bodyPr rtlCol="0" anchor="ctr"/>
          <a:lstStyle/>
          <a:p>
            <a:r>
              <a:rPr lang="de-CH" sz="1200" dirty="0">
                <a:solidFill>
                  <a:schemeClr val="bg1"/>
                </a:solidFill>
              </a:rPr>
              <a:t>AP2 xxx</a:t>
            </a:r>
          </a:p>
        </p:txBody>
      </p:sp>
      <p:sp>
        <p:nvSpPr>
          <p:cNvPr id="18" name="Pfeil: Fünfeck 17">
            <a:extLst>
              <a:ext uri="{FF2B5EF4-FFF2-40B4-BE49-F238E27FC236}">
                <a16:creationId xmlns:a16="http://schemas.microsoft.com/office/drawing/2014/main" id="{ACEE02B6-0917-5A3C-3502-D0E1D887F875}"/>
              </a:ext>
            </a:extLst>
          </p:cNvPr>
          <p:cNvSpPr/>
          <p:nvPr/>
        </p:nvSpPr>
        <p:spPr>
          <a:xfrm>
            <a:off x="5093522" y="3761595"/>
            <a:ext cx="2029833" cy="419548"/>
          </a:xfrm>
          <a:prstGeom prst="homePlate">
            <a:avLst/>
          </a:prstGeom>
        </p:spPr>
        <p:style>
          <a:lnRef idx="3">
            <a:schemeClr val="lt1"/>
          </a:lnRef>
          <a:fillRef idx="1">
            <a:schemeClr val="accent2"/>
          </a:fillRef>
          <a:effectRef idx="1">
            <a:schemeClr val="accent2"/>
          </a:effectRef>
          <a:fontRef idx="minor">
            <a:schemeClr val="lt1"/>
          </a:fontRef>
        </p:style>
        <p:txBody>
          <a:bodyPr rtlCol="0" anchor="ctr"/>
          <a:lstStyle/>
          <a:p>
            <a:r>
              <a:rPr lang="de-CH" sz="1200" dirty="0">
                <a:solidFill>
                  <a:schemeClr val="bg1"/>
                </a:solidFill>
              </a:rPr>
              <a:t>AP3 </a:t>
            </a:r>
            <a:r>
              <a:rPr lang="de-CH" sz="1200" dirty="0" err="1">
                <a:solidFill>
                  <a:schemeClr val="bg1"/>
                </a:solidFill>
              </a:rPr>
              <a:t>xxxxx</a:t>
            </a:r>
            <a:endParaRPr lang="de-CH" sz="1200" dirty="0">
              <a:solidFill>
                <a:schemeClr val="bg1"/>
              </a:solidFill>
            </a:endParaRPr>
          </a:p>
        </p:txBody>
      </p:sp>
      <p:sp>
        <p:nvSpPr>
          <p:cNvPr id="19" name="Pfeil: Fünfeck 18">
            <a:extLst>
              <a:ext uri="{FF2B5EF4-FFF2-40B4-BE49-F238E27FC236}">
                <a16:creationId xmlns:a16="http://schemas.microsoft.com/office/drawing/2014/main" id="{E5F69FE0-10AD-82A4-D6F3-6046502E8778}"/>
              </a:ext>
            </a:extLst>
          </p:cNvPr>
          <p:cNvSpPr/>
          <p:nvPr/>
        </p:nvSpPr>
        <p:spPr>
          <a:xfrm>
            <a:off x="7320982" y="4251627"/>
            <a:ext cx="2952571" cy="1023289"/>
          </a:xfrm>
          <a:prstGeom prst="homePlate">
            <a:avLst/>
          </a:prstGeom>
        </p:spPr>
        <p:style>
          <a:lnRef idx="3">
            <a:schemeClr val="lt1"/>
          </a:lnRef>
          <a:fillRef idx="1">
            <a:schemeClr val="accent5"/>
          </a:fillRef>
          <a:effectRef idx="1">
            <a:schemeClr val="accent5"/>
          </a:effectRef>
          <a:fontRef idx="minor">
            <a:schemeClr val="lt1"/>
          </a:fontRef>
        </p:style>
        <p:txBody>
          <a:bodyPr rtlCol="0" anchor="ctr"/>
          <a:lstStyle/>
          <a:p>
            <a:r>
              <a:rPr lang="de-CH" sz="1200" dirty="0">
                <a:solidFill>
                  <a:schemeClr val="bg1"/>
                </a:solidFill>
              </a:rPr>
              <a:t>AP4 </a:t>
            </a:r>
            <a:r>
              <a:rPr lang="de-CH" sz="1200" dirty="0" err="1">
                <a:solidFill>
                  <a:schemeClr val="bg1"/>
                </a:solidFill>
              </a:rPr>
              <a:t>Xxx</a:t>
            </a:r>
            <a:r>
              <a:rPr lang="de-CH" sz="1200" dirty="0">
                <a:solidFill>
                  <a:schemeClr val="bg1"/>
                </a:solidFill>
              </a:rPr>
              <a:t> </a:t>
            </a:r>
            <a:r>
              <a:rPr lang="de-CH" sz="1200" dirty="0" err="1">
                <a:solidFill>
                  <a:schemeClr val="bg1"/>
                </a:solidFill>
              </a:rPr>
              <a:t>ConfigTool</a:t>
            </a:r>
            <a:endParaRPr lang="de-CH" sz="1200" dirty="0">
              <a:solidFill>
                <a:schemeClr val="bg1"/>
              </a:solidFill>
            </a:endParaRPr>
          </a:p>
          <a:p>
            <a:r>
              <a:rPr lang="de-CH" sz="1200" dirty="0">
                <a:solidFill>
                  <a:schemeClr val="bg1"/>
                </a:solidFill>
              </a:rPr>
              <a:t>AP5 Verifikation</a:t>
            </a:r>
          </a:p>
          <a:p>
            <a:r>
              <a:rPr lang="de-CH" sz="1200" dirty="0">
                <a:solidFill>
                  <a:schemeClr val="bg1"/>
                </a:solidFill>
              </a:rPr>
              <a:t>AP6 Lora</a:t>
            </a:r>
          </a:p>
          <a:p>
            <a:r>
              <a:rPr lang="de-CH" sz="1200" dirty="0">
                <a:solidFill>
                  <a:schemeClr val="bg1"/>
                </a:solidFill>
              </a:rPr>
              <a:t>AP7 </a:t>
            </a:r>
            <a:r>
              <a:rPr lang="de-CH" sz="1200" dirty="0" err="1">
                <a:solidFill>
                  <a:schemeClr val="bg1"/>
                </a:solidFill>
              </a:rPr>
              <a:t>Calibration</a:t>
            </a:r>
            <a:endParaRPr lang="de-CH" sz="1200" dirty="0">
              <a:solidFill>
                <a:schemeClr val="bg1"/>
              </a:solidFill>
            </a:endParaRPr>
          </a:p>
        </p:txBody>
      </p:sp>
      <p:sp>
        <p:nvSpPr>
          <p:cNvPr id="20" name="Pfeil: Fünfeck 19">
            <a:extLst>
              <a:ext uri="{FF2B5EF4-FFF2-40B4-BE49-F238E27FC236}">
                <a16:creationId xmlns:a16="http://schemas.microsoft.com/office/drawing/2014/main" id="{5B012E3E-E9C9-1476-2FEE-2ED3E5A4DE83}"/>
              </a:ext>
            </a:extLst>
          </p:cNvPr>
          <p:cNvSpPr/>
          <p:nvPr/>
        </p:nvSpPr>
        <p:spPr>
          <a:xfrm>
            <a:off x="6367081" y="5581853"/>
            <a:ext cx="5190171" cy="290457"/>
          </a:xfrm>
          <a:prstGeom prst="homePlate">
            <a:avLst/>
          </a:prstGeom>
        </p:spPr>
        <p:style>
          <a:lnRef idx="3">
            <a:schemeClr val="lt1"/>
          </a:lnRef>
          <a:fillRef idx="1">
            <a:schemeClr val="accent4"/>
          </a:fillRef>
          <a:effectRef idx="1">
            <a:schemeClr val="accent4"/>
          </a:effectRef>
          <a:fontRef idx="minor">
            <a:schemeClr val="lt1"/>
          </a:fontRef>
        </p:style>
        <p:txBody>
          <a:bodyPr rtlCol="0" anchor="ctr"/>
          <a:lstStyle/>
          <a:p>
            <a:r>
              <a:rPr lang="de-CH" sz="1200" dirty="0">
                <a:solidFill>
                  <a:schemeClr val="bg1"/>
                </a:solidFill>
              </a:rPr>
              <a:t>Unterhalt</a:t>
            </a:r>
          </a:p>
        </p:txBody>
      </p:sp>
      <p:sp>
        <p:nvSpPr>
          <p:cNvPr id="21" name="Flussdiagramm: Verzweigung 20">
            <a:extLst>
              <a:ext uri="{FF2B5EF4-FFF2-40B4-BE49-F238E27FC236}">
                <a16:creationId xmlns:a16="http://schemas.microsoft.com/office/drawing/2014/main" id="{5C022666-856D-D1A3-E6FD-FE27C863AA13}"/>
              </a:ext>
            </a:extLst>
          </p:cNvPr>
          <p:cNvSpPr/>
          <p:nvPr/>
        </p:nvSpPr>
        <p:spPr>
          <a:xfrm>
            <a:off x="10323475" y="4608972"/>
            <a:ext cx="150607" cy="290457"/>
          </a:xfrm>
          <a:prstGeom prst="flowChartDecisio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CH" sz="1200"/>
          </a:p>
        </p:txBody>
      </p:sp>
      <p:sp>
        <p:nvSpPr>
          <p:cNvPr id="22" name="Textfeld 21">
            <a:extLst>
              <a:ext uri="{FF2B5EF4-FFF2-40B4-BE49-F238E27FC236}">
                <a16:creationId xmlns:a16="http://schemas.microsoft.com/office/drawing/2014/main" id="{8F42437D-F263-93B0-B1BF-AC7A89E8AF0E}"/>
              </a:ext>
            </a:extLst>
          </p:cNvPr>
          <p:cNvSpPr txBox="1"/>
          <p:nvPr/>
        </p:nvSpPr>
        <p:spPr>
          <a:xfrm>
            <a:off x="10441808" y="4615700"/>
            <a:ext cx="873957" cy="276999"/>
          </a:xfrm>
          <a:prstGeom prst="rect">
            <a:avLst/>
          </a:prstGeom>
          <a:noFill/>
        </p:spPr>
        <p:txBody>
          <a:bodyPr wrap="none" rtlCol="0">
            <a:spAutoFit/>
          </a:bodyPr>
          <a:lstStyle/>
          <a:p>
            <a:r>
              <a:rPr lang="de-CH" sz="1200" dirty="0">
                <a:solidFill>
                  <a:srgbClr val="004D52"/>
                </a:solidFill>
              </a:rPr>
              <a:t>Release 2</a:t>
            </a:r>
          </a:p>
        </p:txBody>
      </p:sp>
    </p:spTree>
    <p:extLst>
      <p:ext uri="{BB962C8B-B14F-4D97-AF65-F5344CB8AC3E}">
        <p14:creationId xmlns:p14="http://schemas.microsoft.com/office/powerpoint/2010/main" val="951173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platzhalter 67">
            <a:extLst>
              <a:ext uri="{FF2B5EF4-FFF2-40B4-BE49-F238E27FC236}">
                <a16:creationId xmlns:a16="http://schemas.microsoft.com/office/drawing/2014/main" id="{7AF6E9C7-8F4F-FEA8-1F87-4E1E19ECE538}"/>
              </a:ext>
            </a:extLst>
          </p:cNvPr>
          <p:cNvSpPr>
            <a:spLocks noGrp="1"/>
          </p:cNvSpPr>
          <p:nvPr>
            <p:ph type="body" idx="36"/>
          </p:nvPr>
        </p:nvSpPr>
        <p:spPr/>
        <p:txBody>
          <a:bodyPr/>
          <a:lstStyle/>
          <a:p>
            <a:endParaRPr lang="de-CH"/>
          </a:p>
        </p:txBody>
      </p:sp>
      <p:sp>
        <p:nvSpPr>
          <p:cNvPr id="69" name="Textplatzhalter 68">
            <a:extLst>
              <a:ext uri="{FF2B5EF4-FFF2-40B4-BE49-F238E27FC236}">
                <a16:creationId xmlns:a16="http://schemas.microsoft.com/office/drawing/2014/main" id="{075D34A6-A6C4-29C6-887E-5F4C62E4D1E3}"/>
              </a:ext>
            </a:extLst>
          </p:cNvPr>
          <p:cNvSpPr>
            <a:spLocks noGrp="1"/>
          </p:cNvSpPr>
          <p:nvPr>
            <p:ph type="body" idx="37"/>
          </p:nvPr>
        </p:nvSpPr>
        <p:spPr/>
        <p:txBody>
          <a:bodyPr/>
          <a:lstStyle/>
          <a:p>
            <a:endParaRPr lang="de-CH"/>
          </a:p>
        </p:txBody>
      </p:sp>
      <p:sp>
        <p:nvSpPr>
          <p:cNvPr id="70" name="Textplatzhalter 69">
            <a:extLst>
              <a:ext uri="{FF2B5EF4-FFF2-40B4-BE49-F238E27FC236}">
                <a16:creationId xmlns:a16="http://schemas.microsoft.com/office/drawing/2014/main" id="{8A46AC17-A235-4EEA-B9A7-CA3445C39EAD}"/>
              </a:ext>
            </a:extLst>
          </p:cNvPr>
          <p:cNvSpPr>
            <a:spLocks noGrp="1"/>
          </p:cNvSpPr>
          <p:nvPr>
            <p:ph type="body" idx="38"/>
          </p:nvPr>
        </p:nvSpPr>
        <p:spPr/>
        <p:txBody>
          <a:bodyPr/>
          <a:lstStyle/>
          <a:p>
            <a:endParaRPr lang="de-CH"/>
          </a:p>
        </p:txBody>
      </p:sp>
      <p:sp>
        <p:nvSpPr>
          <p:cNvPr id="66" name="Bildplatzhalter 65">
            <a:extLst>
              <a:ext uri="{FF2B5EF4-FFF2-40B4-BE49-F238E27FC236}">
                <a16:creationId xmlns:a16="http://schemas.microsoft.com/office/drawing/2014/main" id="{A8D3C88B-2386-405E-F1F8-1F54724ED4D0}"/>
              </a:ext>
            </a:extLst>
          </p:cNvPr>
          <p:cNvSpPr>
            <a:spLocks noGrp="1"/>
          </p:cNvSpPr>
          <p:nvPr>
            <p:ph type="pic" sz="quarter" idx="18"/>
          </p:nvPr>
        </p:nvSpPr>
        <p:spPr/>
        <p:txBody>
          <a:bodyPr/>
          <a:lstStyle/>
          <a:p>
            <a:endParaRPr lang="de-CH"/>
          </a:p>
        </p:txBody>
      </p:sp>
      <p:sp>
        <p:nvSpPr>
          <p:cNvPr id="67" name="Bildplatzhalter 66">
            <a:extLst>
              <a:ext uri="{FF2B5EF4-FFF2-40B4-BE49-F238E27FC236}">
                <a16:creationId xmlns:a16="http://schemas.microsoft.com/office/drawing/2014/main" id="{966AA2AB-6744-8A84-F364-3261DF0FA98E}"/>
              </a:ext>
            </a:extLst>
          </p:cNvPr>
          <p:cNvSpPr>
            <a:spLocks noGrp="1"/>
          </p:cNvSpPr>
          <p:nvPr>
            <p:ph type="pic" sz="quarter" idx="20"/>
          </p:nvPr>
        </p:nvSpPr>
        <p:spPr/>
        <p:txBody>
          <a:bodyPr/>
          <a:lstStyle/>
          <a:p>
            <a:endParaRPr lang="de-CH"/>
          </a:p>
        </p:txBody>
      </p:sp>
      <p:sp>
        <p:nvSpPr>
          <p:cNvPr id="65" name="Bildplatzhalter 64">
            <a:extLst>
              <a:ext uri="{FF2B5EF4-FFF2-40B4-BE49-F238E27FC236}">
                <a16:creationId xmlns:a16="http://schemas.microsoft.com/office/drawing/2014/main" id="{A0367F11-54AF-A3D9-CC80-1F666D5742B3}"/>
              </a:ext>
            </a:extLst>
          </p:cNvPr>
          <p:cNvSpPr>
            <a:spLocks noGrp="1"/>
          </p:cNvSpPr>
          <p:nvPr>
            <p:ph type="pic" sz="quarter" idx="13"/>
          </p:nvPr>
        </p:nvSpPr>
        <p:spPr/>
        <p:txBody>
          <a:bodyPr/>
          <a:lstStyle/>
          <a:p>
            <a:endParaRPr lang="de-CH"/>
          </a:p>
        </p:txBody>
      </p:sp>
      <p:sp>
        <p:nvSpPr>
          <p:cNvPr id="71" name="Textplatzhalter 70">
            <a:extLst>
              <a:ext uri="{FF2B5EF4-FFF2-40B4-BE49-F238E27FC236}">
                <a16:creationId xmlns:a16="http://schemas.microsoft.com/office/drawing/2014/main" id="{743FB7C1-40C2-3647-CDC9-3FD16E01BB38}"/>
              </a:ext>
            </a:extLst>
          </p:cNvPr>
          <p:cNvSpPr>
            <a:spLocks noGrp="1"/>
          </p:cNvSpPr>
          <p:nvPr>
            <p:ph type="body" sz="quarter" idx="39"/>
          </p:nvPr>
        </p:nvSpPr>
        <p:spPr/>
        <p:txBody>
          <a:bodyPr/>
          <a:lstStyle/>
          <a:p>
            <a:endParaRPr lang="de-CH"/>
          </a:p>
        </p:txBody>
      </p:sp>
      <p:sp>
        <p:nvSpPr>
          <p:cNvPr id="72" name="Textplatzhalter 71">
            <a:extLst>
              <a:ext uri="{FF2B5EF4-FFF2-40B4-BE49-F238E27FC236}">
                <a16:creationId xmlns:a16="http://schemas.microsoft.com/office/drawing/2014/main" id="{67C8CD40-FE38-5817-E78A-D684BB30334A}"/>
              </a:ext>
            </a:extLst>
          </p:cNvPr>
          <p:cNvSpPr>
            <a:spLocks noGrp="1"/>
          </p:cNvSpPr>
          <p:nvPr>
            <p:ph type="body" sz="quarter" idx="40"/>
          </p:nvPr>
        </p:nvSpPr>
        <p:spPr/>
        <p:txBody>
          <a:bodyPr/>
          <a:lstStyle/>
          <a:p>
            <a:endParaRPr lang="de-CH"/>
          </a:p>
        </p:txBody>
      </p:sp>
      <p:sp>
        <p:nvSpPr>
          <p:cNvPr id="73" name="Textplatzhalter 72">
            <a:extLst>
              <a:ext uri="{FF2B5EF4-FFF2-40B4-BE49-F238E27FC236}">
                <a16:creationId xmlns:a16="http://schemas.microsoft.com/office/drawing/2014/main" id="{A22D9463-F539-B41A-DCB4-9DEE83F1886E}"/>
              </a:ext>
            </a:extLst>
          </p:cNvPr>
          <p:cNvSpPr>
            <a:spLocks noGrp="1"/>
          </p:cNvSpPr>
          <p:nvPr>
            <p:ph type="body" sz="quarter" idx="41"/>
          </p:nvPr>
        </p:nvSpPr>
        <p:spPr/>
        <p:txBody>
          <a:bodyPr/>
          <a:lstStyle/>
          <a:p>
            <a:endParaRPr lang="de-CH"/>
          </a:p>
        </p:txBody>
      </p:sp>
      <p:sp>
        <p:nvSpPr>
          <p:cNvPr id="74" name="Textplatzhalter 73">
            <a:extLst>
              <a:ext uri="{FF2B5EF4-FFF2-40B4-BE49-F238E27FC236}">
                <a16:creationId xmlns:a16="http://schemas.microsoft.com/office/drawing/2014/main" id="{4C87EB6F-CA16-8E1E-F7FB-3BB2CD69C6E4}"/>
              </a:ext>
            </a:extLst>
          </p:cNvPr>
          <p:cNvSpPr>
            <a:spLocks noGrp="1"/>
          </p:cNvSpPr>
          <p:nvPr>
            <p:ph type="body" sz="quarter" idx="42"/>
          </p:nvPr>
        </p:nvSpPr>
        <p:spPr/>
        <p:txBody>
          <a:bodyPr/>
          <a:lstStyle/>
          <a:p>
            <a:endParaRPr lang="de-CH"/>
          </a:p>
        </p:txBody>
      </p:sp>
      <p:sp>
        <p:nvSpPr>
          <p:cNvPr id="75" name="Textplatzhalter 74">
            <a:extLst>
              <a:ext uri="{FF2B5EF4-FFF2-40B4-BE49-F238E27FC236}">
                <a16:creationId xmlns:a16="http://schemas.microsoft.com/office/drawing/2014/main" id="{1887621C-C4E3-64EF-9150-A08DCEAD94D5}"/>
              </a:ext>
            </a:extLst>
          </p:cNvPr>
          <p:cNvSpPr>
            <a:spLocks noGrp="1"/>
          </p:cNvSpPr>
          <p:nvPr>
            <p:ph type="body" sz="quarter" idx="49"/>
          </p:nvPr>
        </p:nvSpPr>
        <p:spPr/>
        <p:txBody>
          <a:bodyPr/>
          <a:lstStyle/>
          <a:p>
            <a:endParaRPr lang="de-CH"/>
          </a:p>
        </p:txBody>
      </p:sp>
      <p:sp>
        <p:nvSpPr>
          <p:cNvPr id="76" name="Textplatzhalter 75">
            <a:extLst>
              <a:ext uri="{FF2B5EF4-FFF2-40B4-BE49-F238E27FC236}">
                <a16:creationId xmlns:a16="http://schemas.microsoft.com/office/drawing/2014/main" id="{A51DC83F-61D7-A787-BC69-83660803E19C}"/>
              </a:ext>
            </a:extLst>
          </p:cNvPr>
          <p:cNvSpPr>
            <a:spLocks noGrp="1"/>
          </p:cNvSpPr>
          <p:nvPr>
            <p:ph type="body" sz="quarter" idx="50"/>
          </p:nvPr>
        </p:nvSpPr>
        <p:spPr/>
        <p:txBody>
          <a:bodyPr/>
          <a:lstStyle/>
          <a:p>
            <a:endParaRPr lang="de-CH"/>
          </a:p>
        </p:txBody>
      </p:sp>
      <p:sp>
        <p:nvSpPr>
          <p:cNvPr id="14" name="Slide Number Placeholder 13">
            <a:extLst>
              <a:ext uri="{FF2B5EF4-FFF2-40B4-BE49-F238E27FC236}">
                <a16:creationId xmlns:a16="http://schemas.microsoft.com/office/drawing/2014/main" id="{0931DBEE-284B-9D97-8A83-FDAECC14D89A}"/>
              </a:ext>
            </a:extLst>
          </p:cNvPr>
          <p:cNvSpPr>
            <a:spLocks noGrp="1"/>
          </p:cNvSpPr>
          <p:nvPr>
            <p:ph type="sldNum" sz="quarter" idx="4"/>
          </p:nvPr>
        </p:nvSpPr>
        <p:spPr/>
        <p:txBody>
          <a:bodyPr/>
          <a:lstStyle/>
          <a:p>
            <a:fld id="{8B4F2566-6049-46AE-8362-19E16D5BA91B}" type="slidenum">
              <a:rPr lang="en-GB" smtClean="0"/>
              <a:pPr/>
              <a:t>17</a:t>
            </a:fld>
            <a:endParaRPr lang="en-GB" dirty="0"/>
          </a:p>
        </p:txBody>
      </p:sp>
      <p:sp>
        <p:nvSpPr>
          <p:cNvPr id="15" name="Text Placeholder 14">
            <a:extLst>
              <a:ext uri="{FF2B5EF4-FFF2-40B4-BE49-F238E27FC236}">
                <a16:creationId xmlns:a16="http://schemas.microsoft.com/office/drawing/2014/main" id="{C2F7BC5C-D64E-8881-FFCB-695AEAC7BD26}"/>
              </a:ext>
            </a:extLst>
          </p:cNvPr>
          <p:cNvSpPr>
            <a:spLocks noGrp="1"/>
          </p:cNvSpPr>
          <p:nvPr>
            <p:ph type="body" sz="quarter" idx="51"/>
          </p:nvPr>
        </p:nvSpPr>
        <p:spPr/>
        <p:txBody>
          <a:bodyPr/>
          <a:lstStyle/>
          <a:p>
            <a:r>
              <a:rPr lang="de-DE" dirty="0"/>
              <a:t>Firmenname</a:t>
            </a:r>
            <a:endParaRPr lang="de-CH" dirty="0"/>
          </a:p>
        </p:txBody>
      </p:sp>
      <p:sp>
        <p:nvSpPr>
          <p:cNvPr id="77" name="Textplatzhalter 76">
            <a:extLst>
              <a:ext uri="{FF2B5EF4-FFF2-40B4-BE49-F238E27FC236}">
                <a16:creationId xmlns:a16="http://schemas.microsoft.com/office/drawing/2014/main" id="{73395248-44C7-C1C9-4B0A-3F74B36E4E92}"/>
              </a:ext>
            </a:extLst>
          </p:cNvPr>
          <p:cNvSpPr>
            <a:spLocks noGrp="1"/>
          </p:cNvSpPr>
          <p:nvPr>
            <p:ph type="body" idx="52"/>
          </p:nvPr>
        </p:nvSpPr>
        <p:spPr/>
        <p:txBody>
          <a:bodyPr/>
          <a:lstStyle/>
          <a:p>
            <a:endParaRPr lang="de-CH"/>
          </a:p>
        </p:txBody>
      </p:sp>
      <p:sp>
        <p:nvSpPr>
          <p:cNvPr id="78" name="Textplatzhalter 77">
            <a:extLst>
              <a:ext uri="{FF2B5EF4-FFF2-40B4-BE49-F238E27FC236}">
                <a16:creationId xmlns:a16="http://schemas.microsoft.com/office/drawing/2014/main" id="{13F0C1AC-BF63-5190-EA5B-B511FD5CC1D9}"/>
              </a:ext>
            </a:extLst>
          </p:cNvPr>
          <p:cNvSpPr>
            <a:spLocks noGrp="1"/>
          </p:cNvSpPr>
          <p:nvPr>
            <p:ph type="body" idx="53"/>
          </p:nvPr>
        </p:nvSpPr>
        <p:spPr/>
        <p:txBody>
          <a:bodyPr/>
          <a:lstStyle/>
          <a:p>
            <a:endParaRPr lang="de-CH"/>
          </a:p>
        </p:txBody>
      </p:sp>
      <p:sp>
        <p:nvSpPr>
          <p:cNvPr id="79" name="Textplatzhalter 78">
            <a:extLst>
              <a:ext uri="{FF2B5EF4-FFF2-40B4-BE49-F238E27FC236}">
                <a16:creationId xmlns:a16="http://schemas.microsoft.com/office/drawing/2014/main" id="{21D3715D-34EE-F231-4DD0-2BE49CFBB339}"/>
              </a:ext>
            </a:extLst>
          </p:cNvPr>
          <p:cNvSpPr>
            <a:spLocks noGrp="1"/>
          </p:cNvSpPr>
          <p:nvPr>
            <p:ph type="body" idx="54"/>
          </p:nvPr>
        </p:nvSpPr>
        <p:spPr/>
        <p:txBody>
          <a:bodyPr/>
          <a:lstStyle/>
          <a:p>
            <a:endParaRPr lang="de-CH"/>
          </a:p>
        </p:txBody>
      </p:sp>
      <p:sp>
        <p:nvSpPr>
          <p:cNvPr id="80" name="Bildplatzhalter 79">
            <a:extLst>
              <a:ext uri="{FF2B5EF4-FFF2-40B4-BE49-F238E27FC236}">
                <a16:creationId xmlns:a16="http://schemas.microsoft.com/office/drawing/2014/main" id="{B6D2E77E-9AE0-9214-DFBC-BC21DEE0EE13}"/>
              </a:ext>
            </a:extLst>
          </p:cNvPr>
          <p:cNvSpPr>
            <a:spLocks noGrp="1"/>
          </p:cNvSpPr>
          <p:nvPr>
            <p:ph type="pic" sz="quarter" idx="55"/>
          </p:nvPr>
        </p:nvSpPr>
        <p:spPr/>
        <p:txBody>
          <a:bodyPr/>
          <a:lstStyle/>
          <a:p>
            <a:endParaRPr lang="de-CH"/>
          </a:p>
        </p:txBody>
      </p:sp>
      <p:sp>
        <p:nvSpPr>
          <p:cNvPr id="81" name="Bildplatzhalter 80">
            <a:extLst>
              <a:ext uri="{FF2B5EF4-FFF2-40B4-BE49-F238E27FC236}">
                <a16:creationId xmlns:a16="http://schemas.microsoft.com/office/drawing/2014/main" id="{9C14C02C-92F3-C86D-C9E5-488D3A9714F4}"/>
              </a:ext>
            </a:extLst>
          </p:cNvPr>
          <p:cNvSpPr>
            <a:spLocks noGrp="1"/>
          </p:cNvSpPr>
          <p:nvPr>
            <p:ph type="pic" sz="quarter" idx="56"/>
          </p:nvPr>
        </p:nvSpPr>
        <p:spPr/>
        <p:txBody>
          <a:bodyPr/>
          <a:lstStyle/>
          <a:p>
            <a:endParaRPr lang="de-CH"/>
          </a:p>
        </p:txBody>
      </p:sp>
      <p:sp>
        <p:nvSpPr>
          <p:cNvPr id="82" name="Bildplatzhalter 81">
            <a:extLst>
              <a:ext uri="{FF2B5EF4-FFF2-40B4-BE49-F238E27FC236}">
                <a16:creationId xmlns:a16="http://schemas.microsoft.com/office/drawing/2014/main" id="{4BEF1CF0-35D5-A1E2-1A5A-0E20447C39DE}"/>
              </a:ext>
            </a:extLst>
          </p:cNvPr>
          <p:cNvSpPr>
            <a:spLocks noGrp="1"/>
          </p:cNvSpPr>
          <p:nvPr>
            <p:ph type="pic" sz="quarter" idx="57"/>
          </p:nvPr>
        </p:nvSpPr>
        <p:spPr/>
        <p:txBody>
          <a:bodyPr/>
          <a:lstStyle/>
          <a:p>
            <a:endParaRPr lang="de-CH"/>
          </a:p>
        </p:txBody>
      </p:sp>
      <p:sp>
        <p:nvSpPr>
          <p:cNvPr id="83" name="Textplatzhalter 82">
            <a:extLst>
              <a:ext uri="{FF2B5EF4-FFF2-40B4-BE49-F238E27FC236}">
                <a16:creationId xmlns:a16="http://schemas.microsoft.com/office/drawing/2014/main" id="{B277987E-8B6F-31CC-0BCF-BF031CD4D375}"/>
              </a:ext>
            </a:extLst>
          </p:cNvPr>
          <p:cNvSpPr>
            <a:spLocks noGrp="1"/>
          </p:cNvSpPr>
          <p:nvPr>
            <p:ph type="body" sz="quarter" idx="58"/>
          </p:nvPr>
        </p:nvSpPr>
        <p:spPr/>
        <p:txBody>
          <a:bodyPr/>
          <a:lstStyle/>
          <a:p>
            <a:endParaRPr lang="de-CH"/>
          </a:p>
        </p:txBody>
      </p:sp>
      <p:sp>
        <p:nvSpPr>
          <p:cNvPr id="84" name="Textplatzhalter 83">
            <a:extLst>
              <a:ext uri="{FF2B5EF4-FFF2-40B4-BE49-F238E27FC236}">
                <a16:creationId xmlns:a16="http://schemas.microsoft.com/office/drawing/2014/main" id="{4C4341A4-E04C-98C0-510E-451241D95EF9}"/>
              </a:ext>
            </a:extLst>
          </p:cNvPr>
          <p:cNvSpPr>
            <a:spLocks noGrp="1"/>
          </p:cNvSpPr>
          <p:nvPr>
            <p:ph type="body" sz="quarter" idx="59"/>
          </p:nvPr>
        </p:nvSpPr>
        <p:spPr/>
        <p:txBody>
          <a:bodyPr/>
          <a:lstStyle/>
          <a:p>
            <a:endParaRPr lang="de-CH"/>
          </a:p>
        </p:txBody>
      </p:sp>
      <p:sp>
        <p:nvSpPr>
          <p:cNvPr id="85" name="Textplatzhalter 84">
            <a:extLst>
              <a:ext uri="{FF2B5EF4-FFF2-40B4-BE49-F238E27FC236}">
                <a16:creationId xmlns:a16="http://schemas.microsoft.com/office/drawing/2014/main" id="{458E5FDE-E210-3FEF-FF93-C1349622D0FD}"/>
              </a:ext>
            </a:extLst>
          </p:cNvPr>
          <p:cNvSpPr>
            <a:spLocks noGrp="1"/>
          </p:cNvSpPr>
          <p:nvPr>
            <p:ph type="body" sz="quarter" idx="60"/>
          </p:nvPr>
        </p:nvSpPr>
        <p:spPr/>
        <p:txBody>
          <a:bodyPr/>
          <a:lstStyle/>
          <a:p>
            <a:endParaRPr lang="de-CH"/>
          </a:p>
        </p:txBody>
      </p:sp>
      <p:sp>
        <p:nvSpPr>
          <p:cNvPr id="86" name="Textplatzhalter 85">
            <a:extLst>
              <a:ext uri="{FF2B5EF4-FFF2-40B4-BE49-F238E27FC236}">
                <a16:creationId xmlns:a16="http://schemas.microsoft.com/office/drawing/2014/main" id="{9A0ABB37-3995-B863-B4E1-34521D550EBA}"/>
              </a:ext>
            </a:extLst>
          </p:cNvPr>
          <p:cNvSpPr>
            <a:spLocks noGrp="1"/>
          </p:cNvSpPr>
          <p:nvPr>
            <p:ph type="body" sz="quarter" idx="61"/>
          </p:nvPr>
        </p:nvSpPr>
        <p:spPr/>
        <p:txBody>
          <a:bodyPr/>
          <a:lstStyle/>
          <a:p>
            <a:endParaRPr lang="de-CH"/>
          </a:p>
        </p:txBody>
      </p:sp>
      <p:sp>
        <p:nvSpPr>
          <p:cNvPr id="87" name="Textplatzhalter 86">
            <a:extLst>
              <a:ext uri="{FF2B5EF4-FFF2-40B4-BE49-F238E27FC236}">
                <a16:creationId xmlns:a16="http://schemas.microsoft.com/office/drawing/2014/main" id="{64DABB48-88E9-7CAC-E917-67A432DABEE0}"/>
              </a:ext>
            </a:extLst>
          </p:cNvPr>
          <p:cNvSpPr>
            <a:spLocks noGrp="1"/>
          </p:cNvSpPr>
          <p:nvPr>
            <p:ph type="body" sz="quarter" idx="62"/>
          </p:nvPr>
        </p:nvSpPr>
        <p:spPr/>
        <p:txBody>
          <a:bodyPr/>
          <a:lstStyle/>
          <a:p>
            <a:endParaRPr lang="de-CH"/>
          </a:p>
        </p:txBody>
      </p:sp>
      <p:sp>
        <p:nvSpPr>
          <p:cNvPr id="88" name="Textplatzhalter 87">
            <a:extLst>
              <a:ext uri="{FF2B5EF4-FFF2-40B4-BE49-F238E27FC236}">
                <a16:creationId xmlns:a16="http://schemas.microsoft.com/office/drawing/2014/main" id="{53D2B455-96E4-9CB3-1B53-3032CEE12C77}"/>
              </a:ext>
            </a:extLst>
          </p:cNvPr>
          <p:cNvSpPr>
            <a:spLocks noGrp="1"/>
          </p:cNvSpPr>
          <p:nvPr>
            <p:ph type="body" sz="quarter" idx="63"/>
          </p:nvPr>
        </p:nvSpPr>
        <p:spPr/>
        <p:txBody>
          <a:bodyPr/>
          <a:lstStyle/>
          <a:p>
            <a:endParaRPr lang="de-CH"/>
          </a:p>
        </p:txBody>
      </p:sp>
      <p:sp>
        <p:nvSpPr>
          <p:cNvPr id="89" name="Textplatzhalter 88">
            <a:extLst>
              <a:ext uri="{FF2B5EF4-FFF2-40B4-BE49-F238E27FC236}">
                <a16:creationId xmlns:a16="http://schemas.microsoft.com/office/drawing/2014/main" id="{7C5BB2B3-6711-6FE4-69A2-D3D9BEDFCD5C}"/>
              </a:ext>
            </a:extLst>
          </p:cNvPr>
          <p:cNvSpPr>
            <a:spLocks noGrp="1"/>
          </p:cNvSpPr>
          <p:nvPr>
            <p:ph type="body" idx="64"/>
          </p:nvPr>
        </p:nvSpPr>
        <p:spPr/>
        <p:txBody>
          <a:bodyPr/>
          <a:lstStyle/>
          <a:p>
            <a:endParaRPr lang="de-CH"/>
          </a:p>
        </p:txBody>
      </p:sp>
      <p:sp>
        <p:nvSpPr>
          <p:cNvPr id="90" name="Textplatzhalter 89">
            <a:extLst>
              <a:ext uri="{FF2B5EF4-FFF2-40B4-BE49-F238E27FC236}">
                <a16:creationId xmlns:a16="http://schemas.microsoft.com/office/drawing/2014/main" id="{8F4C1E81-25FD-241C-9229-334EE40CCEC3}"/>
              </a:ext>
            </a:extLst>
          </p:cNvPr>
          <p:cNvSpPr>
            <a:spLocks noGrp="1"/>
          </p:cNvSpPr>
          <p:nvPr>
            <p:ph type="body" idx="65"/>
          </p:nvPr>
        </p:nvSpPr>
        <p:spPr/>
        <p:txBody>
          <a:bodyPr/>
          <a:lstStyle/>
          <a:p>
            <a:endParaRPr lang="de-CH"/>
          </a:p>
        </p:txBody>
      </p:sp>
      <p:sp>
        <p:nvSpPr>
          <p:cNvPr id="91" name="Textplatzhalter 90">
            <a:extLst>
              <a:ext uri="{FF2B5EF4-FFF2-40B4-BE49-F238E27FC236}">
                <a16:creationId xmlns:a16="http://schemas.microsoft.com/office/drawing/2014/main" id="{1D24DBE3-6354-DC45-9D8E-CEA445D4DB1A}"/>
              </a:ext>
            </a:extLst>
          </p:cNvPr>
          <p:cNvSpPr>
            <a:spLocks noGrp="1"/>
          </p:cNvSpPr>
          <p:nvPr>
            <p:ph type="body" idx="66"/>
          </p:nvPr>
        </p:nvSpPr>
        <p:spPr/>
        <p:txBody>
          <a:bodyPr/>
          <a:lstStyle/>
          <a:p>
            <a:endParaRPr lang="de-CH"/>
          </a:p>
        </p:txBody>
      </p:sp>
      <p:sp>
        <p:nvSpPr>
          <p:cNvPr id="92" name="Bildplatzhalter 91">
            <a:extLst>
              <a:ext uri="{FF2B5EF4-FFF2-40B4-BE49-F238E27FC236}">
                <a16:creationId xmlns:a16="http://schemas.microsoft.com/office/drawing/2014/main" id="{E8DC30D2-0C85-8DE5-464A-6780D77EFF42}"/>
              </a:ext>
            </a:extLst>
          </p:cNvPr>
          <p:cNvSpPr>
            <a:spLocks noGrp="1"/>
          </p:cNvSpPr>
          <p:nvPr>
            <p:ph type="pic" sz="quarter" idx="67"/>
          </p:nvPr>
        </p:nvSpPr>
        <p:spPr/>
        <p:txBody>
          <a:bodyPr/>
          <a:lstStyle/>
          <a:p>
            <a:endParaRPr lang="de-CH"/>
          </a:p>
        </p:txBody>
      </p:sp>
      <p:sp>
        <p:nvSpPr>
          <p:cNvPr id="93" name="Bildplatzhalter 92">
            <a:extLst>
              <a:ext uri="{FF2B5EF4-FFF2-40B4-BE49-F238E27FC236}">
                <a16:creationId xmlns:a16="http://schemas.microsoft.com/office/drawing/2014/main" id="{7B4E2E97-E4F5-ACDF-6A60-A01246ECD893}"/>
              </a:ext>
            </a:extLst>
          </p:cNvPr>
          <p:cNvSpPr>
            <a:spLocks noGrp="1"/>
          </p:cNvSpPr>
          <p:nvPr>
            <p:ph type="pic" sz="quarter" idx="68"/>
          </p:nvPr>
        </p:nvSpPr>
        <p:spPr/>
        <p:txBody>
          <a:bodyPr/>
          <a:lstStyle/>
          <a:p>
            <a:endParaRPr lang="de-CH"/>
          </a:p>
        </p:txBody>
      </p:sp>
      <p:sp>
        <p:nvSpPr>
          <p:cNvPr id="94" name="Bildplatzhalter 93">
            <a:extLst>
              <a:ext uri="{FF2B5EF4-FFF2-40B4-BE49-F238E27FC236}">
                <a16:creationId xmlns:a16="http://schemas.microsoft.com/office/drawing/2014/main" id="{975C3655-FF2E-0999-8445-995ED9BD9B12}"/>
              </a:ext>
            </a:extLst>
          </p:cNvPr>
          <p:cNvSpPr>
            <a:spLocks noGrp="1"/>
          </p:cNvSpPr>
          <p:nvPr>
            <p:ph type="pic" sz="quarter" idx="69"/>
          </p:nvPr>
        </p:nvSpPr>
        <p:spPr/>
        <p:txBody>
          <a:bodyPr/>
          <a:lstStyle/>
          <a:p>
            <a:endParaRPr lang="de-CH"/>
          </a:p>
        </p:txBody>
      </p:sp>
      <p:sp>
        <p:nvSpPr>
          <p:cNvPr id="95" name="Textplatzhalter 94">
            <a:extLst>
              <a:ext uri="{FF2B5EF4-FFF2-40B4-BE49-F238E27FC236}">
                <a16:creationId xmlns:a16="http://schemas.microsoft.com/office/drawing/2014/main" id="{DDFE0341-1F08-DAFC-20B7-689DED2F2AE4}"/>
              </a:ext>
            </a:extLst>
          </p:cNvPr>
          <p:cNvSpPr>
            <a:spLocks noGrp="1"/>
          </p:cNvSpPr>
          <p:nvPr>
            <p:ph type="body" sz="quarter" idx="70"/>
          </p:nvPr>
        </p:nvSpPr>
        <p:spPr/>
        <p:txBody>
          <a:bodyPr/>
          <a:lstStyle/>
          <a:p>
            <a:endParaRPr lang="de-CH"/>
          </a:p>
        </p:txBody>
      </p:sp>
      <p:sp>
        <p:nvSpPr>
          <p:cNvPr id="96" name="Textplatzhalter 95">
            <a:extLst>
              <a:ext uri="{FF2B5EF4-FFF2-40B4-BE49-F238E27FC236}">
                <a16:creationId xmlns:a16="http://schemas.microsoft.com/office/drawing/2014/main" id="{3372A4A7-E253-6B80-8F28-D104F9C4B46D}"/>
              </a:ext>
            </a:extLst>
          </p:cNvPr>
          <p:cNvSpPr>
            <a:spLocks noGrp="1"/>
          </p:cNvSpPr>
          <p:nvPr>
            <p:ph type="body" sz="quarter" idx="71"/>
          </p:nvPr>
        </p:nvSpPr>
        <p:spPr/>
        <p:txBody>
          <a:bodyPr/>
          <a:lstStyle/>
          <a:p>
            <a:endParaRPr lang="de-CH"/>
          </a:p>
        </p:txBody>
      </p:sp>
      <p:sp>
        <p:nvSpPr>
          <p:cNvPr id="97" name="Textplatzhalter 96">
            <a:extLst>
              <a:ext uri="{FF2B5EF4-FFF2-40B4-BE49-F238E27FC236}">
                <a16:creationId xmlns:a16="http://schemas.microsoft.com/office/drawing/2014/main" id="{2698AE6C-146C-8830-413D-69ECECCFD83E}"/>
              </a:ext>
            </a:extLst>
          </p:cNvPr>
          <p:cNvSpPr>
            <a:spLocks noGrp="1"/>
          </p:cNvSpPr>
          <p:nvPr>
            <p:ph type="body" sz="quarter" idx="72"/>
          </p:nvPr>
        </p:nvSpPr>
        <p:spPr/>
        <p:txBody>
          <a:bodyPr/>
          <a:lstStyle/>
          <a:p>
            <a:endParaRPr lang="de-CH"/>
          </a:p>
        </p:txBody>
      </p:sp>
      <p:sp>
        <p:nvSpPr>
          <p:cNvPr id="98" name="Textplatzhalter 97">
            <a:extLst>
              <a:ext uri="{FF2B5EF4-FFF2-40B4-BE49-F238E27FC236}">
                <a16:creationId xmlns:a16="http://schemas.microsoft.com/office/drawing/2014/main" id="{3E14BECB-7677-C8E1-5204-C325378C759D}"/>
              </a:ext>
            </a:extLst>
          </p:cNvPr>
          <p:cNvSpPr>
            <a:spLocks noGrp="1"/>
          </p:cNvSpPr>
          <p:nvPr>
            <p:ph type="body" sz="quarter" idx="73"/>
          </p:nvPr>
        </p:nvSpPr>
        <p:spPr/>
        <p:txBody>
          <a:bodyPr/>
          <a:lstStyle/>
          <a:p>
            <a:endParaRPr lang="de-CH"/>
          </a:p>
        </p:txBody>
      </p:sp>
      <p:sp>
        <p:nvSpPr>
          <p:cNvPr id="99" name="Textplatzhalter 98">
            <a:extLst>
              <a:ext uri="{FF2B5EF4-FFF2-40B4-BE49-F238E27FC236}">
                <a16:creationId xmlns:a16="http://schemas.microsoft.com/office/drawing/2014/main" id="{7EC5DB3C-8FD3-CB4E-581F-70723FD6E847}"/>
              </a:ext>
            </a:extLst>
          </p:cNvPr>
          <p:cNvSpPr>
            <a:spLocks noGrp="1"/>
          </p:cNvSpPr>
          <p:nvPr>
            <p:ph type="body" sz="quarter" idx="74"/>
          </p:nvPr>
        </p:nvSpPr>
        <p:spPr/>
        <p:txBody>
          <a:bodyPr/>
          <a:lstStyle/>
          <a:p>
            <a:endParaRPr lang="de-CH"/>
          </a:p>
        </p:txBody>
      </p:sp>
      <p:sp>
        <p:nvSpPr>
          <p:cNvPr id="100" name="Textplatzhalter 99">
            <a:extLst>
              <a:ext uri="{FF2B5EF4-FFF2-40B4-BE49-F238E27FC236}">
                <a16:creationId xmlns:a16="http://schemas.microsoft.com/office/drawing/2014/main" id="{A4FF5EE8-C57C-2ADF-B724-FBC41902C2C9}"/>
              </a:ext>
            </a:extLst>
          </p:cNvPr>
          <p:cNvSpPr>
            <a:spLocks noGrp="1"/>
          </p:cNvSpPr>
          <p:nvPr>
            <p:ph type="body" sz="quarter" idx="75"/>
          </p:nvPr>
        </p:nvSpPr>
        <p:spPr/>
        <p:txBody>
          <a:bodyPr/>
          <a:lstStyle/>
          <a:p>
            <a:endParaRPr lang="de-CH"/>
          </a:p>
        </p:txBody>
      </p:sp>
      <p:sp>
        <p:nvSpPr>
          <p:cNvPr id="101" name="Textplatzhalter 100">
            <a:extLst>
              <a:ext uri="{FF2B5EF4-FFF2-40B4-BE49-F238E27FC236}">
                <a16:creationId xmlns:a16="http://schemas.microsoft.com/office/drawing/2014/main" id="{120A6805-F5FC-AB5A-D273-C6E979C12DA3}"/>
              </a:ext>
            </a:extLst>
          </p:cNvPr>
          <p:cNvSpPr>
            <a:spLocks noGrp="1"/>
          </p:cNvSpPr>
          <p:nvPr>
            <p:ph type="body" sz="quarter" idx="76"/>
          </p:nvPr>
        </p:nvSpPr>
        <p:spPr/>
        <p:txBody>
          <a:bodyPr/>
          <a:lstStyle/>
          <a:p>
            <a:r>
              <a:rPr lang="de-CH" dirty="0"/>
              <a:t>konplan</a:t>
            </a:r>
          </a:p>
        </p:txBody>
      </p:sp>
      <p:sp>
        <p:nvSpPr>
          <p:cNvPr id="102" name="Textplatzhalter 101">
            <a:extLst>
              <a:ext uri="{FF2B5EF4-FFF2-40B4-BE49-F238E27FC236}">
                <a16:creationId xmlns:a16="http://schemas.microsoft.com/office/drawing/2014/main" id="{12321F6C-BCD6-7312-C195-0D35D6A36181}"/>
              </a:ext>
            </a:extLst>
          </p:cNvPr>
          <p:cNvSpPr>
            <a:spLocks noGrp="1"/>
          </p:cNvSpPr>
          <p:nvPr>
            <p:ph type="body" idx="77"/>
          </p:nvPr>
        </p:nvSpPr>
        <p:spPr/>
        <p:txBody>
          <a:bodyPr/>
          <a:lstStyle/>
          <a:p>
            <a:endParaRPr lang="de-CH"/>
          </a:p>
        </p:txBody>
      </p:sp>
      <p:sp>
        <p:nvSpPr>
          <p:cNvPr id="103" name="Textplatzhalter 102">
            <a:extLst>
              <a:ext uri="{FF2B5EF4-FFF2-40B4-BE49-F238E27FC236}">
                <a16:creationId xmlns:a16="http://schemas.microsoft.com/office/drawing/2014/main" id="{C2630ADA-C7E3-CFE2-272A-CBA0E0020A78}"/>
              </a:ext>
            </a:extLst>
          </p:cNvPr>
          <p:cNvSpPr>
            <a:spLocks noGrp="1"/>
          </p:cNvSpPr>
          <p:nvPr>
            <p:ph type="body" idx="78"/>
          </p:nvPr>
        </p:nvSpPr>
        <p:spPr/>
        <p:txBody>
          <a:bodyPr/>
          <a:lstStyle/>
          <a:p>
            <a:endParaRPr lang="de-CH"/>
          </a:p>
        </p:txBody>
      </p:sp>
      <p:sp>
        <p:nvSpPr>
          <p:cNvPr id="104" name="Textplatzhalter 103">
            <a:extLst>
              <a:ext uri="{FF2B5EF4-FFF2-40B4-BE49-F238E27FC236}">
                <a16:creationId xmlns:a16="http://schemas.microsoft.com/office/drawing/2014/main" id="{123B65EA-ACB7-7705-B010-4D5E648D5622}"/>
              </a:ext>
            </a:extLst>
          </p:cNvPr>
          <p:cNvSpPr>
            <a:spLocks noGrp="1"/>
          </p:cNvSpPr>
          <p:nvPr>
            <p:ph type="body" idx="79"/>
          </p:nvPr>
        </p:nvSpPr>
        <p:spPr/>
        <p:txBody>
          <a:bodyPr/>
          <a:lstStyle/>
          <a:p>
            <a:endParaRPr lang="de-CH"/>
          </a:p>
        </p:txBody>
      </p:sp>
      <p:sp>
        <p:nvSpPr>
          <p:cNvPr id="105" name="Bildplatzhalter 104">
            <a:extLst>
              <a:ext uri="{FF2B5EF4-FFF2-40B4-BE49-F238E27FC236}">
                <a16:creationId xmlns:a16="http://schemas.microsoft.com/office/drawing/2014/main" id="{25D54611-F12C-3180-9C4C-3F34E1610BD2}"/>
              </a:ext>
            </a:extLst>
          </p:cNvPr>
          <p:cNvSpPr>
            <a:spLocks noGrp="1"/>
          </p:cNvSpPr>
          <p:nvPr>
            <p:ph type="pic" sz="quarter" idx="80"/>
          </p:nvPr>
        </p:nvSpPr>
        <p:spPr/>
        <p:txBody>
          <a:bodyPr/>
          <a:lstStyle/>
          <a:p>
            <a:endParaRPr lang="de-CH"/>
          </a:p>
        </p:txBody>
      </p:sp>
      <p:sp>
        <p:nvSpPr>
          <p:cNvPr id="106" name="Bildplatzhalter 105">
            <a:extLst>
              <a:ext uri="{FF2B5EF4-FFF2-40B4-BE49-F238E27FC236}">
                <a16:creationId xmlns:a16="http://schemas.microsoft.com/office/drawing/2014/main" id="{DF915AE5-9A6A-3754-0241-B742BCBEE9BB}"/>
              </a:ext>
            </a:extLst>
          </p:cNvPr>
          <p:cNvSpPr>
            <a:spLocks noGrp="1"/>
          </p:cNvSpPr>
          <p:nvPr>
            <p:ph type="pic" sz="quarter" idx="81"/>
          </p:nvPr>
        </p:nvSpPr>
        <p:spPr/>
        <p:txBody>
          <a:bodyPr/>
          <a:lstStyle/>
          <a:p>
            <a:endParaRPr lang="de-CH"/>
          </a:p>
        </p:txBody>
      </p:sp>
      <p:sp>
        <p:nvSpPr>
          <p:cNvPr id="107" name="Bildplatzhalter 106">
            <a:extLst>
              <a:ext uri="{FF2B5EF4-FFF2-40B4-BE49-F238E27FC236}">
                <a16:creationId xmlns:a16="http://schemas.microsoft.com/office/drawing/2014/main" id="{59CA03B3-F746-CE0E-5045-42A4FEAA238B}"/>
              </a:ext>
            </a:extLst>
          </p:cNvPr>
          <p:cNvSpPr>
            <a:spLocks noGrp="1"/>
          </p:cNvSpPr>
          <p:nvPr>
            <p:ph type="pic" sz="quarter" idx="82"/>
          </p:nvPr>
        </p:nvSpPr>
        <p:spPr/>
        <p:txBody>
          <a:bodyPr/>
          <a:lstStyle/>
          <a:p>
            <a:endParaRPr lang="de-CH"/>
          </a:p>
        </p:txBody>
      </p:sp>
      <p:sp>
        <p:nvSpPr>
          <p:cNvPr id="108" name="Textplatzhalter 107">
            <a:extLst>
              <a:ext uri="{FF2B5EF4-FFF2-40B4-BE49-F238E27FC236}">
                <a16:creationId xmlns:a16="http://schemas.microsoft.com/office/drawing/2014/main" id="{E037DD7E-7E24-D9CA-D8FA-353709042EAA}"/>
              </a:ext>
            </a:extLst>
          </p:cNvPr>
          <p:cNvSpPr>
            <a:spLocks noGrp="1"/>
          </p:cNvSpPr>
          <p:nvPr>
            <p:ph type="body" sz="quarter" idx="83"/>
          </p:nvPr>
        </p:nvSpPr>
        <p:spPr/>
        <p:txBody>
          <a:bodyPr/>
          <a:lstStyle/>
          <a:p>
            <a:endParaRPr lang="de-CH"/>
          </a:p>
        </p:txBody>
      </p:sp>
      <p:sp>
        <p:nvSpPr>
          <p:cNvPr id="109" name="Textplatzhalter 108">
            <a:extLst>
              <a:ext uri="{FF2B5EF4-FFF2-40B4-BE49-F238E27FC236}">
                <a16:creationId xmlns:a16="http://schemas.microsoft.com/office/drawing/2014/main" id="{5024C8CA-14FD-CE34-890D-175BF58B7FED}"/>
              </a:ext>
            </a:extLst>
          </p:cNvPr>
          <p:cNvSpPr>
            <a:spLocks noGrp="1"/>
          </p:cNvSpPr>
          <p:nvPr>
            <p:ph type="body" sz="quarter" idx="84"/>
          </p:nvPr>
        </p:nvSpPr>
        <p:spPr/>
        <p:txBody>
          <a:bodyPr/>
          <a:lstStyle/>
          <a:p>
            <a:endParaRPr lang="de-CH"/>
          </a:p>
        </p:txBody>
      </p:sp>
      <p:sp>
        <p:nvSpPr>
          <p:cNvPr id="110" name="Textplatzhalter 109">
            <a:extLst>
              <a:ext uri="{FF2B5EF4-FFF2-40B4-BE49-F238E27FC236}">
                <a16:creationId xmlns:a16="http://schemas.microsoft.com/office/drawing/2014/main" id="{F065C83C-3516-F9ED-D0CD-F2E667EB2FC4}"/>
              </a:ext>
            </a:extLst>
          </p:cNvPr>
          <p:cNvSpPr>
            <a:spLocks noGrp="1"/>
          </p:cNvSpPr>
          <p:nvPr>
            <p:ph type="body" sz="quarter" idx="85"/>
          </p:nvPr>
        </p:nvSpPr>
        <p:spPr/>
        <p:txBody>
          <a:bodyPr/>
          <a:lstStyle/>
          <a:p>
            <a:endParaRPr lang="de-CH"/>
          </a:p>
        </p:txBody>
      </p:sp>
      <p:sp>
        <p:nvSpPr>
          <p:cNvPr id="111" name="Textplatzhalter 110">
            <a:extLst>
              <a:ext uri="{FF2B5EF4-FFF2-40B4-BE49-F238E27FC236}">
                <a16:creationId xmlns:a16="http://schemas.microsoft.com/office/drawing/2014/main" id="{02B9F7ED-7D50-5421-6298-F4FF5743F953}"/>
              </a:ext>
            </a:extLst>
          </p:cNvPr>
          <p:cNvSpPr>
            <a:spLocks noGrp="1"/>
          </p:cNvSpPr>
          <p:nvPr>
            <p:ph type="body" sz="quarter" idx="86"/>
          </p:nvPr>
        </p:nvSpPr>
        <p:spPr/>
        <p:txBody>
          <a:bodyPr/>
          <a:lstStyle/>
          <a:p>
            <a:endParaRPr lang="de-CH"/>
          </a:p>
        </p:txBody>
      </p:sp>
      <p:sp>
        <p:nvSpPr>
          <p:cNvPr id="112" name="Textplatzhalter 111">
            <a:extLst>
              <a:ext uri="{FF2B5EF4-FFF2-40B4-BE49-F238E27FC236}">
                <a16:creationId xmlns:a16="http://schemas.microsoft.com/office/drawing/2014/main" id="{BB228FCD-6C06-7522-9EA3-F5AE08915467}"/>
              </a:ext>
            </a:extLst>
          </p:cNvPr>
          <p:cNvSpPr>
            <a:spLocks noGrp="1"/>
          </p:cNvSpPr>
          <p:nvPr>
            <p:ph type="body" sz="quarter" idx="87"/>
          </p:nvPr>
        </p:nvSpPr>
        <p:spPr/>
        <p:txBody>
          <a:bodyPr/>
          <a:lstStyle/>
          <a:p>
            <a:endParaRPr lang="de-CH"/>
          </a:p>
        </p:txBody>
      </p:sp>
      <p:sp>
        <p:nvSpPr>
          <p:cNvPr id="113" name="Textplatzhalter 112">
            <a:extLst>
              <a:ext uri="{FF2B5EF4-FFF2-40B4-BE49-F238E27FC236}">
                <a16:creationId xmlns:a16="http://schemas.microsoft.com/office/drawing/2014/main" id="{16BAE317-B928-E1C2-ECF8-06C08D006F98}"/>
              </a:ext>
            </a:extLst>
          </p:cNvPr>
          <p:cNvSpPr>
            <a:spLocks noGrp="1"/>
          </p:cNvSpPr>
          <p:nvPr>
            <p:ph type="body" sz="quarter" idx="88"/>
          </p:nvPr>
        </p:nvSpPr>
        <p:spPr/>
        <p:txBody>
          <a:bodyPr/>
          <a:lstStyle/>
          <a:p>
            <a:endParaRPr lang="de-CH"/>
          </a:p>
        </p:txBody>
      </p:sp>
      <p:sp>
        <p:nvSpPr>
          <p:cNvPr id="114" name="Textplatzhalter 113">
            <a:extLst>
              <a:ext uri="{FF2B5EF4-FFF2-40B4-BE49-F238E27FC236}">
                <a16:creationId xmlns:a16="http://schemas.microsoft.com/office/drawing/2014/main" id="{A0D5A4AE-96DD-29B9-B048-E85B481EF6E1}"/>
              </a:ext>
            </a:extLst>
          </p:cNvPr>
          <p:cNvSpPr>
            <a:spLocks noGrp="1"/>
          </p:cNvSpPr>
          <p:nvPr>
            <p:ph type="body" idx="89"/>
          </p:nvPr>
        </p:nvSpPr>
        <p:spPr/>
        <p:txBody>
          <a:bodyPr/>
          <a:lstStyle/>
          <a:p>
            <a:endParaRPr lang="de-CH"/>
          </a:p>
        </p:txBody>
      </p:sp>
      <p:sp>
        <p:nvSpPr>
          <p:cNvPr id="115" name="Bildplatzhalter 114">
            <a:extLst>
              <a:ext uri="{FF2B5EF4-FFF2-40B4-BE49-F238E27FC236}">
                <a16:creationId xmlns:a16="http://schemas.microsoft.com/office/drawing/2014/main" id="{6E098B87-FB14-E92D-86F6-30307FE1F6EE}"/>
              </a:ext>
            </a:extLst>
          </p:cNvPr>
          <p:cNvSpPr>
            <a:spLocks noGrp="1"/>
          </p:cNvSpPr>
          <p:nvPr>
            <p:ph type="pic" sz="quarter" idx="90"/>
          </p:nvPr>
        </p:nvSpPr>
        <p:spPr/>
        <p:txBody>
          <a:bodyPr/>
          <a:lstStyle/>
          <a:p>
            <a:endParaRPr lang="de-CH"/>
          </a:p>
        </p:txBody>
      </p:sp>
      <p:sp>
        <p:nvSpPr>
          <p:cNvPr id="116" name="Textplatzhalter 115">
            <a:extLst>
              <a:ext uri="{FF2B5EF4-FFF2-40B4-BE49-F238E27FC236}">
                <a16:creationId xmlns:a16="http://schemas.microsoft.com/office/drawing/2014/main" id="{D0BA86B3-741C-D4CE-CD97-6BD3B9EE0F0C}"/>
              </a:ext>
            </a:extLst>
          </p:cNvPr>
          <p:cNvSpPr>
            <a:spLocks noGrp="1"/>
          </p:cNvSpPr>
          <p:nvPr>
            <p:ph type="body" sz="quarter" idx="91"/>
          </p:nvPr>
        </p:nvSpPr>
        <p:spPr/>
        <p:txBody>
          <a:bodyPr/>
          <a:lstStyle/>
          <a:p>
            <a:endParaRPr lang="de-CH"/>
          </a:p>
        </p:txBody>
      </p:sp>
      <p:sp>
        <p:nvSpPr>
          <p:cNvPr id="117" name="Textplatzhalter 116">
            <a:extLst>
              <a:ext uri="{FF2B5EF4-FFF2-40B4-BE49-F238E27FC236}">
                <a16:creationId xmlns:a16="http://schemas.microsoft.com/office/drawing/2014/main" id="{D7328BFD-AFFC-D24F-99BF-0BEF7343DAFD}"/>
              </a:ext>
            </a:extLst>
          </p:cNvPr>
          <p:cNvSpPr>
            <a:spLocks noGrp="1"/>
          </p:cNvSpPr>
          <p:nvPr>
            <p:ph type="body" sz="quarter" idx="92"/>
          </p:nvPr>
        </p:nvSpPr>
        <p:spPr/>
        <p:txBody>
          <a:bodyPr/>
          <a:lstStyle/>
          <a:p>
            <a:endParaRPr lang="de-CH"/>
          </a:p>
        </p:txBody>
      </p:sp>
      <p:sp>
        <p:nvSpPr>
          <p:cNvPr id="118" name="Textplatzhalter 117">
            <a:extLst>
              <a:ext uri="{FF2B5EF4-FFF2-40B4-BE49-F238E27FC236}">
                <a16:creationId xmlns:a16="http://schemas.microsoft.com/office/drawing/2014/main" id="{DD61CFF3-1932-C8CE-8FCC-8DD0009F894A}"/>
              </a:ext>
            </a:extLst>
          </p:cNvPr>
          <p:cNvSpPr>
            <a:spLocks noGrp="1"/>
          </p:cNvSpPr>
          <p:nvPr>
            <p:ph type="body" idx="93"/>
          </p:nvPr>
        </p:nvSpPr>
        <p:spPr/>
        <p:txBody>
          <a:bodyPr/>
          <a:lstStyle/>
          <a:p>
            <a:endParaRPr lang="de-CH"/>
          </a:p>
        </p:txBody>
      </p:sp>
      <p:sp>
        <p:nvSpPr>
          <p:cNvPr id="119" name="Bildplatzhalter 118">
            <a:extLst>
              <a:ext uri="{FF2B5EF4-FFF2-40B4-BE49-F238E27FC236}">
                <a16:creationId xmlns:a16="http://schemas.microsoft.com/office/drawing/2014/main" id="{D439252E-3300-945E-2A0D-BA0CD318F252}"/>
              </a:ext>
            </a:extLst>
          </p:cNvPr>
          <p:cNvSpPr>
            <a:spLocks noGrp="1"/>
          </p:cNvSpPr>
          <p:nvPr>
            <p:ph type="pic" sz="quarter" idx="94"/>
          </p:nvPr>
        </p:nvSpPr>
        <p:spPr/>
        <p:txBody>
          <a:bodyPr/>
          <a:lstStyle/>
          <a:p>
            <a:endParaRPr lang="de-CH"/>
          </a:p>
        </p:txBody>
      </p:sp>
      <p:sp>
        <p:nvSpPr>
          <p:cNvPr id="120" name="Textplatzhalter 119">
            <a:extLst>
              <a:ext uri="{FF2B5EF4-FFF2-40B4-BE49-F238E27FC236}">
                <a16:creationId xmlns:a16="http://schemas.microsoft.com/office/drawing/2014/main" id="{7CD28C90-2E09-1711-AAA8-4A959BC685DF}"/>
              </a:ext>
            </a:extLst>
          </p:cNvPr>
          <p:cNvSpPr>
            <a:spLocks noGrp="1"/>
          </p:cNvSpPr>
          <p:nvPr>
            <p:ph type="body" sz="quarter" idx="95"/>
          </p:nvPr>
        </p:nvSpPr>
        <p:spPr/>
        <p:txBody>
          <a:bodyPr/>
          <a:lstStyle/>
          <a:p>
            <a:endParaRPr lang="de-CH"/>
          </a:p>
        </p:txBody>
      </p:sp>
      <p:sp>
        <p:nvSpPr>
          <p:cNvPr id="121" name="Textplatzhalter 120">
            <a:extLst>
              <a:ext uri="{FF2B5EF4-FFF2-40B4-BE49-F238E27FC236}">
                <a16:creationId xmlns:a16="http://schemas.microsoft.com/office/drawing/2014/main" id="{7F99A759-52B8-A494-AACE-D662221983CC}"/>
              </a:ext>
            </a:extLst>
          </p:cNvPr>
          <p:cNvSpPr>
            <a:spLocks noGrp="1"/>
          </p:cNvSpPr>
          <p:nvPr>
            <p:ph type="body" sz="quarter" idx="96"/>
          </p:nvPr>
        </p:nvSpPr>
        <p:spPr/>
        <p:txBody>
          <a:bodyPr/>
          <a:lstStyle/>
          <a:p>
            <a:endParaRPr lang="de-CH"/>
          </a:p>
        </p:txBody>
      </p:sp>
      <p:sp>
        <p:nvSpPr>
          <p:cNvPr id="63" name="Footer Placeholder 62">
            <a:extLst>
              <a:ext uri="{FF2B5EF4-FFF2-40B4-BE49-F238E27FC236}">
                <a16:creationId xmlns:a16="http://schemas.microsoft.com/office/drawing/2014/main" id="{1A1B7A8B-1816-B4FB-55DD-67368DE655FD}"/>
              </a:ext>
            </a:extLst>
          </p:cNvPr>
          <p:cNvSpPr>
            <a:spLocks noGrp="1"/>
          </p:cNvSpPr>
          <p:nvPr>
            <p:ph type="ftr" sz="quarter" idx="3"/>
          </p:nvPr>
        </p:nvSpPr>
        <p:spPr/>
        <p:txBody>
          <a:bodyPr/>
          <a:lstStyle/>
          <a:p>
            <a:r>
              <a:rPr lang="de-DE"/>
              <a:t>Titel des Dokuments | Version 1.1</a:t>
            </a:r>
            <a:endParaRPr lang="de-CH" dirty="0"/>
          </a:p>
        </p:txBody>
      </p:sp>
      <p:sp>
        <p:nvSpPr>
          <p:cNvPr id="62" name="Text Placeholder 61">
            <a:extLst>
              <a:ext uri="{FF2B5EF4-FFF2-40B4-BE49-F238E27FC236}">
                <a16:creationId xmlns:a16="http://schemas.microsoft.com/office/drawing/2014/main" id="{9E3CEE70-EFAE-CA2A-C0B0-37989637D8E0}"/>
              </a:ext>
            </a:extLst>
          </p:cNvPr>
          <p:cNvSpPr>
            <a:spLocks noGrp="1"/>
          </p:cNvSpPr>
          <p:nvPr>
            <p:ph type="body" sz="quarter" idx="10"/>
          </p:nvPr>
        </p:nvSpPr>
        <p:spPr/>
        <p:txBody>
          <a:bodyPr/>
          <a:lstStyle/>
          <a:p>
            <a:r>
              <a:rPr lang="de-CH" dirty="0"/>
              <a:t>Kapiteltitel</a:t>
            </a:r>
          </a:p>
        </p:txBody>
      </p:sp>
      <p:sp>
        <p:nvSpPr>
          <p:cNvPr id="64" name="Titel 63">
            <a:extLst>
              <a:ext uri="{FF2B5EF4-FFF2-40B4-BE49-F238E27FC236}">
                <a16:creationId xmlns:a16="http://schemas.microsoft.com/office/drawing/2014/main" id="{88DF30AA-D62D-197C-B04B-E72EC675603E}"/>
              </a:ext>
            </a:extLst>
          </p:cNvPr>
          <p:cNvSpPr>
            <a:spLocks noGrp="1"/>
          </p:cNvSpPr>
          <p:nvPr>
            <p:ph type="title"/>
          </p:nvPr>
        </p:nvSpPr>
        <p:spPr/>
        <p:txBody>
          <a:bodyPr/>
          <a:lstStyle/>
          <a:p>
            <a:r>
              <a:rPr lang="de-CH" dirty="0"/>
              <a:t>Projektteam extern</a:t>
            </a:r>
          </a:p>
        </p:txBody>
      </p:sp>
    </p:spTree>
    <p:extLst>
      <p:ext uri="{BB962C8B-B14F-4D97-AF65-F5344CB8AC3E}">
        <p14:creationId xmlns:p14="http://schemas.microsoft.com/office/powerpoint/2010/main" val="265099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D5DD2EEC-8AE9-0773-A1D6-63DAEFC9B98C}"/>
              </a:ext>
            </a:extLst>
          </p:cNvPr>
          <p:cNvSpPr>
            <a:spLocks noGrp="1"/>
          </p:cNvSpPr>
          <p:nvPr>
            <p:ph type="sldNum" sz="quarter" idx="10"/>
          </p:nvPr>
        </p:nvSpPr>
        <p:spPr/>
        <p:txBody>
          <a:bodyPr/>
          <a:lstStyle/>
          <a:p>
            <a:fld id="{8B4F2566-6049-46AE-8362-19E16D5BA91B}" type="slidenum">
              <a:rPr lang="de-CH" smtClean="0"/>
              <a:pPr/>
              <a:t>18</a:t>
            </a:fld>
            <a:endParaRPr lang="de-CH" dirty="0"/>
          </a:p>
        </p:txBody>
      </p:sp>
      <p:sp>
        <p:nvSpPr>
          <p:cNvPr id="4" name="Textplatzhalter 3">
            <a:extLst>
              <a:ext uri="{FF2B5EF4-FFF2-40B4-BE49-F238E27FC236}">
                <a16:creationId xmlns:a16="http://schemas.microsoft.com/office/drawing/2014/main" id="{70A08CA8-B679-A744-67E4-A55434170572}"/>
              </a:ext>
            </a:extLst>
          </p:cNvPr>
          <p:cNvSpPr>
            <a:spLocks noGrp="1"/>
          </p:cNvSpPr>
          <p:nvPr>
            <p:ph type="body" sz="quarter" idx="11"/>
          </p:nvPr>
        </p:nvSpPr>
        <p:spPr/>
        <p:txBody>
          <a:bodyPr/>
          <a:lstStyle/>
          <a:p>
            <a:pPr lvl="0"/>
            <a:r>
              <a:rPr lang="en-US" dirty="0"/>
              <a:t>Member of …</a:t>
            </a:r>
          </a:p>
          <a:p>
            <a:pPr lvl="0"/>
            <a:r>
              <a:rPr lang="en-US" dirty="0"/>
              <a:t>User …</a:t>
            </a:r>
          </a:p>
          <a:p>
            <a:pPr lvl="0"/>
            <a:r>
              <a:rPr lang="en-US" dirty="0"/>
              <a:t>Subject matter expert …</a:t>
            </a:r>
          </a:p>
          <a:p>
            <a:pPr lvl="0"/>
            <a:r>
              <a:rPr lang="en-US" dirty="0"/>
              <a:t>Approval of …</a:t>
            </a:r>
            <a:endParaRPr lang="de-CH" dirty="0"/>
          </a:p>
          <a:p>
            <a:endParaRPr lang="de-CH" dirty="0"/>
          </a:p>
        </p:txBody>
      </p:sp>
      <p:sp>
        <p:nvSpPr>
          <p:cNvPr id="5" name="Textplatzhalter 4">
            <a:extLst>
              <a:ext uri="{FF2B5EF4-FFF2-40B4-BE49-F238E27FC236}">
                <a16:creationId xmlns:a16="http://schemas.microsoft.com/office/drawing/2014/main" id="{406526C3-7987-DB8F-B613-72315B00B414}"/>
              </a:ext>
            </a:extLst>
          </p:cNvPr>
          <p:cNvSpPr>
            <a:spLocks noGrp="1"/>
          </p:cNvSpPr>
          <p:nvPr>
            <p:ph type="body" sz="quarter" idx="12"/>
          </p:nvPr>
        </p:nvSpPr>
        <p:spPr/>
        <p:txBody>
          <a:bodyPr/>
          <a:lstStyle/>
          <a:p>
            <a:r>
              <a:rPr lang="de-DE" dirty="0"/>
              <a:t>Project Sponsor</a:t>
            </a:r>
            <a:endParaRPr lang="de-CH" dirty="0"/>
          </a:p>
        </p:txBody>
      </p:sp>
      <p:sp>
        <p:nvSpPr>
          <p:cNvPr id="6" name="Textplatzhalter 5">
            <a:extLst>
              <a:ext uri="{FF2B5EF4-FFF2-40B4-BE49-F238E27FC236}">
                <a16:creationId xmlns:a16="http://schemas.microsoft.com/office/drawing/2014/main" id="{5FC06CFE-727F-2D99-6ABE-F925C789C164}"/>
              </a:ext>
            </a:extLst>
          </p:cNvPr>
          <p:cNvSpPr>
            <a:spLocks noGrp="1"/>
          </p:cNvSpPr>
          <p:nvPr>
            <p:ph type="body" sz="quarter" idx="13"/>
          </p:nvPr>
        </p:nvSpPr>
        <p:spPr/>
        <p:txBody>
          <a:bodyPr/>
          <a:lstStyle/>
          <a:p>
            <a:r>
              <a:rPr lang="de-DE" dirty="0"/>
              <a:t>Name, Firmenname</a:t>
            </a:r>
            <a:endParaRPr lang="de-CH" dirty="0"/>
          </a:p>
        </p:txBody>
      </p:sp>
      <p:sp>
        <p:nvSpPr>
          <p:cNvPr id="10" name="Textplatzhalter 9">
            <a:extLst>
              <a:ext uri="{FF2B5EF4-FFF2-40B4-BE49-F238E27FC236}">
                <a16:creationId xmlns:a16="http://schemas.microsoft.com/office/drawing/2014/main" id="{FF0D011E-D3B1-B8E2-ACE1-3E6004862E8C}"/>
              </a:ext>
            </a:extLst>
          </p:cNvPr>
          <p:cNvSpPr>
            <a:spLocks noGrp="1"/>
          </p:cNvSpPr>
          <p:nvPr>
            <p:ph type="body" sz="quarter" idx="44"/>
          </p:nvPr>
        </p:nvSpPr>
        <p:spPr/>
        <p:txBody>
          <a:bodyPr/>
          <a:lstStyle/>
          <a:p>
            <a:pPr lvl="0"/>
            <a:r>
              <a:rPr lang="en-US" dirty="0"/>
              <a:t>Member of …</a:t>
            </a:r>
          </a:p>
          <a:p>
            <a:pPr lvl="0"/>
            <a:r>
              <a:rPr lang="en-US" dirty="0"/>
              <a:t>Project accountability</a:t>
            </a:r>
            <a:endParaRPr lang="de-CH" dirty="0"/>
          </a:p>
          <a:p>
            <a:endParaRPr lang="de-CH" dirty="0"/>
          </a:p>
        </p:txBody>
      </p:sp>
      <p:sp>
        <p:nvSpPr>
          <p:cNvPr id="11" name="Textplatzhalter 10">
            <a:extLst>
              <a:ext uri="{FF2B5EF4-FFF2-40B4-BE49-F238E27FC236}">
                <a16:creationId xmlns:a16="http://schemas.microsoft.com/office/drawing/2014/main" id="{5B8D448D-B099-CE72-37EC-F0EF5E762876}"/>
              </a:ext>
            </a:extLst>
          </p:cNvPr>
          <p:cNvSpPr>
            <a:spLocks noGrp="1"/>
          </p:cNvSpPr>
          <p:nvPr>
            <p:ph type="body" sz="quarter" idx="45"/>
          </p:nvPr>
        </p:nvSpPr>
        <p:spPr/>
        <p:txBody>
          <a:bodyPr/>
          <a:lstStyle/>
          <a:p>
            <a:r>
              <a:rPr lang="de-DE" dirty="0"/>
              <a:t>Mandate Manager</a:t>
            </a:r>
            <a:endParaRPr lang="de-CH" dirty="0"/>
          </a:p>
        </p:txBody>
      </p:sp>
      <p:sp>
        <p:nvSpPr>
          <p:cNvPr id="12" name="Textplatzhalter 11">
            <a:extLst>
              <a:ext uri="{FF2B5EF4-FFF2-40B4-BE49-F238E27FC236}">
                <a16:creationId xmlns:a16="http://schemas.microsoft.com/office/drawing/2014/main" id="{C1653BAD-4E59-686C-1709-F239B1FC34E6}"/>
              </a:ext>
            </a:extLst>
          </p:cNvPr>
          <p:cNvSpPr>
            <a:spLocks noGrp="1"/>
          </p:cNvSpPr>
          <p:nvPr>
            <p:ph type="body" sz="quarter" idx="46"/>
          </p:nvPr>
        </p:nvSpPr>
        <p:spPr/>
        <p:txBody>
          <a:bodyPr/>
          <a:lstStyle/>
          <a:p>
            <a:r>
              <a:rPr lang="de-DE" dirty="0"/>
              <a:t>Name, konplan</a:t>
            </a:r>
            <a:endParaRPr lang="de-CH" dirty="0"/>
          </a:p>
        </p:txBody>
      </p:sp>
      <p:sp>
        <p:nvSpPr>
          <p:cNvPr id="16" name="Textplatzhalter 15">
            <a:extLst>
              <a:ext uri="{FF2B5EF4-FFF2-40B4-BE49-F238E27FC236}">
                <a16:creationId xmlns:a16="http://schemas.microsoft.com/office/drawing/2014/main" id="{3FE3E7F2-45FA-F9E1-6CCE-0D045E209FC2}"/>
              </a:ext>
            </a:extLst>
          </p:cNvPr>
          <p:cNvSpPr>
            <a:spLocks noGrp="1"/>
          </p:cNvSpPr>
          <p:nvPr>
            <p:ph type="body" sz="quarter" idx="50"/>
          </p:nvPr>
        </p:nvSpPr>
        <p:spPr/>
        <p:txBody>
          <a:bodyPr/>
          <a:lstStyle/>
          <a:p>
            <a:pPr lvl="0"/>
            <a:r>
              <a:rPr lang="en-US" dirty="0"/>
              <a:t>Project management …</a:t>
            </a:r>
          </a:p>
          <a:p>
            <a:pPr lvl="0"/>
            <a:r>
              <a:rPr lang="en-US" dirty="0"/>
              <a:t>Project risk management</a:t>
            </a:r>
          </a:p>
          <a:p>
            <a:pPr lvl="0"/>
            <a:r>
              <a:rPr lang="en-US" dirty="0"/>
              <a:t>Project meetings and …</a:t>
            </a:r>
          </a:p>
          <a:p>
            <a:pPr lvl="0"/>
            <a:r>
              <a:rPr lang="en-US" dirty="0"/>
              <a:t>Review meetings</a:t>
            </a:r>
          </a:p>
          <a:p>
            <a:pPr lvl="0"/>
            <a:r>
              <a:rPr lang="en-US" dirty="0"/>
              <a:t>Support system and …</a:t>
            </a:r>
          </a:p>
          <a:p>
            <a:pPr lvl="0"/>
            <a:r>
              <a:rPr lang="en-US" dirty="0"/>
              <a:t>Support for …</a:t>
            </a:r>
            <a:endParaRPr lang="de-CH" dirty="0"/>
          </a:p>
        </p:txBody>
      </p:sp>
      <p:sp>
        <p:nvSpPr>
          <p:cNvPr id="17" name="Textplatzhalter 16">
            <a:extLst>
              <a:ext uri="{FF2B5EF4-FFF2-40B4-BE49-F238E27FC236}">
                <a16:creationId xmlns:a16="http://schemas.microsoft.com/office/drawing/2014/main" id="{3D79661C-7FB2-13FC-395C-12B76248858A}"/>
              </a:ext>
            </a:extLst>
          </p:cNvPr>
          <p:cNvSpPr>
            <a:spLocks noGrp="1"/>
          </p:cNvSpPr>
          <p:nvPr>
            <p:ph type="body" sz="quarter" idx="51"/>
          </p:nvPr>
        </p:nvSpPr>
        <p:spPr/>
        <p:txBody>
          <a:bodyPr/>
          <a:lstStyle/>
          <a:p>
            <a:r>
              <a:rPr lang="de-DE" dirty="0"/>
              <a:t>Project Manager</a:t>
            </a:r>
            <a:endParaRPr lang="de-CH" dirty="0"/>
          </a:p>
        </p:txBody>
      </p:sp>
      <p:sp>
        <p:nvSpPr>
          <p:cNvPr id="18" name="Textplatzhalter 17">
            <a:extLst>
              <a:ext uri="{FF2B5EF4-FFF2-40B4-BE49-F238E27FC236}">
                <a16:creationId xmlns:a16="http://schemas.microsoft.com/office/drawing/2014/main" id="{0807287E-B230-5C01-9EAB-DFC07B7D72A2}"/>
              </a:ext>
            </a:extLst>
          </p:cNvPr>
          <p:cNvSpPr>
            <a:spLocks noGrp="1"/>
          </p:cNvSpPr>
          <p:nvPr>
            <p:ph type="body" sz="quarter" idx="52"/>
          </p:nvPr>
        </p:nvSpPr>
        <p:spPr/>
        <p:txBody>
          <a:bodyPr/>
          <a:lstStyle/>
          <a:p>
            <a:r>
              <a:rPr lang="de-DE" dirty="0"/>
              <a:t>Name, konplan</a:t>
            </a:r>
            <a:endParaRPr lang="de-CH" dirty="0"/>
          </a:p>
        </p:txBody>
      </p:sp>
      <p:sp>
        <p:nvSpPr>
          <p:cNvPr id="22" name="Textplatzhalter 21">
            <a:extLst>
              <a:ext uri="{FF2B5EF4-FFF2-40B4-BE49-F238E27FC236}">
                <a16:creationId xmlns:a16="http://schemas.microsoft.com/office/drawing/2014/main" id="{6D3E0B05-8AB4-E45E-1B03-7BBBDE012E6F}"/>
              </a:ext>
            </a:extLst>
          </p:cNvPr>
          <p:cNvSpPr>
            <a:spLocks noGrp="1"/>
          </p:cNvSpPr>
          <p:nvPr>
            <p:ph type="body" sz="quarter" idx="56"/>
          </p:nvPr>
        </p:nvSpPr>
        <p:spPr/>
        <p:txBody>
          <a:bodyPr/>
          <a:lstStyle/>
          <a:p>
            <a:pPr lvl="0"/>
            <a:r>
              <a:rPr lang="en-US" dirty="0"/>
              <a:t>Checks compliance …</a:t>
            </a:r>
          </a:p>
          <a:p>
            <a:pPr lvl="0"/>
            <a:r>
              <a:rPr lang="en-US" dirty="0"/>
              <a:t>Checks compliance with …</a:t>
            </a:r>
          </a:p>
          <a:p>
            <a:pPr lvl="0"/>
            <a:r>
              <a:rPr lang="en-US" dirty="0"/>
              <a:t>Is responsible for …</a:t>
            </a:r>
          </a:p>
          <a:p>
            <a:pPr lvl="0"/>
            <a:r>
              <a:rPr lang="en-US" dirty="0"/>
              <a:t>Defines requirements …</a:t>
            </a:r>
            <a:endParaRPr lang="de-CH" dirty="0"/>
          </a:p>
        </p:txBody>
      </p:sp>
      <p:sp>
        <p:nvSpPr>
          <p:cNvPr id="23" name="Textplatzhalter 22">
            <a:extLst>
              <a:ext uri="{FF2B5EF4-FFF2-40B4-BE49-F238E27FC236}">
                <a16:creationId xmlns:a16="http://schemas.microsoft.com/office/drawing/2014/main" id="{E93FFA25-D40C-69A9-4B39-9814B20417CA}"/>
              </a:ext>
            </a:extLst>
          </p:cNvPr>
          <p:cNvSpPr>
            <a:spLocks noGrp="1"/>
          </p:cNvSpPr>
          <p:nvPr>
            <p:ph type="body" sz="quarter" idx="57"/>
          </p:nvPr>
        </p:nvSpPr>
        <p:spPr/>
        <p:txBody>
          <a:bodyPr/>
          <a:lstStyle/>
          <a:p>
            <a:r>
              <a:rPr lang="de-DE" dirty="0"/>
              <a:t>Project QM </a:t>
            </a:r>
            <a:r>
              <a:rPr lang="de-DE" dirty="0" err="1"/>
              <a:t>responsible</a:t>
            </a:r>
            <a:endParaRPr lang="de-CH" dirty="0"/>
          </a:p>
        </p:txBody>
      </p:sp>
      <p:sp>
        <p:nvSpPr>
          <p:cNvPr id="24" name="Textplatzhalter 23">
            <a:extLst>
              <a:ext uri="{FF2B5EF4-FFF2-40B4-BE49-F238E27FC236}">
                <a16:creationId xmlns:a16="http://schemas.microsoft.com/office/drawing/2014/main" id="{ED29C846-6E5B-D201-B3E0-5C91C3CAFF63}"/>
              </a:ext>
            </a:extLst>
          </p:cNvPr>
          <p:cNvSpPr>
            <a:spLocks noGrp="1"/>
          </p:cNvSpPr>
          <p:nvPr>
            <p:ph type="body" sz="quarter" idx="58"/>
          </p:nvPr>
        </p:nvSpPr>
        <p:spPr/>
        <p:txBody>
          <a:bodyPr/>
          <a:lstStyle/>
          <a:p>
            <a:r>
              <a:rPr lang="de-DE" dirty="0"/>
              <a:t>Name, konplan</a:t>
            </a:r>
            <a:endParaRPr lang="de-CH" dirty="0"/>
          </a:p>
        </p:txBody>
      </p:sp>
      <p:sp>
        <p:nvSpPr>
          <p:cNvPr id="28" name="Textplatzhalter 27">
            <a:extLst>
              <a:ext uri="{FF2B5EF4-FFF2-40B4-BE49-F238E27FC236}">
                <a16:creationId xmlns:a16="http://schemas.microsoft.com/office/drawing/2014/main" id="{BA94B479-097D-00E2-F294-C0F9416FDB4A}"/>
              </a:ext>
            </a:extLst>
          </p:cNvPr>
          <p:cNvSpPr>
            <a:spLocks noGrp="1"/>
          </p:cNvSpPr>
          <p:nvPr>
            <p:ph type="body" sz="quarter" idx="62"/>
          </p:nvPr>
        </p:nvSpPr>
        <p:spPr/>
        <p:txBody>
          <a:bodyPr/>
          <a:lstStyle/>
          <a:p>
            <a:pPr lvl="0"/>
            <a:r>
              <a:rPr lang="en-US" dirty="0"/>
              <a:t>Derives the system and software requirements …</a:t>
            </a:r>
          </a:p>
          <a:p>
            <a:pPr lvl="0"/>
            <a:r>
              <a:rPr lang="en-US" dirty="0"/>
              <a:t>Is responsible for …</a:t>
            </a:r>
          </a:p>
          <a:p>
            <a:pPr lvl="0"/>
            <a:r>
              <a:rPr lang="en-US" dirty="0"/>
              <a:t>Requirements reviews</a:t>
            </a:r>
          </a:p>
          <a:p>
            <a:pPr lvl="0"/>
            <a:r>
              <a:rPr lang="en-US" dirty="0"/>
              <a:t>Assists with …</a:t>
            </a:r>
          </a:p>
          <a:p>
            <a:pPr lvl="0"/>
            <a:r>
              <a:rPr lang="en-US" dirty="0"/>
              <a:t>Derives requirements from …</a:t>
            </a:r>
          </a:p>
          <a:p>
            <a:pPr lvl="0"/>
            <a:r>
              <a:rPr lang="en-US" dirty="0"/>
              <a:t>Coordinates traceability between …</a:t>
            </a:r>
            <a:endParaRPr lang="de-CH" dirty="0"/>
          </a:p>
          <a:p>
            <a:endParaRPr lang="de-CH" dirty="0"/>
          </a:p>
        </p:txBody>
      </p:sp>
      <p:sp>
        <p:nvSpPr>
          <p:cNvPr id="29" name="Textplatzhalter 28">
            <a:extLst>
              <a:ext uri="{FF2B5EF4-FFF2-40B4-BE49-F238E27FC236}">
                <a16:creationId xmlns:a16="http://schemas.microsoft.com/office/drawing/2014/main" id="{9B31709B-C404-30C4-05AC-9D34563CBFDD}"/>
              </a:ext>
            </a:extLst>
          </p:cNvPr>
          <p:cNvSpPr>
            <a:spLocks noGrp="1"/>
          </p:cNvSpPr>
          <p:nvPr>
            <p:ph type="body" sz="quarter" idx="63"/>
          </p:nvPr>
        </p:nvSpPr>
        <p:spPr/>
        <p:txBody>
          <a:bodyPr/>
          <a:lstStyle/>
          <a:p>
            <a:r>
              <a:rPr lang="de-DE" dirty="0"/>
              <a:t>System Engineer</a:t>
            </a:r>
            <a:endParaRPr lang="de-CH" dirty="0"/>
          </a:p>
        </p:txBody>
      </p:sp>
      <p:sp>
        <p:nvSpPr>
          <p:cNvPr id="30" name="Textplatzhalter 29">
            <a:extLst>
              <a:ext uri="{FF2B5EF4-FFF2-40B4-BE49-F238E27FC236}">
                <a16:creationId xmlns:a16="http://schemas.microsoft.com/office/drawing/2014/main" id="{D6CF2A9E-07F7-1F0C-B36C-764928D9EB52}"/>
              </a:ext>
            </a:extLst>
          </p:cNvPr>
          <p:cNvSpPr>
            <a:spLocks noGrp="1"/>
          </p:cNvSpPr>
          <p:nvPr>
            <p:ph type="body" sz="quarter" idx="64"/>
          </p:nvPr>
        </p:nvSpPr>
        <p:spPr/>
        <p:txBody>
          <a:bodyPr/>
          <a:lstStyle/>
          <a:p>
            <a:r>
              <a:rPr lang="de-DE" dirty="0"/>
              <a:t>Name, konplan</a:t>
            </a:r>
            <a:endParaRPr lang="de-CH" dirty="0"/>
          </a:p>
        </p:txBody>
      </p:sp>
      <p:sp>
        <p:nvSpPr>
          <p:cNvPr id="34" name="Textplatzhalter 33">
            <a:extLst>
              <a:ext uri="{FF2B5EF4-FFF2-40B4-BE49-F238E27FC236}">
                <a16:creationId xmlns:a16="http://schemas.microsoft.com/office/drawing/2014/main" id="{CA69D595-E54D-049A-AFDE-88B2583DA04B}"/>
              </a:ext>
            </a:extLst>
          </p:cNvPr>
          <p:cNvSpPr>
            <a:spLocks noGrp="1"/>
          </p:cNvSpPr>
          <p:nvPr>
            <p:ph type="body" sz="quarter" idx="68"/>
          </p:nvPr>
        </p:nvSpPr>
        <p:spPr/>
        <p:txBody>
          <a:bodyPr/>
          <a:lstStyle/>
          <a:p>
            <a:pPr lvl="0"/>
            <a:r>
              <a:rPr lang="en-US" dirty="0"/>
              <a:t>Is responsible for …</a:t>
            </a:r>
          </a:p>
          <a:p>
            <a:pPr lvl="0"/>
            <a:r>
              <a:rPr lang="en-US" dirty="0"/>
              <a:t>Ensures that risk management …</a:t>
            </a:r>
            <a:endParaRPr lang="de-CH" dirty="0"/>
          </a:p>
          <a:p>
            <a:endParaRPr lang="de-CH" dirty="0"/>
          </a:p>
        </p:txBody>
      </p:sp>
      <p:sp>
        <p:nvSpPr>
          <p:cNvPr id="35" name="Textplatzhalter 34">
            <a:extLst>
              <a:ext uri="{FF2B5EF4-FFF2-40B4-BE49-F238E27FC236}">
                <a16:creationId xmlns:a16="http://schemas.microsoft.com/office/drawing/2014/main" id="{602782B5-C02D-7732-3328-0CAB3D09DC31}"/>
              </a:ext>
            </a:extLst>
          </p:cNvPr>
          <p:cNvSpPr>
            <a:spLocks noGrp="1"/>
          </p:cNvSpPr>
          <p:nvPr>
            <p:ph type="body" sz="quarter" idx="69"/>
          </p:nvPr>
        </p:nvSpPr>
        <p:spPr/>
        <p:txBody>
          <a:bodyPr/>
          <a:lstStyle/>
          <a:p>
            <a:r>
              <a:rPr lang="de-DE" dirty="0" err="1"/>
              <a:t>Product</a:t>
            </a:r>
            <a:r>
              <a:rPr lang="de-DE" dirty="0"/>
              <a:t> Risk Manager</a:t>
            </a:r>
            <a:endParaRPr lang="de-CH" dirty="0"/>
          </a:p>
        </p:txBody>
      </p:sp>
      <p:sp>
        <p:nvSpPr>
          <p:cNvPr id="36" name="Textplatzhalter 35">
            <a:extLst>
              <a:ext uri="{FF2B5EF4-FFF2-40B4-BE49-F238E27FC236}">
                <a16:creationId xmlns:a16="http://schemas.microsoft.com/office/drawing/2014/main" id="{B25F3380-67D3-3F78-076D-2BE5679C1432}"/>
              </a:ext>
            </a:extLst>
          </p:cNvPr>
          <p:cNvSpPr>
            <a:spLocks noGrp="1"/>
          </p:cNvSpPr>
          <p:nvPr>
            <p:ph type="body" sz="quarter" idx="70"/>
          </p:nvPr>
        </p:nvSpPr>
        <p:spPr/>
        <p:txBody>
          <a:bodyPr/>
          <a:lstStyle/>
          <a:p>
            <a:r>
              <a:rPr lang="de-DE" dirty="0"/>
              <a:t>Name, konplan</a:t>
            </a:r>
            <a:endParaRPr lang="de-CH" dirty="0"/>
          </a:p>
        </p:txBody>
      </p:sp>
      <p:sp>
        <p:nvSpPr>
          <p:cNvPr id="7" name="Textplatzhalter 6">
            <a:extLst>
              <a:ext uri="{FF2B5EF4-FFF2-40B4-BE49-F238E27FC236}">
                <a16:creationId xmlns:a16="http://schemas.microsoft.com/office/drawing/2014/main" id="{48543925-6720-1888-B8F8-EA90A4A176C0}"/>
              </a:ext>
            </a:extLst>
          </p:cNvPr>
          <p:cNvSpPr>
            <a:spLocks noGrp="1"/>
          </p:cNvSpPr>
          <p:nvPr>
            <p:ph type="body" sz="quarter" idx="17"/>
          </p:nvPr>
        </p:nvSpPr>
        <p:spPr/>
        <p:txBody>
          <a:bodyPr/>
          <a:lstStyle/>
          <a:p>
            <a:pPr lvl="0"/>
            <a:r>
              <a:rPr lang="en-US" dirty="0"/>
              <a:t>Hardware architecture …</a:t>
            </a:r>
          </a:p>
          <a:p>
            <a:pPr lvl="0"/>
            <a:r>
              <a:rPr lang="en-US" dirty="0"/>
              <a:t>Electronics development …</a:t>
            </a:r>
          </a:p>
          <a:p>
            <a:pPr lvl="0"/>
            <a:r>
              <a:rPr lang="en-US" dirty="0"/>
              <a:t>EDA</a:t>
            </a:r>
            <a:endParaRPr lang="de-CH" dirty="0"/>
          </a:p>
          <a:p>
            <a:endParaRPr lang="de-CH" dirty="0"/>
          </a:p>
        </p:txBody>
      </p:sp>
      <p:sp>
        <p:nvSpPr>
          <p:cNvPr id="8" name="Textplatzhalter 7">
            <a:extLst>
              <a:ext uri="{FF2B5EF4-FFF2-40B4-BE49-F238E27FC236}">
                <a16:creationId xmlns:a16="http://schemas.microsoft.com/office/drawing/2014/main" id="{53A186BD-5E34-D1C6-F2FB-5B98FADF315B}"/>
              </a:ext>
            </a:extLst>
          </p:cNvPr>
          <p:cNvSpPr>
            <a:spLocks noGrp="1"/>
          </p:cNvSpPr>
          <p:nvPr>
            <p:ph type="body" sz="quarter" idx="18"/>
          </p:nvPr>
        </p:nvSpPr>
        <p:spPr/>
        <p:txBody>
          <a:bodyPr/>
          <a:lstStyle/>
          <a:p>
            <a:r>
              <a:rPr lang="de-DE" dirty="0"/>
              <a:t>Hardware Engineer</a:t>
            </a:r>
            <a:endParaRPr lang="de-CH" dirty="0"/>
          </a:p>
        </p:txBody>
      </p:sp>
      <p:sp>
        <p:nvSpPr>
          <p:cNvPr id="9" name="Textplatzhalter 8">
            <a:extLst>
              <a:ext uri="{FF2B5EF4-FFF2-40B4-BE49-F238E27FC236}">
                <a16:creationId xmlns:a16="http://schemas.microsoft.com/office/drawing/2014/main" id="{23C90C98-F6DC-C7C7-3D4D-D3B2563D6786}"/>
              </a:ext>
            </a:extLst>
          </p:cNvPr>
          <p:cNvSpPr>
            <a:spLocks noGrp="1"/>
          </p:cNvSpPr>
          <p:nvPr>
            <p:ph type="body" sz="quarter" idx="19"/>
          </p:nvPr>
        </p:nvSpPr>
        <p:spPr/>
        <p:txBody>
          <a:bodyPr/>
          <a:lstStyle/>
          <a:p>
            <a:r>
              <a:rPr lang="de-DE" dirty="0"/>
              <a:t>Name, konplan</a:t>
            </a:r>
            <a:endParaRPr lang="de-CH" dirty="0"/>
          </a:p>
        </p:txBody>
      </p:sp>
      <p:sp>
        <p:nvSpPr>
          <p:cNvPr id="13" name="Textplatzhalter 12">
            <a:extLst>
              <a:ext uri="{FF2B5EF4-FFF2-40B4-BE49-F238E27FC236}">
                <a16:creationId xmlns:a16="http://schemas.microsoft.com/office/drawing/2014/main" id="{6618C502-3164-8BF5-2522-0714220DB4C0}"/>
              </a:ext>
            </a:extLst>
          </p:cNvPr>
          <p:cNvSpPr>
            <a:spLocks noGrp="1"/>
          </p:cNvSpPr>
          <p:nvPr>
            <p:ph type="body" sz="quarter" idx="47"/>
          </p:nvPr>
        </p:nvSpPr>
        <p:spPr/>
        <p:txBody>
          <a:bodyPr/>
          <a:lstStyle/>
          <a:p>
            <a:pPr lvl="0"/>
            <a:r>
              <a:rPr lang="en-US" dirty="0"/>
              <a:t>is responsible for ...</a:t>
            </a:r>
          </a:p>
          <a:p>
            <a:pPr lvl="0"/>
            <a:r>
              <a:rPr lang="en-US" dirty="0"/>
              <a:t>Creates the system architecture with ...</a:t>
            </a:r>
          </a:p>
          <a:p>
            <a:pPr lvl="0"/>
            <a:r>
              <a:rPr lang="en-US" dirty="0"/>
              <a:t>Identifies the critical architecture drivers ...</a:t>
            </a:r>
          </a:p>
          <a:p>
            <a:pPr lvl="0"/>
            <a:r>
              <a:rPr lang="en-US" dirty="0"/>
              <a:t>Ensures that the architecture meets ...</a:t>
            </a:r>
          </a:p>
          <a:p>
            <a:pPr lvl="0"/>
            <a:r>
              <a:rPr lang="en-US" dirty="0"/>
              <a:t>Coordinates the integration of ...</a:t>
            </a:r>
          </a:p>
          <a:p>
            <a:pPr lvl="0"/>
            <a:r>
              <a:rPr lang="en-US" dirty="0"/>
              <a:t>Monitors the consistency of ...</a:t>
            </a:r>
          </a:p>
          <a:p>
            <a:pPr lvl="0"/>
            <a:r>
              <a:rPr lang="en-US" dirty="0"/>
              <a:t>Sets guidelines for ...</a:t>
            </a:r>
          </a:p>
          <a:p>
            <a:pPr lvl="0"/>
            <a:r>
              <a:rPr lang="en-US" dirty="0"/>
              <a:t>Software architecture review</a:t>
            </a:r>
            <a:endParaRPr lang="de-CH" dirty="0"/>
          </a:p>
        </p:txBody>
      </p:sp>
      <p:sp>
        <p:nvSpPr>
          <p:cNvPr id="14" name="Textplatzhalter 13">
            <a:extLst>
              <a:ext uri="{FF2B5EF4-FFF2-40B4-BE49-F238E27FC236}">
                <a16:creationId xmlns:a16="http://schemas.microsoft.com/office/drawing/2014/main" id="{F4792302-94F3-5042-72AA-E9CEBE67DA17}"/>
              </a:ext>
            </a:extLst>
          </p:cNvPr>
          <p:cNvSpPr>
            <a:spLocks noGrp="1"/>
          </p:cNvSpPr>
          <p:nvPr>
            <p:ph type="body" sz="quarter" idx="48"/>
          </p:nvPr>
        </p:nvSpPr>
        <p:spPr/>
        <p:txBody>
          <a:bodyPr/>
          <a:lstStyle/>
          <a:p>
            <a:r>
              <a:rPr lang="de-DE" dirty="0"/>
              <a:t>Software </a:t>
            </a:r>
            <a:r>
              <a:rPr lang="de-DE" dirty="0" err="1"/>
              <a:t>Architect</a:t>
            </a:r>
            <a:endParaRPr lang="de-CH" dirty="0"/>
          </a:p>
        </p:txBody>
      </p:sp>
      <p:sp>
        <p:nvSpPr>
          <p:cNvPr id="15" name="Textplatzhalter 14">
            <a:extLst>
              <a:ext uri="{FF2B5EF4-FFF2-40B4-BE49-F238E27FC236}">
                <a16:creationId xmlns:a16="http://schemas.microsoft.com/office/drawing/2014/main" id="{0D355E65-2C20-9FE3-9FA7-F7E2408139A6}"/>
              </a:ext>
            </a:extLst>
          </p:cNvPr>
          <p:cNvSpPr>
            <a:spLocks noGrp="1"/>
          </p:cNvSpPr>
          <p:nvPr>
            <p:ph type="body" sz="quarter" idx="49"/>
          </p:nvPr>
        </p:nvSpPr>
        <p:spPr/>
        <p:txBody>
          <a:bodyPr/>
          <a:lstStyle/>
          <a:p>
            <a:r>
              <a:rPr lang="de-DE" dirty="0"/>
              <a:t>Name, konplan</a:t>
            </a:r>
            <a:endParaRPr lang="de-CH" dirty="0"/>
          </a:p>
        </p:txBody>
      </p:sp>
      <p:sp>
        <p:nvSpPr>
          <p:cNvPr id="19" name="Textplatzhalter 18">
            <a:extLst>
              <a:ext uri="{FF2B5EF4-FFF2-40B4-BE49-F238E27FC236}">
                <a16:creationId xmlns:a16="http://schemas.microsoft.com/office/drawing/2014/main" id="{F1249003-341E-E816-63E7-94E88043478D}"/>
              </a:ext>
            </a:extLst>
          </p:cNvPr>
          <p:cNvSpPr>
            <a:spLocks noGrp="1"/>
          </p:cNvSpPr>
          <p:nvPr>
            <p:ph type="body" sz="quarter" idx="53"/>
          </p:nvPr>
        </p:nvSpPr>
        <p:spPr/>
        <p:txBody>
          <a:bodyPr/>
          <a:lstStyle/>
          <a:p>
            <a:pPr lvl="0"/>
            <a:r>
              <a:rPr lang="en-US" dirty="0"/>
              <a:t>Software design &amp; documentation</a:t>
            </a:r>
          </a:p>
          <a:p>
            <a:pPr lvl="0"/>
            <a:r>
              <a:rPr lang="en-US" dirty="0"/>
              <a:t>Software implementation</a:t>
            </a:r>
          </a:p>
          <a:p>
            <a:pPr lvl="0"/>
            <a:r>
              <a:rPr lang="en-US" dirty="0"/>
              <a:t>Software unit testing</a:t>
            </a:r>
            <a:endParaRPr lang="de-CH" dirty="0"/>
          </a:p>
          <a:p>
            <a:endParaRPr lang="de-CH" dirty="0"/>
          </a:p>
        </p:txBody>
      </p:sp>
      <p:sp>
        <p:nvSpPr>
          <p:cNvPr id="20" name="Textplatzhalter 19">
            <a:extLst>
              <a:ext uri="{FF2B5EF4-FFF2-40B4-BE49-F238E27FC236}">
                <a16:creationId xmlns:a16="http://schemas.microsoft.com/office/drawing/2014/main" id="{E13A2EC7-73E2-7D3A-BA5B-68E7153E103E}"/>
              </a:ext>
            </a:extLst>
          </p:cNvPr>
          <p:cNvSpPr>
            <a:spLocks noGrp="1"/>
          </p:cNvSpPr>
          <p:nvPr>
            <p:ph type="body" sz="quarter" idx="54"/>
          </p:nvPr>
        </p:nvSpPr>
        <p:spPr/>
        <p:txBody>
          <a:bodyPr/>
          <a:lstStyle/>
          <a:p>
            <a:r>
              <a:rPr lang="de-DE" dirty="0"/>
              <a:t>Software Developer</a:t>
            </a:r>
            <a:endParaRPr lang="de-CH" dirty="0"/>
          </a:p>
        </p:txBody>
      </p:sp>
      <p:sp>
        <p:nvSpPr>
          <p:cNvPr id="21" name="Textplatzhalter 20">
            <a:extLst>
              <a:ext uri="{FF2B5EF4-FFF2-40B4-BE49-F238E27FC236}">
                <a16:creationId xmlns:a16="http://schemas.microsoft.com/office/drawing/2014/main" id="{412B37CA-BFEE-3A2D-77C2-2FF40821BC4E}"/>
              </a:ext>
            </a:extLst>
          </p:cNvPr>
          <p:cNvSpPr>
            <a:spLocks noGrp="1"/>
          </p:cNvSpPr>
          <p:nvPr>
            <p:ph type="body" sz="quarter" idx="55"/>
          </p:nvPr>
        </p:nvSpPr>
        <p:spPr/>
        <p:txBody>
          <a:bodyPr/>
          <a:lstStyle/>
          <a:p>
            <a:r>
              <a:rPr lang="de-DE" dirty="0"/>
              <a:t>Name, konplan</a:t>
            </a:r>
            <a:endParaRPr lang="de-CH" dirty="0"/>
          </a:p>
        </p:txBody>
      </p:sp>
      <p:sp>
        <p:nvSpPr>
          <p:cNvPr id="25" name="Textplatzhalter 24">
            <a:extLst>
              <a:ext uri="{FF2B5EF4-FFF2-40B4-BE49-F238E27FC236}">
                <a16:creationId xmlns:a16="http://schemas.microsoft.com/office/drawing/2014/main" id="{B64389F4-A02D-40CD-4D67-E00A1D8BBEB5}"/>
              </a:ext>
            </a:extLst>
          </p:cNvPr>
          <p:cNvSpPr>
            <a:spLocks noGrp="1"/>
          </p:cNvSpPr>
          <p:nvPr>
            <p:ph type="body" sz="quarter" idx="59"/>
          </p:nvPr>
        </p:nvSpPr>
        <p:spPr/>
        <p:txBody>
          <a:bodyPr/>
          <a:lstStyle/>
          <a:p>
            <a:pPr lvl="0"/>
            <a:r>
              <a:rPr lang="en-US" dirty="0"/>
              <a:t>Defines the …</a:t>
            </a:r>
          </a:p>
          <a:p>
            <a:pPr lvl="0"/>
            <a:r>
              <a:rPr lang="en-US" dirty="0"/>
              <a:t>Creates the …</a:t>
            </a:r>
            <a:endParaRPr lang="de-CH" dirty="0"/>
          </a:p>
          <a:p>
            <a:endParaRPr lang="de-CH" dirty="0"/>
          </a:p>
        </p:txBody>
      </p:sp>
      <p:sp>
        <p:nvSpPr>
          <p:cNvPr id="26" name="Textplatzhalter 25">
            <a:extLst>
              <a:ext uri="{FF2B5EF4-FFF2-40B4-BE49-F238E27FC236}">
                <a16:creationId xmlns:a16="http://schemas.microsoft.com/office/drawing/2014/main" id="{FFC5E2B3-807A-5F32-4FFD-7DFE5098EC46}"/>
              </a:ext>
            </a:extLst>
          </p:cNvPr>
          <p:cNvSpPr>
            <a:spLocks noGrp="1"/>
          </p:cNvSpPr>
          <p:nvPr>
            <p:ph type="body" sz="quarter" idx="60"/>
          </p:nvPr>
        </p:nvSpPr>
        <p:spPr/>
        <p:txBody>
          <a:bodyPr/>
          <a:lstStyle/>
          <a:p>
            <a:r>
              <a:rPr lang="de-DE" dirty="0" err="1"/>
              <a:t>Verification</a:t>
            </a:r>
            <a:r>
              <a:rPr lang="de-DE" dirty="0"/>
              <a:t> Manager</a:t>
            </a:r>
            <a:endParaRPr lang="de-CH" dirty="0"/>
          </a:p>
        </p:txBody>
      </p:sp>
      <p:sp>
        <p:nvSpPr>
          <p:cNvPr id="27" name="Textplatzhalter 26">
            <a:extLst>
              <a:ext uri="{FF2B5EF4-FFF2-40B4-BE49-F238E27FC236}">
                <a16:creationId xmlns:a16="http://schemas.microsoft.com/office/drawing/2014/main" id="{E395DC2F-0230-D2F4-32B0-82000E233A66}"/>
              </a:ext>
            </a:extLst>
          </p:cNvPr>
          <p:cNvSpPr>
            <a:spLocks noGrp="1"/>
          </p:cNvSpPr>
          <p:nvPr>
            <p:ph type="body" sz="quarter" idx="61"/>
          </p:nvPr>
        </p:nvSpPr>
        <p:spPr/>
        <p:txBody>
          <a:bodyPr/>
          <a:lstStyle/>
          <a:p>
            <a:r>
              <a:rPr lang="de-DE" dirty="0"/>
              <a:t>Name, konplan</a:t>
            </a:r>
            <a:endParaRPr lang="de-CH" dirty="0"/>
          </a:p>
        </p:txBody>
      </p:sp>
      <p:sp>
        <p:nvSpPr>
          <p:cNvPr id="31" name="Textplatzhalter 30">
            <a:extLst>
              <a:ext uri="{FF2B5EF4-FFF2-40B4-BE49-F238E27FC236}">
                <a16:creationId xmlns:a16="http://schemas.microsoft.com/office/drawing/2014/main" id="{19D62D91-BF18-BA39-2E6A-A25A08582107}"/>
              </a:ext>
            </a:extLst>
          </p:cNvPr>
          <p:cNvSpPr>
            <a:spLocks noGrp="1"/>
          </p:cNvSpPr>
          <p:nvPr>
            <p:ph type="body" sz="quarter" idx="65"/>
          </p:nvPr>
        </p:nvSpPr>
        <p:spPr/>
        <p:txBody>
          <a:bodyPr/>
          <a:lstStyle/>
          <a:p>
            <a:pPr lvl="0"/>
            <a:r>
              <a:rPr lang="en-US" dirty="0"/>
              <a:t>Performs the …</a:t>
            </a:r>
          </a:p>
          <a:p>
            <a:pPr lvl="0"/>
            <a:r>
              <a:rPr lang="en-US" dirty="0"/>
              <a:t>Prepares the …</a:t>
            </a:r>
            <a:endParaRPr lang="de-CH" dirty="0"/>
          </a:p>
          <a:p>
            <a:endParaRPr lang="de-CH" dirty="0"/>
          </a:p>
        </p:txBody>
      </p:sp>
      <p:sp>
        <p:nvSpPr>
          <p:cNvPr id="32" name="Textplatzhalter 31">
            <a:extLst>
              <a:ext uri="{FF2B5EF4-FFF2-40B4-BE49-F238E27FC236}">
                <a16:creationId xmlns:a16="http://schemas.microsoft.com/office/drawing/2014/main" id="{01BF2653-A8C1-81D9-1748-29C40CAA675E}"/>
              </a:ext>
            </a:extLst>
          </p:cNvPr>
          <p:cNvSpPr>
            <a:spLocks noGrp="1"/>
          </p:cNvSpPr>
          <p:nvPr>
            <p:ph type="body" sz="quarter" idx="66"/>
          </p:nvPr>
        </p:nvSpPr>
        <p:spPr/>
        <p:txBody>
          <a:bodyPr/>
          <a:lstStyle/>
          <a:p>
            <a:r>
              <a:rPr lang="de-DE" dirty="0" err="1"/>
              <a:t>Verification</a:t>
            </a:r>
            <a:r>
              <a:rPr lang="de-DE" dirty="0"/>
              <a:t> Engineer</a:t>
            </a:r>
            <a:endParaRPr lang="de-CH" dirty="0"/>
          </a:p>
        </p:txBody>
      </p:sp>
      <p:sp>
        <p:nvSpPr>
          <p:cNvPr id="33" name="Textplatzhalter 32">
            <a:extLst>
              <a:ext uri="{FF2B5EF4-FFF2-40B4-BE49-F238E27FC236}">
                <a16:creationId xmlns:a16="http://schemas.microsoft.com/office/drawing/2014/main" id="{79335633-E6A6-1182-483F-D49BD9291827}"/>
              </a:ext>
            </a:extLst>
          </p:cNvPr>
          <p:cNvSpPr>
            <a:spLocks noGrp="1"/>
          </p:cNvSpPr>
          <p:nvPr>
            <p:ph type="body" sz="quarter" idx="67"/>
          </p:nvPr>
        </p:nvSpPr>
        <p:spPr/>
        <p:txBody>
          <a:bodyPr/>
          <a:lstStyle/>
          <a:p>
            <a:r>
              <a:rPr lang="de-DE" dirty="0"/>
              <a:t>Name, konplan</a:t>
            </a:r>
            <a:endParaRPr lang="de-CH" dirty="0"/>
          </a:p>
        </p:txBody>
      </p:sp>
      <p:sp>
        <p:nvSpPr>
          <p:cNvPr id="37" name="Footer Placeholder 36">
            <a:extLst>
              <a:ext uri="{FF2B5EF4-FFF2-40B4-BE49-F238E27FC236}">
                <a16:creationId xmlns:a16="http://schemas.microsoft.com/office/drawing/2014/main" id="{DA955D6E-23C8-7042-B213-CDC818F0108B}"/>
              </a:ext>
            </a:extLst>
          </p:cNvPr>
          <p:cNvSpPr>
            <a:spLocks noGrp="1"/>
          </p:cNvSpPr>
          <p:nvPr>
            <p:ph type="ftr" sz="quarter" idx="3"/>
          </p:nvPr>
        </p:nvSpPr>
        <p:spPr/>
        <p:txBody>
          <a:bodyPr/>
          <a:lstStyle/>
          <a:p>
            <a:r>
              <a:rPr lang="de-DE"/>
              <a:t>Titel des Dokuments | Version 1.1</a:t>
            </a:r>
            <a:endParaRPr lang="de-CH" dirty="0"/>
          </a:p>
        </p:txBody>
      </p:sp>
      <p:sp>
        <p:nvSpPr>
          <p:cNvPr id="38" name="Text Placeholder 36">
            <a:extLst>
              <a:ext uri="{FF2B5EF4-FFF2-40B4-BE49-F238E27FC236}">
                <a16:creationId xmlns:a16="http://schemas.microsoft.com/office/drawing/2014/main" id="{7427540C-1EE7-99A0-C50F-FA9CEC983AA8}"/>
              </a:ext>
            </a:extLst>
          </p:cNvPr>
          <p:cNvSpPr>
            <a:spLocks noGrp="1"/>
          </p:cNvSpPr>
          <p:nvPr>
            <p:ph type="body" sz="quarter" idx="71"/>
          </p:nvPr>
        </p:nvSpPr>
        <p:spPr/>
        <p:txBody>
          <a:bodyPr/>
          <a:lstStyle/>
          <a:p>
            <a:r>
              <a:rPr lang="de-CH" dirty="0"/>
              <a:t>Kapiteltitel</a:t>
            </a:r>
          </a:p>
        </p:txBody>
      </p:sp>
      <p:sp>
        <p:nvSpPr>
          <p:cNvPr id="39" name="Title 38">
            <a:extLst>
              <a:ext uri="{FF2B5EF4-FFF2-40B4-BE49-F238E27FC236}">
                <a16:creationId xmlns:a16="http://schemas.microsoft.com/office/drawing/2014/main" id="{FEA7FAC9-6655-316E-D993-D34AF27CED6C}"/>
              </a:ext>
            </a:extLst>
          </p:cNvPr>
          <p:cNvSpPr>
            <a:spLocks noGrp="1"/>
          </p:cNvSpPr>
          <p:nvPr>
            <p:ph type="title"/>
          </p:nvPr>
        </p:nvSpPr>
        <p:spPr/>
        <p:txBody>
          <a:bodyPr/>
          <a:lstStyle/>
          <a:p>
            <a:r>
              <a:rPr lang="de-DE" dirty="0"/>
              <a:t>Projektteam intern</a:t>
            </a:r>
            <a:endParaRPr lang="de-CH" dirty="0"/>
          </a:p>
        </p:txBody>
      </p:sp>
    </p:spTree>
    <p:extLst>
      <p:ext uri="{BB962C8B-B14F-4D97-AF65-F5344CB8AC3E}">
        <p14:creationId xmlns:p14="http://schemas.microsoft.com/office/powerpoint/2010/main" val="1359555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platzhalter 37">
            <a:extLst>
              <a:ext uri="{FF2B5EF4-FFF2-40B4-BE49-F238E27FC236}">
                <a16:creationId xmlns:a16="http://schemas.microsoft.com/office/drawing/2014/main" id="{249C353F-A34F-C422-A1AE-C106CFDCDC73}"/>
              </a:ext>
            </a:extLst>
          </p:cNvPr>
          <p:cNvSpPr>
            <a:spLocks noGrp="1"/>
          </p:cNvSpPr>
          <p:nvPr>
            <p:ph type="body" idx="35"/>
          </p:nvPr>
        </p:nvSpPr>
        <p:spPr/>
        <p:txBody>
          <a:bodyPr/>
          <a:lstStyle/>
          <a:p>
            <a:endParaRPr lang="de-CH"/>
          </a:p>
        </p:txBody>
      </p:sp>
      <p:sp>
        <p:nvSpPr>
          <p:cNvPr id="39" name="Textplatzhalter 38">
            <a:extLst>
              <a:ext uri="{FF2B5EF4-FFF2-40B4-BE49-F238E27FC236}">
                <a16:creationId xmlns:a16="http://schemas.microsoft.com/office/drawing/2014/main" id="{65CFEE09-468E-1CA4-94E2-FE501D1D6192}"/>
              </a:ext>
            </a:extLst>
          </p:cNvPr>
          <p:cNvSpPr>
            <a:spLocks noGrp="1"/>
          </p:cNvSpPr>
          <p:nvPr>
            <p:ph type="body" idx="36"/>
          </p:nvPr>
        </p:nvSpPr>
        <p:spPr/>
        <p:txBody>
          <a:bodyPr/>
          <a:lstStyle/>
          <a:p>
            <a:endParaRPr lang="de-CH"/>
          </a:p>
        </p:txBody>
      </p:sp>
      <p:sp>
        <p:nvSpPr>
          <p:cNvPr id="40" name="Textplatzhalter 39">
            <a:extLst>
              <a:ext uri="{FF2B5EF4-FFF2-40B4-BE49-F238E27FC236}">
                <a16:creationId xmlns:a16="http://schemas.microsoft.com/office/drawing/2014/main" id="{55263DA9-FD2D-54F8-9DAF-998202CE4F19}"/>
              </a:ext>
            </a:extLst>
          </p:cNvPr>
          <p:cNvSpPr>
            <a:spLocks noGrp="1"/>
          </p:cNvSpPr>
          <p:nvPr>
            <p:ph type="body" idx="37"/>
          </p:nvPr>
        </p:nvSpPr>
        <p:spPr/>
        <p:txBody>
          <a:bodyPr/>
          <a:lstStyle/>
          <a:p>
            <a:endParaRPr lang="de-CH"/>
          </a:p>
        </p:txBody>
      </p:sp>
      <p:sp>
        <p:nvSpPr>
          <p:cNvPr id="41" name="Textplatzhalter 40">
            <a:extLst>
              <a:ext uri="{FF2B5EF4-FFF2-40B4-BE49-F238E27FC236}">
                <a16:creationId xmlns:a16="http://schemas.microsoft.com/office/drawing/2014/main" id="{5EF8C86C-F759-C3C6-47F5-C6E5967E2DA3}"/>
              </a:ext>
            </a:extLst>
          </p:cNvPr>
          <p:cNvSpPr>
            <a:spLocks noGrp="1"/>
          </p:cNvSpPr>
          <p:nvPr>
            <p:ph type="body" idx="38"/>
          </p:nvPr>
        </p:nvSpPr>
        <p:spPr/>
        <p:txBody>
          <a:bodyPr/>
          <a:lstStyle/>
          <a:p>
            <a:endParaRPr lang="de-CH"/>
          </a:p>
        </p:txBody>
      </p:sp>
      <p:sp>
        <p:nvSpPr>
          <p:cNvPr id="37" name="Textplatzhalter 36">
            <a:extLst>
              <a:ext uri="{FF2B5EF4-FFF2-40B4-BE49-F238E27FC236}">
                <a16:creationId xmlns:a16="http://schemas.microsoft.com/office/drawing/2014/main" id="{70A1B74B-F8BC-10CE-A3C8-FBA6BEDF7FA2}"/>
              </a:ext>
            </a:extLst>
          </p:cNvPr>
          <p:cNvSpPr>
            <a:spLocks noGrp="1"/>
          </p:cNvSpPr>
          <p:nvPr>
            <p:ph type="body" idx="34"/>
          </p:nvPr>
        </p:nvSpPr>
        <p:spPr/>
        <p:txBody>
          <a:bodyPr/>
          <a:lstStyle/>
          <a:p>
            <a:endParaRPr lang="de-CH"/>
          </a:p>
        </p:txBody>
      </p:sp>
      <p:sp>
        <p:nvSpPr>
          <p:cNvPr id="36" name="Textplatzhalter 35">
            <a:extLst>
              <a:ext uri="{FF2B5EF4-FFF2-40B4-BE49-F238E27FC236}">
                <a16:creationId xmlns:a16="http://schemas.microsoft.com/office/drawing/2014/main" id="{20088A7C-0601-F4CC-25CF-79260352DCBF}"/>
              </a:ext>
            </a:extLst>
          </p:cNvPr>
          <p:cNvSpPr>
            <a:spLocks noGrp="1"/>
          </p:cNvSpPr>
          <p:nvPr>
            <p:ph type="body" idx="33"/>
          </p:nvPr>
        </p:nvSpPr>
        <p:spPr/>
        <p:txBody>
          <a:bodyPr/>
          <a:lstStyle/>
          <a:p>
            <a:endParaRPr lang="de-CH"/>
          </a:p>
        </p:txBody>
      </p:sp>
      <p:sp>
        <p:nvSpPr>
          <p:cNvPr id="31" name="Bildplatzhalter 30">
            <a:extLst>
              <a:ext uri="{FF2B5EF4-FFF2-40B4-BE49-F238E27FC236}">
                <a16:creationId xmlns:a16="http://schemas.microsoft.com/office/drawing/2014/main" id="{FE082E5E-058C-510C-92C9-63E895224801}"/>
              </a:ext>
            </a:extLst>
          </p:cNvPr>
          <p:cNvSpPr>
            <a:spLocks noGrp="1"/>
          </p:cNvSpPr>
          <p:nvPr>
            <p:ph type="pic" sz="quarter" idx="18"/>
          </p:nvPr>
        </p:nvSpPr>
        <p:spPr/>
        <p:txBody>
          <a:bodyPr/>
          <a:lstStyle/>
          <a:p>
            <a:endParaRPr lang="de-CH"/>
          </a:p>
        </p:txBody>
      </p:sp>
      <p:sp>
        <p:nvSpPr>
          <p:cNvPr id="32" name="Bildplatzhalter 31">
            <a:extLst>
              <a:ext uri="{FF2B5EF4-FFF2-40B4-BE49-F238E27FC236}">
                <a16:creationId xmlns:a16="http://schemas.microsoft.com/office/drawing/2014/main" id="{71C9932B-99BC-3E61-35DE-56D8D84AE87F}"/>
              </a:ext>
            </a:extLst>
          </p:cNvPr>
          <p:cNvSpPr>
            <a:spLocks noGrp="1"/>
          </p:cNvSpPr>
          <p:nvPr>
            <p:ph type="pic" sz="quarter" idx="19"/>
          </p:nvPr>
        </p:nvSpPr>
        <p:spPr/>
        <p:txBody>
          <a:bodyPr/>
          <a:lstStyle/>
          <a:p>
            <a:endParaRPr lang="de-CH"/>
          </a:p>
        </p:txBody>
      </p:sp>
      <p:sp>
        <p:nvSpPr>
          <p:cNvPr id="33" name="Bildplatzhalter 32">
            <a:extLst>
              <a:ext uri="{FF2B5EF4-FFF2-40B4-BE49-F238E27FC236}">
                <a16:creationId xmlns:a16="http://schemas.microsoft.com/office/drawing/2014/main" id="{24A47AF3-A7B6-2B8E-5C45-F4FCACC1E350}"/>
              </a:ext>
            </a:extLst>
          </p:cNvPr>
          <p:cNvSpPr>
            <a:spLocks noGrp="1"/>
          </p:cNvSpPr>
          <p:nvPr>
            <p:ph type="pic" sz="quarter" idx="20"/>
          </p:nvPr>
        </p:nvSpPr>
        <p:spPr/>
        <p:txBody>
          <a:bodyPr/>
          <a:lstStyle/>
          <a:p>
            <a:endParaRPr lang="de-CH"/>
          </a:p>
        </p:txBody>
      </p:sp>
      <p:sp>
        <p:nvSpPr>
          <p:cNvPr id="34" name="Bildplatzhalter 33">
            <a:extLst>
              <a:ext uri="{FF2B5EF4-FFF2-40B4-BE49-F238E27FC236}">
                <a16:creationId xmlns:a16="http://schemas.microsoft.com/office/drawing/2014/main" id="{329E3189-2835-FFB1-3761-C6CB12040333}"/>
              </a:ext>
            </a:extLst>
          </p:cNvPr>
          <p:cNvSpPr>
            <a:spLocks noGrp="1"/>
          </p:cNvSpPr>
          <p:nvPr>
            <p:ph type="pic" sz="quarter" idx="21"/>
          </p:nvPr>
        </p:nvSpPr>
        <p:spPr/>
        <p:txBody>
          <a:bodyPr/>
          <a:lstStyle/>
          <a:p>
            <a:endParaRPr lang="de-CH"/>
          </a:p>
        </p:txBody>
      </p:sp>
      <p:sp>
        <p:nvSpPr>
          <p:cNvPr id="35" name="Bildplatzhalter 34">
            <a:extLst>
              <a:ext uri="{FF2B5EF4-FFF2-40B4-BE49-F238E27FC236}">
                <a16:creationId xmlns:a16="http://schemas.microsoft.com/office/drawing/2014/main" id="{8798B9CB-7559-8F4A-7261-A09684AA5F9B}"/>
              </a:ext>
            </a:extLst>
          </p:cNvPr>
          <p:cNvSpPr>
            <a:spLocks noGrp="1"/>
          </p:cNvSpPr>
          <p:nvPr>
            <p:ph type="pic" sz="quarter" idx="22"/>
          </p:nvPr>
        </p:nvSpPr>
        <p:spPr/>
        <p:txBody>
          <a:bodyPr/>
          <a:lstStyle/>
          <a:p>
            <a:endParaRPr lang="de-CH"/>
          </a:p>
        </p:txBody>
      </p:sp>
      <p:sp>
        <p:nvSpPr>
          <p:cNvPr id="28" name="Bildplatzhalter 27">
            <a:extLst>
              <a:ext uri="{FF2B5EF4-FFF2-40B4-BE49-F238E27FC236}">
                <a16:creationId xmlns:a16="http://schemas.microsoft.com/office/drawing/2014/main" id="{ECA2048D-F82A-5A77-1937-0456EEBFC9EC}"/>
              </a:ext>
            </a:extLst>
          </p:cNvPr>
          <p:cNvSpPr>
            <a:spLocks noGrp="1"/>
          </p:cNvSpPr>
          <p:nvPr>
            <p:ph type="pic" sz="quarter" idx="13"/>
          </p:nvPr>
        </p:nvSpPr>
        <p:spPr/>
        <p:txBody>
          <a:bodyPr/>
          <a:lstStyle/>
          <a:p>
            <a:endParaRPr lang="de-CH"/>
          </a:p>
        </p:txBody>
      </p:sp>
      <p:sp>
        <p:nvSpPr>
          <p:cNvPr id="42" name="Textplatzhalter 41">
            <a:extLst>
              <a:ext uri="{FF2B5EF4-FFF2-40B4-BE49-F238E27FC236}">
                <a16:creationId xmlns:a16="http://schemas.microsoft.com/office/drawing/2014/main" id="{C2791AEB-66A2-002E-D8AC-807C96DB00FF}"/>
              </a:ext>
            </a:extLst>
          </p:cNvPr>
          <p:cNvSpPr>
            <a:spLocks noGrp="1"/>
          </p:cNvSpPr>
          <p:nvPr>
            <p:ph type="body" sz="quarter" idx="39"/>
          </p:nvPr>
        </p:nvSpPr>
        <p:spPr/>
        <p:txBody>
          <a:bodyPr/>
          <a:lstStyle/>
          <a:p>
            <a:endParaRPr lang="de-CH"/>
          </a:p>
        </p:txBody>
      </p:sp>
      <p:sp>
        <p:nvSpPr>
          <p:cNvPr id="43" name="Textplatzhalter 42">
            <a:extLst>
              <a:ext uri="{FF2B5EF4-FFF2-40B4-BE49-F238E27FC236}">
                <a16:creationId xmlns:a16="http://schemas.microsoft.com/office/drawing/2014/main" id="{68C4F68E-B28D-67AB-4BB7-76E042575768}"/>
              </a:ext>
            </a:extLst>
          </p:cNvPr>
          <p:cNvSpPr>
            <a:spLocks noGrp="1"/>
          </p:cNvSpPr>
          <p:nvPr>
            <p:ph type="body" sz="quarter" idx="40"/>
          </p:nvPr>
        </p:nvSpPr>
        <p:spPr/>
        <p:txBody>
          <a:bodyPr/>
          <a:lstStyle/>
          <a:p>
            <a:endParaRPr lang="de-CH"/>
          </a:p>
        </p:txBody>
      </p:sp>
      <p:sp>
        <p:nvSpPr>
          <p:cNvPr id="44" name="Textplatzhalter 43">
            <a:extLst>
              <a:ext uri="{FF2B5EF4-FFF2-40B4-BE49-F238E27FC236}">
                <a16:creationId xmlns:a16="http://schemas.microsoft.com/office/drawing/2014/main" id="{262097F3-33C0-CDD3-4C4C-180D1CB5E846}"/>
              </a:ext>
            </a:extLst>
          </p:cNvPr>
          <p:cNvSpPr>
            <a:spLocks noGrp="1"/>
          </p:cNvSpPr>
          <p:nvPr>
            <p:ph type="body" sz="quarter" idx="41"/>
          </p:nvPr>
        </p:nvSpPr>
        <p:spPr/>
        <p:txBody>
          <a:bodyPr/>
          <a:lstStyle/>
          <a:p>
            <a:endParaRPr lang="de-CH"/>
          </a:p>
        </p:txBody>
      </p:sp>
      <p:sp>
        <p:nvSpPr>
          <p:cNvPr id="45" name="Textplatzhalter 44">
            <a:extLst>
              <a:ext uri="{FF2B5EF4-FFF2-40B4-BE49-F238E27FC236}">
                <a16:creationId xmlns:a16="http://schemas.microsoft.com/office/drawing/2014/main" id="{00FF1F07-07FD-B466-0199-7C039F016128}"/>
              </a:ext>
            </a:extLst>
          </p:cNvPr>
          <p:cNvSpPr>
            <a:spLocks noGrp="1"/>
          </p:cNvSpPr>
          <p:nvPr>
            <p:ph type="body" sz="quarter" idx="42"/>
          </p:nvPr>
        </p:nvSpPr>
        <p:spPr/>
        <p:txBody>
          <a:bodyPr/>
          <a:lstStyle/>
          <a:p>
            <a:endParaRPr lang="de-CH"/>
          </a:p>
        </p:txBody>
      </p:sp>
      <p:sp>
        <p:nvSpPr>
          <p:cNvPr id="46" name="Textplatzhalter 45">
            <a:extLst>
              <a:ext uri="{FF2B5EF4-FFF2-40B4-BE49-F238E27FC236}">
                <a16:creationId xmlns:a16="http://schemas.microsoft.com/office/drawing/2014/main" id="{63BD3AC7-814F-E826-3E1F-045CEBD3C1AD}"/>
              </a:ext>
            </a:extLst>
          </p:cNvPr>
          <p:cNvSpPr>
            <a:spLocks noGrp="1"/>
          </p:cNvSpPr>
          <p:nvPr>
            <p:ph type="body" sz="quarter" idx="43"/>
          </p:nvPr>
        </p:nvSpPr>
        <p:spPr/>
        <p:txBody>
          <a:bodyPr/>
          <a:lstStyle/>
          <a:p>
            <a:endParaRPr lang="de-CH"/>
          </a:p>
        </p:txBody>
      </p:sp>
      <p:sp>
        <p:nvSpPr>
          <p:cNvPr id="47" name="Textplatzhalter 46">
            <a:extLst>
              <a:ext uri="{FF2B5EF4-FFF2-40B4-BE49-F238E27FC236}">
                <a16:creationId xmlns:a16="http://schemas.microsoft.com/office/drawing/2014/main" id="{F39811B0-6A68-033E-22AD-15E7538D90CF}"/>
              </a:ext>
            </a:extLst>
          </p:cNvPr>
          <p:cNvSpPr>
            <a:spLocks noGrp="1"/>
          </p:cNvSpPr>
          <p:nvPr>
            <p:ph type="body" sz="quarter" idx="44"/>
          </p:nvPr>
        </p:nvSpPr>
        <p:spPr/>
        <p:txBody>
          <a:bodyPr/>
          <a:lstStyle/>
          <a:p>
            <a:endParaRPr lang="de-CH"/>
          </a:p>
        </p:txBody>
      </p:sp>
      <p:sp>
        <p:nvSpPr>
          <p:cNvPr id="48" name="Textplatzhalter 47">
            <a:extLst>
              <a:ext uri="{FF2B5EF4-FFF2-40B4-BE49-F238E27FC236}">
                <a16:creationId xmlns:a16="http://schemas.microsoft.com/office/drawing/2014/main" id="{32D631EA-1C8F-7816-06C1-1F5FAF465660}"/>
              </a:ext>
            </a:extLst>
          </p:cNvPr>
          <p:cNvSpPr>
            <a:spLocks noGrp="1"/>
          </p:cNvSpPr>
          <p:nvPr>
            <p:ph type="body" sz="quarter" idx="45"/>
          </p:nvPr>
        </p:nvSpPr>
        <p:spPr/>
        <p:txBody>
          <a:bodyPr/>
          <a:lstStyle/>
          <a:p>
            <a:endParaRPr lang="de-CH"/>
          </a:p>
        </p:txBody>
      </p:sp>
      <p:sp>
        <p:nvSpPr>
          <p:cNvPr id="49" name="Textplatzhalter 48">
            <a:extLst>
              <a:ext uri="{FF2B5EF4-FFF2-40B4-BE49-F238E27FC236}">
                <a16:creationId xmlns:a16="http://schemas.microsoft.com/office/drawing/2014/main" id="{3B90A9B4-2808-4FCC-E679-620FC709863A}"/>
              </a:ext>
            </a:extLst>
          </p:cNvPr>
          <p:cNvSpPr>
            <a:spLocks noGrp="1"/>
          </p:cNvSpPr>
          <p:nvPr>
            <p:ph type="body" sz="quarter" idx="46"/>
          </p:nvPr>
        </p:nvSpPr>
        <p:spPr/>
        <p:txBody>
          <a:bodyPr/>
          <a:lstStyle/>
          <a:p>
            <a:endParaRPr lang="de-CH"/>
          </a:p>
        </p:txBody>
      </p:sp>
      <p:sp>
        <p:nvSpPr>
          <p:cNvPr id="50" name="Textplatzhalter 49">
            <a:extLst>
              <a:ext uri="{FF2B5EF4-FFF2-40B4-BE49-F238E27FC236}">
                <a16:creationId xmlns:a16="http://schemas.microsoft.com/office/drawing/2014/main" id="{722F9D29-D23E-ECC7-1FAD-2C3841952AB1}"/>
              </a:ext>
            </a:extLst>
          </p:cNvPr>
          <p:cNvSpPr>
            <a:spLocks noGrp="1"/>
          </p:cNvSpPr>
          <p:nvPr>
            <p:ph type="body" sz="quarter" idx="47"/>
          </p:nvPr>
        </p:nvSpPr>
        <p:spPr/>
        <p:txBody>
          <a:bodyPr/>
          <a:lstStyle/>
          <a:p>
            <a:endParaRPr lang="de-CH"/>
          </a:p>
        </p:txBody>
      </p:sp>
      <p:sp>
        <p:nvSpPr>
          <p:cNvPr id="51" name="Textplatzhalter 50">
            <a:extLst>
              <a:ext uri="{FF2B5EF4-FFF2-40B4-BE49-F238E27FC236}">
                <a16:creationId xmlns:a16="http://schemas.microsoft.com/office/drawing/2014/main" id="{9A060905-2371-F269-F3F2-95BBC06BDC42}"/>
              </a:ext>
            </a:extLst>
          </p:cNvPr>
          <p:cNvSpPr>
            <a:spLocks noGrp="1"/>
          </p:cNvSpPr>
          <p:nvPr>
            <p:ph type="body" sz="quarter" idx="48"/>
          </p:nvPr>
        </p:nvSpPr>
        <p:spPr/>
        <p:txBody>
          <a:bodyPr/>
          <a:lstStyle/>
          <a:p>
            <a:endParaRPr lang="de-CH"/>
          </a:p>
        </p:txBody>
      </p:sp>
      <p:sp>
        <p:nvSpPr>
          <p:cNvPr id="52" name="Textplatzhalter 51">
            <a:extLst>
              <a:ext uri="{FF2B5EF4-FFF2-40B4-BE49-F238E27FC236}">
                <a16:creationId xmlns:a16="http://schemas.microsoft.com/office/drawing/2014/main" id="{D0CD90DD-805D-78E5-5C8B-BA1E74DBCE66}"/>
              </a:ext>
            </a:extLst>
          </p:cNvPr>
          <p:cNvSpPr>
            <a:spLocks noGrp="1"/>
          </p:cNvSpPr>
          <p:nvPr>
            <p:ph type="body" sz="quarter" idx="49"/>
          </p:nvPr>
        </p:nvSpPr>
        <p:spPr/>
        <p:txBody>
          <a:bodyPr/>
          <a:lstStyle/>
          <a:p>
            <a:endParaRPr lang="de-CH"/>
          </a:p>
        </p:txBody>
      </p:sp>
      <p:sp>
        <p:nvSpPr>
          <p:cNvPr id="53" name="Textplatzhalter 52">
            <a:extLst>
              <a:ext uri="{FF2B5EF4-FFF2-40B4-BE49-F238E27FC236}">
                <a16:creationId xmlns:a16="http://schemas.microsoft.com/office/drawing/2014/main" id="{BF76A911-6665-016D-4DBB-6A25DCA38115}"/>
              </a:ext>
            </a:extLst>
          </p:cNvPr>
          <p:cNvSpPr>
            <a:spLocks noGrp="1"/>
          </p:cNvSpPr>
          <p:nvPr>
            <p:ph type="body" sz="quarter" idx="50"/>
          </p:nvPr>
        </p:nvSpPr>
        <p:spPr/>
        <p:txBody>
          <a:bodyPr/>
          <a:lstStyle/>
          <a:p>
            <a:endParaRPr lang="de-CH"/>
          </a:p>
        </p:txBody>
      </p:sp>
      <p:sp>
        <p:nvSpPr>
          <p:cNvPr id="26" name="Slide Number Placeholder 25">
            <a:extLst>
              <a:ext uri="{FF2B5EF4-FFF2-40B4-BE49-F238E27FC236}">
                <a16:creationId xmlns:a16="http://schemas.microsoft.com/office/drawing/2014/main" id="{14A493CA-CED1-A6DE-3525-4A255F424386}"/>
              </a:ext>
            </a:extLst>
          </p:cNvPr>
          <p:cNvSpPr>
            <a:spLocks noGrp="1"/>
          </p:cNvSpPr>
          <p:nvPr>
            <p:ph type="sldNum" sz="quarter" idx="4"/>
          </p:nvPr>
        </p:nvSpPr>
        <p:spPr/>
        <p:txBody>
          <a:bodyPr/>
          <a:lstStyle/>
          <a:p>
            <a:fld id="{8B4F2566-6049-46AE-8362-19E16D5BA91B}" type="slidenum">
              <a:rPr lang="en-GB" smtClean="0"/>
              <a:pPr/>
              <a:t>19</a:t>
            </a:fld>
            <a:endParaRPr lang="en-GB" dirty="0"/>
          </a:p>
        </p:txBody>
      </p:sp>
      <p:sp>
        <p:nvSpPr>
          <p:cNvPr id="29" name="Footer Placeholder 28">
            <a:extLst>
              <a:ext uri="{FF2B5EF4-FFF2-40B4-BE49-F238E27FC236}">
                <a16:creationId xmlns:a16="http://schemas.microsoft.com/office/drawing/2014/main" id="{54102193-7FF8-3F9E-EEE8-C5371258A536}"/>
              </a:ext>
            </a:extLst>
          </p:cNvPr>
          <p:cNvSpPr>
            <a:spLocks noGrp="1"/>
          </p:cNvSpPr>
          <p:nvPr>
            <p:ph type="ftr" sz="quarter" idx="3"/>
          </p:nvPr>
        </p:nvSpPr>
        <p:spPr/>
        <p:txBody>
          <a:bodyPr/>
          <a:lstStyle/>
          <a:p>
            <a:r>
              <a:rPr lang="de-DE"/>
              <a:t>Titel des Dokuments | Version 1.1</a:t>
            </a:r>
            <a:endParaRPr lang="de-CH" dirty="0"/>
          </a:p>
        </p:txBody>
      </p:sp>
      <p:sp>
        <p:nvSpPr>
          <p:cNvPr id="30" name="Text Placeholder 36">
            <a:extLst>
              <a:ext uri="{FF2B5EF4-FFF2-40B4-BE49-F238E27FC236}">
                <a16:creationId xmlns:a16="http://schemas.microsoft.com/office/drawing/2014/main" id="{949FF82A-99EB-6572-A9F0-3C0CD5E27166}"/>
              </a:ext>
            </a:extLst>
          </p:cNvPr>
          <p:cNvSpPr>
            <a:spLocks noGrp="1"/>
          </p:cNvSpPr>
          <p:nvPr>
            <p:ph type="body" sz="quarter" idx="10"/>
          </p:nvPr>
        </p:nvSpPr>
        <p:spPr/>
        <p:txBody>
          <a:bodyPr/>
          <a:lstStyle/>
          <a:p>
            <a:r>
              <a:rPr lang="de-CH" dirty="0"/>
              <a:t>Kapiteltitel</a:t>
            </a:r>
          </a:p>
        </p:txBody>
      </p:sp>
      <p:sp>
        <p:nvSpPr>
          <p:cNvPr id="27" name="Title 26">
            <a:extLst>
              <a:ext uri="{FF2B5EF4-FFF2-40B4-BE49-F238E27FC236}">
                <a16:creationId xmlns:a16="http://schemas.microsoft.com/office/drawing/2014/main" id="{E6E2EAC7-CBE1-C7B8-2F12-6989847BBBEC}"/>
              </a:ext>
            </a:extLst>
          </p:cNvPr>
          <p:cNvSpPr>
            <a:spLocks noGrp="1"/>
          </p:cNvSpPr>
          <p:nvPr>
            <p:ph type="title"/>
          </p:nvPr>
        </p:nvSpPr>
        <p:spPr/>
        <p:txBody>
          <a:bodyPr/>
          <a:lstStyle/>
          <a:p>
            <a:r>
              <a:rPr lang="de-CH" dirty="0"/>
              <a:t>Team</a:t>
            </a:r>
          </a:p>
        </p:txBody>
      </p:sp>
    </p:spTree>
    <p:extLst>
      <p:ext uri="{BB962C8B-B14F-4D97-AF65-F5344CB8AC3E}">
        <p14:creationId xmlns:p14="http://schemas.microsoft.com/office/powerpoint/2010/main" val="2835129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27E99EB1-F776-BC1D-B29B-69ED34A6C75A}"/>
              </a:ext>
            </a:extLst>
          </p:cNvPr>
          <p:cNvSpPr>
            <a:spLocks noGrp="1"/>
          </p:cNvSpPr>
          <p:nvPr>
            <p:ph type="pic" sz="quarter" idx="13"/>
          </p:nvPr>
        </p:nvSpPr>
        <p:spPr/>
        <p:txBody>
          <a:bodyPr/>
          <a:lstStyle/>
          <a:p>
            <a:endParaRPr lang="de-CH"/>
          </a:p>
        </p:txBody>
      </p:sp>
      <p:sp>
        <p:nvSpPr>
          <p:cNvPr id="3" name="Textplatzhalter 2">
            <a:extLst>
              <a:ext uri="{FF2B5EF4-FFF2-40B4-BE49-F238E27FC236}">
                <a16:creationId xmlns:a16="http://schemas.microsoft.com/office/drawing/2014/main" id="{9845FFCC-A5C0-8460-CEFB-D460F07748AC}"/>
              </a:ext>
            </a:extLst>
          </p:cNvPr>
          <p:cNvSpPr>
            <a:spLocks noGrp="1"/>
          </p:cNvSpPr>
          <p:nvPr>
            <p:ph type="body" sz="quarter" idx="55"/>
          </p:nvPr>
        </p:nvSpPr>
        <p:spPr/>
        <p:txBody>
          <a:bodyPr/>
          <a:lstStyle/>
          <a:p>
            <a:endParaRPr lang="de-CH"/>
          </a:p>
        </p:txBody>
      </p:sp>
      <p:sp>
        <p:nvSpPr>
          <p:cNvPr id="4" name="Textplatzhalter 3">
            <a:extLst>
              <a:ext uri="{FF2B5EF4-FFF2-40B4-BE49-F238E27FC236}">
                <a16:creationId xmlns:a16="http://schemas.microsoft.com/office/drawing/2014/main" id="{3B86F43E-96DB-94CC-F674-626FAB45401A}"/>
              </a:ext>
            </a:extLst>
          </p:cNvPr>
          <p:cNvSpPr>
            <a:spLocks noGrp="1"/>
          </p:cNvSpPr>
          <p:nvPr>
            <p:ph type="body" sz="quarter" idx="56"/>
          </p:nvPr>
        </p:nvSpPr>
        <p:spPr/>
        <p:txBody>
          <a:bodyPr/>
          <a:lstStyle/>
          <a:p>
            <a:endParaRPr lang="de-CH"/>
          </a:p>
        </p:txBody>
      </p:sp>
      <p:sp>
        <p:nvSpPr>
          <p:cNvPr id="5" name="Textplatzhalter 4">
            <a:extLst>
              <a:ext uri="{FF2B5EF4-FFF2-40B4-BE49-F238E27FC236}">
                <a16:creationId xmlns:a16="http://schemas.microsoft.com/office/drawing/2014/main" id="{431E42D6-38E8-0D14-98D4-BCDAD985E072}"/>
              </a:ext>
            </a:extLst>
          </p:cNvPr>
          <p:cNvSpPr>
            <a:spLocks noGrp="1"/>
          </p:cNvSpPr>
          <p:nvPr>
            <p:ph type="body" sz="quarter" idx="57"/>
          </p:nvPr>
        </p:nvSpPr>
        <p:spPr/>
        <p:txBody>
          <a:bodyPr/>
          <a:lstStyle/>
          <a:p>
            <a:endParaRPr lang="de-CH"/>
          </a:p>
        </p:txBody>
      </p:sp>
      <p:sp>
        <p:nvSpPr>
          <p:cNvPr id="6" name="Textplatzhalter 5">
            <a:extLst>
              <a:ext uri="{FF2B5EF4-FFF2-40B4-BE49-F238E27FC236}">
                <a16:creationId xmlns:a16="http://schemas.microsoft.com/office/drawing/2014/main" id="{41B2C83C-C82C-1E08-FAF5-1D36EE9497BF}"/>
              </a:ext>
            </a:extLst>
          </p:cNvPr>
          <p:cNvSpPr>
            <a:spLocks noGrp="1"/>
          </p:cNvSpPr>
          <p:nvPr>
            <p:ph type="body" sz="quarter" idx="58"/>
          </p:nvPr>
        </p:nvSpPr>
        <p:spPr/>
        <p:txBody>
          <a:bodyPr/>
          <a:lstStyle/>
          <a:p>
            <a:endParaRPr lang="de-CH"/>
          </a:p>
        </p:txBody>
      </p:sp>
      <p:sp>
        <p:nvSpPr>
          <p:cNvPr id="7" name="Textplatzhalter 6">
            <a:extLst>
              <a:ext uri="{FF2B5EF4-FFF2-40B4-BE49-F238E27FC236}">
                <a16:creationId xmlns:a16="http://schemas.microsoft.com/office/drawing/2014/main" id="{9953C6C9-237A-1668-1129-26EDC4CFC9FC}"/>
              </a:ext>
            </a:extLst>
          </p:cNvPr>
          <p:cNvSpPr>
            <a:spLocks noGrp="1"/>
          </p:cNvSpPr>
          <p:nvPr>
            <p:ph type="body" sz="quarter" idx="59"/>
          </p:nvPr>
        </p:nvSpPr>
        <p:spPr/>
        <p:txBody>
          <a:bodyPr/>
          <a:lstStyle/>
          <a:p>
            <a:endParaRPr lang="de-CH"/>
          </a:p>
        </p:txBody>
      </p:sp>
      <p:sp>
        <p:nvSpPr>
          <p:cNvPr id="8" name="Textplatzhalter 7">
            <a:extLst>
              <a:ext uri="{FF2B5EF4-FFF2-40B4-BE49-F238E27FC236}">
                <a16:creationId xmlns:a16="http://schemas.microsoft.com/office/drawing/2014/main" id="{DD8ECD10-CAB4-C776-22D5-B09F7BA7275F}"/>
              </a:ext>
            </a:extLst>
          </p:cNvPr>
          <p:cNvSpPr>
            <a:spLocks noGrp="1"/>
          </p:cNvSpPr>
          <p:nvPr>
            <p:ph type="body" sz="quarter" idx="60"/>
          </p:nvPr>
        </p:nvSpPr>
        <p:spPr/>
        <p:txBody>
          <a:bodyPr/>
          <a:lstStyle/>
          <a:p>
            <a:endParaRPr lang="de-CH"/>
          </a:p>
        </p:txBody>
      </p:sp>
      <p:sp>
        <p:nvSpPr>
          <p:cNvPr id="9" name="Textplatzhalter 8">
            <a:extLst>
              <a:ext uri="{FF2B5EF4-FFF2-40B4-BE49-F238E27FC236}">
                <a16:creationId xmlns:a16="http://schemas.microsoft.com/office/drawing/2014/main" id="{87791A40-D536-A278-15A3-2056AAB2C137}"/>
              </a:ext>
            </a:extLst>
          </p:cNvPr>
          <p:cNvSpPr>
            <a:spLocks noGrp="1"/>
          </p:cNvSpPr>
          <p:nvPr>
            <p:ph type="body" sz="quarter" idx="61"/>
          </p:nvPr>
        </p:nvSpPr>
        <p:spPr/>
        <p:txBody>
          <a:bodyPr/>
          <a:lstStyle/>
          <a:p>
            <a:endParaRPr lang="de-CH"/>
          </a:p>
        </p:txBody>
      </p:sp>
      <p:sp>
        <p:nvSpPr>
          <p:cNvPr id="10" name="Textplatzhalter 9">
            <a:extLst>
              <a:ext uri="{FF2B5EF4-FFF2-40B4-BE49-F238E27FC236}">
                <a16:creationId xmlns:a16="http://schemas.microsoft.com/office/drawing/2014/main" id="{7D573CCA-3714-C853-41D3-BA081F5F78DA}"/>
              </a:ext>
            </a:extLst>
          </p:cNvPr>
          <p:cNvSpPr>
            <a:spLocks noGrp="1"/>
          </p:cNvSpPr>
          <p:nvPr>
            <p:ph type="body" sz="quarter" idx="62"/>
          </p:nvPr>
        </p:nvSpPr>
        <p:spPr/>
        <p:txBody>
          <a:bodyPr/>
          <a:lstStyle/>
          <a:p>
            <a:endParaRPr lang="de-CH"/>
          </a:p>
        </p:txBody>
      </p:sp>
      <p:sp>
        <p:nvSpPr>
          <p:cNvPr id="11" name="Textplatzhalter 10">
            <a:extLst>
              <a:ext uri="{FF2B5EF4-FFF2-40B4-BE49-F238E27FC236}">
                <a16:creationId xmlns:a16="http://schemas.microsoft.com/office/drawing/2014/main" id="{A5ABF99D-34BA-05FC-2EBC-03538C95E248}"/>
              </a:ext>
            </a:extLst>
          </p:cNvPr>
          <p:cNvSpPr>
            <a:spLocks noGrp="1"/>
          </p:cNvSpPr>
          <p:nvPr>
            <p:ph type="body" sz="quarter" idx="63"/>
          </p:nvPr>
        </p:nvSpPr>
        <p:spPr/>
        <p:txBody>
          <a:bodyPr/>
          <a:lstStyle/>
          <a:p>
            <a:endParaRPr lang="de-CH"/>
          </a:p>
        </p:txBody>
      </p:sp>
      <p:sp>
        <p:nvSpPr>
          <p:cNvPr id="12" name="Textplatzhalter 11">
            <a:extLst>
              <a:ext uri="{FF2B5EF4-FFF2-40B4-BE49-F238E27FC236}">
                <a16:creationId xmlns:a16="http://schemas.microsoft.com/office/drawing/2014/main" id="{23545BF4-57A9-7CA9-FA15-BF7A93CE2643}"/>
              </a:ext>
            </a:extLst>
          </p:cNvPr>
          <p:cNvSpPr>
            <a:spLocks noGrp="1"/>
          </p:cNvSpPr>
          <p:nvPr>
            <p:ph type="body" sz="quarter" idx="64"/>
          </p:nvPr>
        </p:nvSpPr>
        <p:spPr/>
        <p:txBody>
          <a:bodyPr/>
          <a:lstStyle/>
          <a:p>
            <a:endParaRPr lang="de-CH"/>
          </a:p>
        </p:txBody>
      </p:sp>
      <p:sp>
        <p:nvSpPr>
          <p:cNvPr id="13" name="Textplatzhalter 12">
            <a:extLst>
              <a:ext uri="{FF2B5EF4-FFF2-40B4-BE49-F238E27FC236}">
                <a16:creationId xmlns:a16="http://schemas.microsoft.com/office/drawing/2014/main" id="{E777280D-37C0-933A-B3A0-91CE32C923BE}"/>
              </a:ext>
            </a:extLst>
          </p:cNvPr>
          <p:cNvSpPr>
            <a:spLocks noGrp="1"/>
          </p:cNvSpPr>
          <p:nvPr>
            <p:ph type="body" sz="quarter" idx="65"/>
          </p:nvPr>
        </p:nvSpPr>
        <p:spPr/>
        <p:txBody>
          <a:bodyPr/>
          <a:lstStyle/>
          <a:p>
            <a:endParaRPr lang="de-CH"/>
          </a:p>
        </p:txBody>
      </p:sp>
      <p:sp>
        <p:nvSpPr>
          <p:cNvPr id="14" name="Textplatzhalter 13">
            <a:extLst>
              <a:ext uri="{FF2B5EF4-FFF2-40B4-BE49-F238E27FC236}">
                <a16:creationId xmlns:a16="http://schemas.microsoft.com/office/drawing/2014/main" id="{21888927-67FA-D0F9-45D0-2FC0EB8067B0}"/>
              </a:ext>
            </a:extLst>
          </p:cNvPr>
          <p:cNvSpPr>
            <a:spLocks noGrp="1"/>
          </p:cNvSpPr>
          <p:nvPr>
            <p:ph type="body" sz="quarter" idx="66"/>
          </p:nvPr>
        </p:nvSpPr>
        <p:spPr/>
        <p:txBody>
          <a:bodyPr/>
          <a:lstStyle/>
          <a:p>
            <a:endParaRPr lang="de-CH"/>
          </a:p>
        </p:txBody>
      </p:sp>
      <p:sp>
        <p:nvSpPr>
          <p:cNvPr id="15" name="Textplatzhalter 14">
            <a:extLst>
              <a:ext uri="{FF2B5EF4-FFF2-40B4-BE49-F238E27FC236}">
                <a16:creationId xmlns:a16="http://schemas.microsoft.com/office/drawing/2014/main" id="{BE99E171-7227-6E6A-5063-2FEA0047DF56}"/>
              </a:ext>
            </a:extLst>
          </p:cNvPr>
          <p:cNvSpPr>
            <a:spLocks noGrp="1"/>
          </p:cNvSpPr>
          <p:nvPr>
            <p:ph type="body" sz="quarter" idx="67"/>
          </p:nvPr>
        </p:nvSpPr>
        <p:spPr/>
        <p:txBody>
          <a:bodyPr/>
          <a:lstStyle/>
          <a:p>
            <a:endParaRPr lang="de-CH"/>
          </a:p>
        </p:txBody>
      </p:sp>
      <p:sp>
        <p:nvSpPr>
          <p:cNvPr id="16" name="Textplatzhalter 15">
            <a:extLst>
              <a:ext uri="{FF2B5EF4-FFF2-40B4-BE49-F238E27FC236}">
                <a16:creationId xmlns:a16="http://schemas.microsoft.com/office/drawing/2014/main" id="{848986AF-9D0C-4883-B08B-397E2D7A70C3}"/>
              </a:ext>
            </a:extLst>
          </p:cNvPr>
          <p:cNvSpPr>
            <a:spLocks noGrp="1"/>
          </p:cNvSpPr>
          <p:nvPr>
            <p:ph type="body" sz="quarter" idx="68"/>
          </p:nvPr>
        </p:nvSpPr>
        <p:spPr/>
        <p:txBody>
          <a:bodyPr/>
          <a:lstStyle/>
          <a:p>
            <a:endParaRPr lang="de-CH"/>
          </a:p>
        </p:txBody>
      </p:sp>
      <p:sp>
        <p:nvSpPr>
          <p:cNvPr id="17" name="Textplatzhalter 16">
            <a:extLst>
              <a:ext uri="{FF2B5EF4-FFF2-40B4-BE49-F238E27FC236}">
                <a16:creationId xmlns:a16="http://schemas.microsoft.com/office/drawing/2014/main" id="{8990A7C9-0E61-72D9-1C07-3CF8A30A7DA7}"/>
              </a:ext>
            </a:extLst>
          </p:cNvPr>
          <p:cNvSpPr>
            <a:spLocks noGrp="1"/>
          </p:cNvSpPr>
          <p:nvPr>
            <p:ph type="body" sz="quarter" idx="69"/>
          </p:nvPr>
        </p:nvSpPr>
        <p:spPr/>
        <p:txBody>
          <a:bodyPr/>
          <a:lstStyle/>
          <a:p>
            <a:endParaRPr lang="de-CH"/>
          </a:p>
        </p:txBody>
      </p:sp>
      <p:sp>
        <p:nvSpPr>
          <p:cNvPr id="18" name="Textplatzhalter 17">
            <a:extLst>
              <a:ext uri="{FF2B5EF4-FFF2-40B4-BE49-F238E27FC236}">
                <a16:creationId xmlns:a16="http://schemas.microsoft.com/office/drawing/2014/main" id="{1D5F4A37-928F-96E3-CA15-2119CD08973F}"/>
              </a:ext>
            </a:extLst>
          </p:cNvPr>
          <p:cNvSpPr>
            <a:spLocks noGrp="1"/>
          </p:cNvSpPr>
          <p:nvPr>
            <p:ph type="body" sz="quarter" idx="70"/>
          </p:nvPr>
        </p:nvSpPr>
        <p:spPr/>
        <p:txBody>
          <a:bodyPr/>
          <a:lstStyle/>
          <a:p>
            <a:endParaRPr lang="de-CH"/>
          </a:p>
        </p:txBody>
      </p:sp>
      <p:sp>
        <p:nvSpPr>
          <p:cNvPr id="19" name="Textplatzhalter 18">
            <a:extLst>
              <a:ext uri="{FF2B5EF4-FFF2-40B4-BE49-F238E27FC236}">
                <a16:creationId xmlns:a16="http://schemas.microsoft.com/office/drawing/2014/main" id="{C0DAAE06-8A6C-9306-03F8-028B15891EB3}"/>
              </a:ext>
            </a:extLst>
          </p:cNvPr>
          <p:cNvSpPr>
            <a:spLocks noGrp="1"/>
          </p:cNvSpPr>
          <p:nvPr>
            <p:ph type="body" sz="quarter" idx="71"/>
          </p:nvPr>
        </p:nvSpPr>
        <p:spPr/>
        <p:txBody>
          <a:bodyPr/>
          <a:lstStyle/>
          <a:p>
            <a:endParaRPr lang="de-CH"/>
          </a:p>
        </p:txBody>
      </p:sp>
      <p:sp>
        <p:nvSpPr>
          <p:cNvPr id="20" name="Textplatzhalter 19">
            <a:extLst>
              <a:ext uri="{FF2B5EF4-FFF2-40B4-BE49-F238E27FC236}">
                <a16:creationId xmlns:a16="http://schemas.microsoft.com/office/drawing/2014/main" id="{B43D453F-2835-7E3B-FF0F-DF8D0CE3EA74}"/>
              </a:ext>
            </a:extLst>
          </p:cNvPr>
          <p:cNvSpPr>
            <a:spLocks noGrp="1"/>
          </p:cNvSpPr>
          <p:nvPr>
            <p:ph type="body" sz="quarter" idx="72"/>
          </p:nvPr>
        </p:nvSpPr>
        <p:spPr/>
        <p:txBody>
          <a:bodyPr/>
          <a:lstStyle/>
          <a:p>
            <a:endParaRPr lang="de-CH"/>
          </a:p>
        </p:txBody>
      </p:sp>
      <p:sp>
        <p:nvSpPr>
          <p:cNvPr id="21" name="Textplatzhalter 20">
            <a:extLst>
              <a:ext uri="{FF2B5EF4-FFF2-40B4-BE49-F238E27FC236}">
                <a16:creationId xmlns:a16="http://schemas.microsoft.com/office/drawing/2014/main" id="{493F9B9A-0EDC-38F3-F54D-917F2558818B}"/>
              </a:ext>
            </a:extLst>
          </p:cNvPr>
          <p:cNvSpPr>
            <a:spLocks noGrp="1"/>
          </p:cNvSpPr>
          <p:nvPr>
            <p:ph type="body" idx="40"/>
          </p:nvPr>
        </p:nvSpPr>
        <p:spPr/>
        <p:txBody>
          <a:bodyPr/>
          <a:lstStyle/>
          <a:p>
            <a:endParaRPr lang="de-CH"/>
          </a:p>
        </p:txBody>
      </p:sp>
      <p:sp>
        <p:nvSpPr>
          <p:cNvPr id="22" name="Textplatzhalter 21">
            <a:extLst>
              <a:ext uri="{FF2B5EF4-FFF2-40B4-BE49-F238E27FC236}">
                <a16:creationId xmlns:a16="http://schemas.microsoft.com/office/drawing/2014/main" id="{D19549F0-B98A-EB8D-04CD-6B38775555FA}"/>
              </a:ext>
            </a:extLst>
          </p:cNvPr>
          <p:cNvSpPr>
            <a:spLocks noGrp="1"/>
          </p:cNvSpPr>
          <p:nvPr>
            <p:ph type="body" idx="73"/>
          </p:nvPr>
        </p:nvSpPr>
        <p:spPr/>
        <p:txBody>
          <a:bodyPr/>
          <a:lstStyle/>
          <a:p>
            <a:endParaRPr lang="de-CH"/>
          </a:p>
        </p:txBody>
      </p:sp>
      <p:sp>
        <p:nvSpPr>
          <p:cNvPr id="23" name="Foliennummernplatzhalter 22">
            <a:extLst>
              <a:ext uri="{FF2B5EF4-FFF2-40B4-BE49-F238E27FC236}">
                <a16:creationId xmlns:a16="http://schemas.microsoft.com/office/drawing/2014/main" id="{2324C8C0-E7F1-87DB-DF39-5CF241B280A1}"/>
              </a:ext>
            </a:extLst>
          </p:cNvPr>
          <p:cNvSpPr>
            <a:spLocks noGrp="1"/>
          </p:cNvSpPr>
          <p:nvPr>
            <p:ph type="sldNum" sz="quarter" idx="4"/>
          </p:nvPr>
        </p:nvSpPr>
        <p:spPr/>
        <p:txBody>
          <a:bodyPr/>
          <a:lstStyle/>
          <a:p>
            <a:fld id="{8B4F2566-6049-46AE-8362-19E16D5BA91B}" type="slidenum">
              <a:rPr lang="en-GB" smtClean="0"/>
              <a:pPr/>
              <a:t>20</a:t>
            </a:fld>
            <a:endParaRPr lang="en-GB" dirty="0"/>
          </a:p>
        </p:txBody>
      </p:sp>
      <p:sp>
        <p:nvSpPr>
          <p:cNvPr id="24" name="Titel 23">
            <a:extLst>
              <a:ext uri="{FF2B5EF4-FFF2-40B4-BE49-F238E27FC236}">
                <a16:creationId xmlns:a16="http://schemas.microsoft.com/office/drawing/2014/main" id="{1CA78902-FDFA-DA76-E421-14CE4C93A953}"/>
              </a:ext>
            </a:extLst>
          </p:cNvPr>
          <p:cNvSpPr>
            <a:spLocks noGrp="1"/>
          </p:cNvSpPr>
          <p:nvPr>
            <p:ph type="title"/>
          </p:nvPr>
        </p:nvSpPr>
        <p:spPr/>
        <p:txBody>
          <a:bodyPr/>
          <a:lstStyle/>
          <a:p>
            <a:endParaRPr lang="de-CH" dirty="0"/>
          </a:p>
        </p:txBody>
      </p:sp>
      <p:sp>
        <p:nvSpPr>
          <p:cNvPr id="25" name="Textplatzhalter 24">
            <a:extLst>
              <a:ext uri="{FF2B5EF4-FFF2-40B4-BE49-F238E27FC236}">
                <a16:creationId xmlns:a16="http://schemas.microsoft.com/office/drawing/2014/main" id="{2CB5A99A-140E-E7DB-C63F-33481E96DCE7}"/>
              </a:ext>
            </a:extLst>
          </p:cNvPr>
          <p:cNvSpPr>
            <a:spLocks noGrp="1"/>
          </p:cNvSpPr>
          <p:nvPr>
            <p:ph type="body" sz="quarter" idx="14"/>
          </p:nvPr>
        </p:nvSpPr>
        <p:spPr/>
        <p:txBody>
          <a:bodyPr/>
          <a:lstStyle/>
          <a:p>
            <a:endParaRPr lang="de-CH"/>
          </a:p>
        </p:txBody>
      </p:sp>
      <p:sp>
        <p:nvSpPr>
          <p:cNvPr id="26" name="Fußzeilenplatzhalter 25">
            <a:extLst>
              <a:ext uri="{FF2B5EF4-FFF2-40B4-BE49-F238E27FC236}">
                <a16:creationId xmlns:a16="http://schemas.microsoft.com/office/drawing/2014/main" id="{C200D6BF-0FE0-9526-3E6E-19166DB81F34}"/>
              </a:ext>
            </a:extLst>
          </p:cNvPr>
          <p:cNvSpPr>
            <a:spLocks noGrp="1"/>
          </p:cNvSpPr>
          <p:nvPr>
            <p:ph type="ftr" sz="quarter" idx="3"/>
          </p:nvPr>
        </p:nvSpPr>
        <p:spPr/>
        <p:txBody>
          <a:bodyPr/>
          <a:lstStyle/>
          <a:p>
            <a:r>
              <a:rPr lang="de-DE"/>
              <a:t>Titel des Dokuments | Version 1.1</a:t>
            </a:r>
            <a:endParaRPr lang="de-CH" dirty="0"/>
          </a:p>
        </p:txBody>
      </p:sp>
    </p:spTree>
    <p:extLst>
      <p:ext uri="{BB962C8B-B14F-4D97-AF65-F5344CB8AC3E}">
        <p14:creationId xmlns:p14="http://schemas.microsoft.com/office/powerpoint/2010/main" val="14876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954BC290-30BB-E490-D027-DE38E9AD0DC4}"/>
              </a:ext>
            </a:extLst>
          </p:cNvPr>
          <p:cNvSpPr>
            <a:spLocks noGrp="1"/>
          </p:cNvSpPr>
          <p:nvPr>
            <p:ph type="sldNum" sz="quarter" idx="10"/>
          </p:nvPr>
        </p:nvSpPr>
        <p:spPr/>
        <p:txBody>
          <a:bodyPr/>
          <a:lstStyle/>
          <a:p>
            <a:fld id="{8B4F2566-6049-46AE-8362-19E16D5BA91B}" type="slidenum">
              <a:rPr lang="de-CH" smtClean="0"/>
              <a:pPr/>
              <a:t>21</a:t>
            </a:fld>
            <a:endParaRPr lang="de-CH" dirty="0"/>
          </a:p>
        </p:txBody>
      </p:sp>
      <p:sp>
        <p:nvSpPr>
          <p:cNvPr id="4" name="Fußzeilenplatzhalter 3">
            <a:extLst>
              <a:ext uri="{FF2B5EF4-FFF2-40B4-BE49-F238E27FC236}">
                <a16:creationId xmlns:a16="http://schemas.microsoft.com/office/drawing/2014/main" id="{3F5CF134-EE80-4984-BCE3-CF01ECE8E049}"/>
              </a:ext>
            </a:extLst>
          </p:cNvPr>
          <p:cNvSpPr>
            <a:spLocks noGrp="1"/>
          </p:cNvSpPr>
          <p:nvPr>
            <p:ph type="ftr" sz="quarter" idx="11"/>
          </p:nvPr>
        </p:nvSpPr>
        <p:spPr/>
        <p:txBody>
          <a:bodyPr/>
          <a:lstStyle/>
          <a:p>
            <a:r>
              <a:rPr lang="de-DE"/>
              <a:t>Titel des Dokuments | Version 1.1</a:t>
            </a:r>
            <a:endParaRPr lang="de-CH" dirty="0"/>
          </a:p>
        </p:txBody>
      </p:sp>
      <p:sp>
        <p:nvSpPr>
          <p:cNvPr id="7" name="Bildplatzhalter 6">
            <a:extLst>
              <a:ext uri="{FF2B5EF4-FFF2-40B4-BE49-F238E27FC236}">
                <a16:creationId xmlns:a16="http://schemas.microsoft.com/office/drawing/2014/main" id="{6106CE4C-054F-EB26-5BCC-134A2378F717}"/>
              </a:ext>
            </a:extLst>
          </p:cNvPr>
          <p:cNvSpPr>
            <a:spLocks noGrp="1"/>
          </p:cNvSpPr>
          <p:nvPr>
            <p:ph type="pic" sz="quarter" idx="77"/>
          </p:nvPr>
        </p:nvSpPr>
        <p:spPr/>
        <p:txBody>
          <a:bodyPr/>
          <a:lstStyle/>
          <a:p>
            <a:endParaRPr lang="de-CH"/>
          </a:p>
        </p:txBody>
      </p:sp>
      <p:sp>
        <p:nvSpPr>
          <p:cNvPr id="5" name="Textplatzhalter 4">
            <a:extLst>
              <a:ext uri="{FF2B5EF4-FFF2-40B4-BE49-F238E27FC236}">
                <a16:creationId xmlns:a16="http://schemas.microsoft.com/office/drawing/2014/main" id="{4C2BD5D2-C0EB-2D6C-3A9C-9F26FBFD5FB7}"/>
              </a:ext>
            </a:extLst>
          </p:cNvPr>
          <p:cNvSpPr>
            <a:spLocks noGrp="1"/>
          </p:cNvSpPr>
          <p:nvPr>
            <p:ph type="body" sz="quarter" idx="55"/>
          </p:nvPr>
        </p:nvSpPr>
        <p:spPr/>
        <p:txBody>
          <a:bodyPr/>
          <a:lstStyle/>
          <a:p>
            <a:r>
              <a:rPr lang="de-CH" dirty="0"/>
              <a:t>Kapiteltitel</a:t>
            </a:r>
          </a:p>
        </p:txBody>
      </p:sp>
      <p:sp>
        <p:nvSpPr>
          <p:cNvPr id="2" name="Titel 1">
            <a:extLst>
              <a:ext uri="{FF2B5EF4-FFF2-40B4-BE49-F238E27FC236}">
                <a16:creationId xmlns:a16="http://schemas.microsoft.com/office/drawing/2014/main" id="{BB5C0377-0577-AB4B-83E0-D4634DFA0C5C}"/>
              </a:ext>
            </a:extLst>
          </p:cNvPr>
          <p:cNvSpPr>
            <a:spLocks noGrp="1"/>
          </p:cNvSpPr>
          <p:nvPr>
            <p:ph type="title"/>
          </p:nvPr>
        </p:nvSpPr>
        <p:spPr/>
        <p:txBody>
          <a:bodyPr/>
          <a:lstStyle/>
          <a:p>
            <a:r>
              <a:rPr lang="de-CH" dirty="0"/>
              <a:t>Evaluation Idee</a:t>
            </a:r>
          </a:p>
        </p:txBody>
      </p:sp>
    </p:spTree>
    <p:extLst>
      <p:ext uri="{BB962C8B-B14F-4D97-AF65-F5344CB8AC3E}">
        <p14:creationId xmlns:p14="http://schemas.microsoft.com/office/powerpoint/2010/main" val="1485877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Inhaltsplatzhalter 20">
            <a:extLst>
              <a:ext uri="{FF2B5EF4-FFF2-40B4-BE49-F238E27FC236}">
                <a16:creationId xmlns:a16="http://schemas.microsoft.com/office/drawing/2014/main" id="{FF4B8551-9283-DC6F-6A34-F39C7E348FCE}"/>
              </a:ext>
            </a:extLst>
          </p:cNvPr>
          <p:cNvSpPr>
            <a:spLocks noGrp="1"/>
          </p:cNvSpPr>
          <p:nvPr>
            <p:ph idx="69"/>
          </p:nvPr>
        </p:nvSpPr>
        <p:spPr/>
        <p:txBody>
          <a:bodyPr/>
          <a:lstStyle/>
          <a:p>
            <a:endParaRPr lang="de-CH"/>
          </a:p>
        </p:txBody>
      </p:sp>
      <p:sp>
        <p:nvSpPr>
          <p:cNvPr id="5" name="Inhaltsplatzhalter 4">
            <a:extLst>
              <a:ext uri="{FF2B5EF4-FFF2-40B4-BE49-F238E27FC236}">
                <a16:creationId xmlns:a16="http://schemas.microsoft.com/office/drawing/2014/main" id="{60D955C5-9CED-A55B-1C0D-806D700E7793}"/>
              </a:ext>
            </a:extLst>
          </p:cNvPr>
          <p:cNvSpPr>
            <a:spLocks noGrp="1"/>
          </p:cNvSpPr>
          <p:nvPr>
            <p:ph idx="61"/>
          </p:nvPr>
        </p:nvSpPr>
        <p:spPr/>
        <p:txBody>
          <a:bodyPr/>
          <a:lstStyle/>
          <a:p>
            <a:endParaRPr lang="de-CH"/>
          </a:p>
        </p:txBody>
      </p:sp>
      <p:sp>
        <p:nvSpPr>
          <p:cNvPr id="3" name="Foliennummernplatzhalter 2">
            <a:extLst>
              <a:ext uri="{FF2B5EF4-FFF2-40B4-BE49-F238E27FC236}">
                <a16:creationId xmlns:a16="http://schemas.microsoft.com/office/drawing/2014/main" id="{B1241DD0-5E8F-5D10-1253-B34D6BD94883}"/>
              </a:ext>
            </a:extLst>
          </p:cNvPr>
          <p:cNvSpPr>
            <a:spLocks noGrp="1"/>
          </p:cNvSpPr>
          <p:nvPr>
            <p:ph type="sldNum" sz="quarter" idx="10"/>
          </p:nvPr>
        </p:nvSpPr>
        <p:spPr/>
        <p:txBody>
          <a:bodyPr/>
          <a:lstStyle/>
          <a:p>
            <a:fld id="{8B4F2566-6049-46AE-8362-19E16D5BA91B}" type="slidenum">
              <a:rPr lang="de-CH" smtClean="0"/>
              <a:pPr/>
              <a:t>22</a:t>
            </a:fld>
            <a:endParaRPr lang="de-CH" dirty="0"/>
          </a:p>
        </p:txBody>
      </p:sp>
      <p:sp>
        <p:nvSpPr>
          <p:cNvPr id="4" name="Fußzeilenplatzhalter 3">
            <a:extLst>
              <a:ext uri="{FF2B5EF4-FFF2-40B4-BE49-F238E27FC236}">
                <a16:creationId xmlns:a16="http://schemas.microsoft.com/office/drawing/2014/main" id="{73E6BA7D-F532-DCA7-1F74-A96C88799F4F}"/>
              </a:ext>
            </a:extLst>
          </p:cNvPr>
          <p:cNvSpPr>
            <a:spLocks noGrp="1"/>
          </p:cNvSpPr>
          <p:nvPr>
            <p:ph type="ftr" sz="quarter" idx="11"/>
          </p:nvPr>
        </p:nvSpPr>
        <p:spPr/>
        <p:txBody>
          <a:bodyPr/>
          <a:lstStyle/>
          <a:p>
            <a:r>
              <a:rPr lang="de-DE"/>
              <a:t>Titel des Dokuments | Version 1.1</a:t>
            </a:r>
            <a:endParaRPr lang="de-CH" dirty="0"/>
          </a:p>
        </p:txBody>
      </p:sp>
      <p:sp>
        <p:nvSpPr>
          <p:cNvPr id="6" name="Textplatzhalter 5">
            <a:extLst>
              <a:ext uri="{FF2B5EF4-FFF2-40B4-BE49-F238E27FC236}">
                <a16:creationId xmlns:a16="http://schemas.microsoft.com/office/drawing/2014/main" id="{200EBCCF-941A-7566-F10D-B55572D625FD}"/>
              </a:ext>
            </a:extLst>
          </p:cNvPr>
          <p:cNvSpPr>
            <a:spLocks noGrp="1"/>
          </p:cNvSpPr>
          <p:nvPr>
            <p:ph type="body" sz="quarter" idx="53"/>
          </p:nvPr>
        </p:nvSpPr>
        <p:spPr/>
        <p:txBody>
          <a:bodyPr/>
          <a:lstStyle/>
          <a:p>
            <a:r>
              <a:rPr lang="de-CH" b="1" dirty="0">
                <a:ea typeface="Gibson Medium" pitchFamily="50" charset="0"/>
              </a:rPr>
              <a:t>Idee</a:t>
            </a:r>
          </a:p>
        </p:txBody>
      </p:sp>
      <p:sp>
        <p:nvSpPr>
          <p:cNvPr id="15" name="Inhaltsplatzhalter 14">
            <a:extLst>
              <a:ext uri="{FF2B5EF4-FFF2-40B4-BE49-F238E27FC236}">
                <a16:creationId xmlns:a16="http://schemas.microsoft.com/office/drawing/2014/main" id="{1CA2496A-93E0-E743-0A08-E022C4432FA5}"/>
              </a:ext>
            </a:extLst>
          </p:cNvPr>
          <p:cNvSpPr>
            <a:spLocks noGrp="1"/>
          </p:cNvSpPr>
          <p:nvPr>
            <p:ph idx="64"/>
          </p:nvPr>
        </p:nvSpPr>
        <p:spPr/>
        <p:txBody>
          <a:bodyPr/>
          <a:lstStyle/>
          <a:p>
            <a:endParaRPr lang="de-CH"/>
          </a:p>
        </p:txBody>
      </p:sp>
      <p:sp>
        <p:nvSpPr>
          <p:cNvPr id="7" name="Textplatzhalter 6">
            <a:extLst>
              <a:ext uri="{FF2B5EF4-FFF2-40B4-BE49-F238E27FC236}">
                <a16:creationId xmlns:a16="http://schemas.microsoft.com/office/drawing/2014/main" id="{4245961A-FDF7-22C4-3CB8-4E443C663D32}"/>
              </a:ext>
            </a:extLst>
          </p:cNvPr>
          <p:cNvSpPr>
            <a:spLocks noGrp="1"/>
          </p:cNvSpPr>
          <p:nvPr>
            <p:ph type="body" sz="quarter" idx="60"/>
          </p:nvPr>
        </p:nvSpPr>
        <p:spPr/>
        <p:txBody>
          <a:bodyPr/>
          <a:lstStyle/>
          <a:p>
            <a:r>
              <a:rPr lang="de-CH" b="1" dirty="0">
                <a:ea typeface="Gibson Medium" pitchFamily="50" charset="0"/>
              </a:rPr>
              <a:t>Ideenzettel</a:t>
            </a:r>
          </a:p>
        </p:txBody>
      </p:sp>
      <p:sp>
        <p:nvSpPr>
          <p:cNvPr id="16" name="Inhaltsplatzhalter 15">
            <a:extLst>
              <a:ext uri="{FF2B5EF4-FFF2-40B4-BE49-F238E27FC236}">
                <a16:creationId xmlns:a16="http://schemas.microsoft.com/office/drawing/2014/main" id="{48685E7B-A745-0F84-246D-8CE483C82C55}"/>
              </a:ext>
            </a:extLst>
          </p:cNvPr>
          <p:cNvSpPr>
            <a:spLocks noGrp="1"/>
          </p:cNvSpPr>
          <p:nvPr>
            <p:ph idx="65"/>
          </p:nvPr>
        </p:nvSpPr>
        <p:spPr/>
        <p:txBody>
          <a:bodyPr/>
          <a:lstStyle/>
          <a:p>
            <a:endParaRPr lang="de-CH"/>
          </a:p>
        </p:txBody>
      </p:sp>
      <p:sp>
        <p:nvSpPr>
          <p:cNvPr id="17" name="Inhaltsplatzhalter 16">
            <a:extLst>
              <a:ext uri="{FF2B5EF4-FFF2-40B4-BE49-F238E27FC236}">
                <a16:creationId xmlns:a16="http://schemas.microsoft.com/office/drawing/2014/main" id="{07A3198B-9136-8696-2116-F16408E547ED}"/>
              </a:ext>
            </a:extLst>
          </p:cNvPr>
          <p:cNvSpPr>
            <a:spLocks noGrp="1"/>
          </p:cNvSpPr>
          <p:nvPr>
            <p:ph idx="66"/>
          </p:nvPr>
        </p:nvSpPr>
        <p:spPr/>
        <p:txBody>
          <a:bodyPr/>
          <a:lstStyle/>
          <a:p>
            <a:endParaRPr lang="de-CH"/>
          </a:p>
        </p:txBody>
      </p:sp>
      <p:sp>
        <p:nvSpPr>
          <p:cNvPr id="18" name="Inhaltsplatzhalter 17">
            <a:extLst>
              <a:ext uri="{FF2B5EF4-FFF2-40B4-BE49-F238E27FC236}">
                <a16:creationId xmlns:a16="http://schemas.microsoft.com/office/drawing/2014/main" id="{7C83299A-9796-608D-C193-2DEA0ECB0756}"/>
              </a:ext>
            </a:extLst>
          </p:cNvPr>
          <p:cNvSpPr>
            <a:spLocks noGrp="1"/>
          </p:cNvSpPr>
          <p:nvPr>
            <p:ph idx="67"/>
          </p:nvPr>
        </p:nvSpPr>
        <p:spPr/>
        <p:txBody>
          <a:bodyPr/>
          <a:lstStyle/>
          <a:p>
            <a:endParaRPr lang="de-CH"/>
          </a:p>
        </p:txBody>
      </p:sp>
      <p:sp>
        <p:nvSpPr>
          <p:cNvPr id="20" name="Inhaltsplatzhalter 19">
            <a:extLst>
              <a:ext uri="{FF2B5EF4-FFF2-40B4-BE49-F238E27FC236}">
                <a16:creationId xmlns:a16="http://schemas.microsoft.com/office/drawing/2014/main" id="{7A091667-E4CA-EDDA-B699-4C3820D7FB52}"/>
              </a:ext>
            </a:extLst>
          </p:cNvPr>
          <p:cNvSpPr>
            <a:spLocks noGrp="1"/>
          </p:cNvSpPr>
          <p:nvPr>
            <p:ph idx="68"/>
          </p:nvPr>
        </p:nvSpPr>
        <p:spPr/>
        <p:txBody>
          <a:bodyPr/>
          <a:lstStyle/>
          <a:p>
            <a:endParaRPr lang="de-CH"/>
          </a:p>
        </p:txBody>
      </p:sp>
      <p:sp>
        <p:nvSpPr>
          <p:cNvPr id="19" name="Text Placeholder 18">
            <a:extLst>
              <a:ext uri="{FF2B5EF4-FFF2-40B4-BE49-F238E27FC236}">
                <a16:creationId xmlns:a16="http://schemas.microsoft.com/office/drawing/2014/main" id="{E9032F55-D1A3-F6A7-0E57-070B7139458F}"/>
              </a:ext>
            </a:extLst>
          </p:cNvPr>
          <p:cNvSpPr>
            <a:spLocks noGrp="1"/>
          </p:cNvSpPr>
          <p:nvPr>
            <p:ph type="body" sz="quarter" idx="55"/>
          </p:nvPr>
        </p:nvSpPr>
        <p:spPr/>
        <p:txBody>
          <a:bodyPr/>
          <a:lstStyle/>
          <a:p>
            <a:r>
              <a:rPr lang="de-CH" dirty="0"/>
              <a:t>Kapiteltitel</a:t>
            </a:r>
          </a:p>
        </p:txBody>
      </p:sp>
      <p:sp>
        <p:nvSpPr>
          <p:cNvPr id="2" name="Titel 1">
            <a:extLst>
              <a:ext uri="{FF2B5EF4-FFF2-40B4-BE49-F238E27FC236}">
                <a16:creationId xmlns:a16="http://schemas.microsoft.com/office/drawing/2014/main" id="{66D68B57-E89E-D793-D113-61399ED0F3ED}"/>
              </a:ext>
            </a:extLst>
          </p:cNvPr>
          <p:cNvSpPr>
            <a:spLocks noGrp="1"/>
          </p:cNvSpPr>
          <p:nvPr>
            <p:ph type="title"/>
          </p:nvPr>
        </p:nvSpPr>
        <p:spPr/>
        <p:txBody>
          <a:bodyPr/>
          <a:lstStyle/>
          <a:p>
            <a:r>
              <a:rPr lang="de-CH" dirty="0"/>
              <a:t>Grobkonzept: Ideenentwicklung</a:t>
            </a:r>
          </a:p>
        </p:txBody>
      </p:sp>
    </p:spTree>
    <p:extLst>
      <p:ext uri="{BB962C8B-B14F-4D97-AF65-F5344CB8AC3E}">
        <p14:creationId xmlns:p14="http://schemas.microsoft.com/office/powerpoint/2010/main" val="3865099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92515B35-9062-0939-8F6C-1FD964138FBE}"/>
              </a:ext>
            </a:extLst>
          </p:cNvPr>
          <p:cNvSpPr>
            <a:spLocks noGrp="1"/>
          </p:cNvSpPr>
          <p:nvPr>
            <p:ph type="sldNum" sz="quarter" idx="10"/>
          </p:nvPr>
        </p:nvSpPr>
        <p:spPr/>
        <p:txBody>
          <a:bodyPr/>
          <a:lstStyle/>
          <a:p>
            <a:fld id="{8B4F2566-6049-46AE-8362-19E16D5BA91B}" type="slidenum">
              <a:rPr lang="de-CH" smtClean="0"/>
              <a:pPr/>
              <a:t>23</a:t>
            </a:fld>
            <a:endParaRPr lang="de-CH" dirty="0"/>
          </a:p>
        </p:txBody>
      </p:sp>
      <p:sp>
        <p:nvSpPr>
          <p:cNvPr id="4" name="Fußzeilenplatzhalter 3">
            <a:extLst>
              <a:ext uri="{FF2B5EF4-FFF2-40B4-BE49-F238E27FC236}">
                <a16:creationId xmlns:a16="http://schemas.microsoft.com/office/drawing/2014/main" id="{80A9C749-1E9C-8577-EAED-8CE6EB101F1E}"/>
              </a:ext>
            </a:extLst>
          </p:cNvPr>
          <p:cNvSpPr>
            <a:spLocks noGrp="1"/>
          </p:cNvSpPr>
          <p:nvPr>
            <p:ph type="ftr" sz="quarter" idx="11"/>
          </p:nvPr>
        </p:nvSpPr>
        <p:spPr/>
        <p:txBody>
          <a:bodyPr/>
          <a:lstStyle/>
          <a:p>
            <a:r>
              <a:rPr lang="de-DE" dirty="0"/>
              <a:t>Titel des Dokuments | Version 1.1</a:t>
            </a:r>
            <a:endParaRPr lang="de-CH" dirty="0"/>
          </a:p>
        </p:txBody>
      </p:sp>
      <p:graphicFrame>
        <p:nvGraphicFramePr>
          <p:cNvPr id="20" name="Inhaltsplatzhalter 19">
            <a:extLst>
              <a:ext uri="{FF2B5EF4-FFF2-40B4-BE49-F238E27FC236}">
                <a16:creationId xmlns:a16="http://schemas.microsoft.com/office/drawing/2014/main" id="{4D156CB3-EE14-DFAA-D5F5-8DD8CC96B6B8}"/>
              </a:ext>
            </a:extLst>
          </p:cNvPr>
          <p:cNvGraphicFramePr>
            <a:graphicFrameLocks noGrp="1"/>
          </p:cNvGraphicFramePr>
          <p:nvPr>
            <p:ph idx="1"/>
            <p:extLst>
              <p:ext uri="{D42A27DB-BD31-4B8C-83A1-F6EECF244321}">
                <p14:modId xmlns:p14="http://schemas.microsoft.com/office/powerpoint/2010/main" val="2601305324"/>
              </p:ext>
            </p:extLst>
          </p:nvPr>
        </p:nvGraphicFramePr>
        <p:xfrm>
          <a:off x="469900" y="1560513"/>
          <a:ext cx="3001963" cy="43894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platzhalter 6">
            <a:extLst>
              <a:ext uri="{FF2B5EF4-FFF2-40B4-BE49-F238E27FC236}">
                <a16:creationId xmlns:a16="http://schemas.microsoft.com/office/drawing/2014/main" id="{C5E7AA1E-0FB6-5B8F-830E-72337FB8FC10}"/>
              </a:ext>
            </a:extLst>
          </p:cNvPr>
          <p:cNvSpPr>
            <a:spLocks noGrp="1"/>
          </p:cNvSpPr>
          <p:nvPr>
            <p:ph type="body" sz="quarter" idx="53"/>
          </p:nvPr>
        </p:nvSpPr>
        <p:spPr/>
        <p:txBody>
          <a:bodyPr/>
          <a:lstStyle/>
          <a:p>
            <a:r>
              <a:rPr lang="de-CH" b="1" dirty="0">
                <a:latin typeface="Arial" panose="020B0604020202020204" pitchFamily="34" charset="0"/>
                <a:ea typeface="Gibson Medium" pitchFamily="50" charset="0"/>
              </a:rPr>
              <a:t>Bewertung</a:t>
            </a:r>
          </a:p>
        </p:txBody>
      </p:sp>
      <p:sp>
        <p:nvSpPr>
          <p:cNvPr id="8" name="Textplatzhalter 7">
            <a:extLst>
              <a:ext uri="{FF2B5EF4-FFF2-40B4-BE49-F238E27FC236}">
                <a16:creationId xmlns:a16="http://schemas.microsoft.com/office/drawing/2014/main" id="{109ECD06-9D6F-A7F6-A220-7F6B85E2FE43}"/>
              </a:ext>
            </a:extLst>
          </p:cNvPr>
          <p:cNvSpPr>
            <a:spLocks noGrp="1"/>
          </p:cNvSpPr>
          <p:nvPr>
            <p:ph type="body" sz="quarter" idx="56"/>
          </p:nvPr>
        </p:nvSpPr>
        <p:spPr/>
        <p:txBody>
          <a:bodyPr/>
          <a:lstStyle/>
          <a:p>
            <a:r>
              <a:rPr lang="de-CH" b="1" dirty="0">
                <a:latin typeface="Arial" panose="020B0604020202020204" pitchFamily="34" charset="0"/>
                <a:ea typeface="Gibson Medium" pitchFamily="50" charset="0"/>
              </a:rPr>
              <a:t>Weiterführende Ideen</a:t>
            </a:r>
          </a:p>
        </p:txBody>
      </p:sp>
      <p:sp>
        <p:nvSpPr>
          <p:cNvPr id="6" name="Inhaltsplatzhalter 5">
            <a:extLst>
              <a:ext uri="{FF2B5EF4-FFF2-40B4-BE49-F238E27FC236}">
                <a16:creationId xmlns:a16="http://schemas.microsoft.com/office/drawing/2014/main" id="{9C2DD386-2BBB-018A-D515-38DC9073ADCB}"/>
              </a:ext>
            </a:extLst>
          </p:cNvPr>
          <p:cNvSpPr>
            <a:spLocks noGrp="1"/>
          </p:cNvSpPr>
          <p:nvPr>
            <p:ph idx="57"/>
          </p:nvPr>
        </p:nvSpPr>
        <p:spPr/>
        <p:txBody>
          <a:bodyPr/>
          <a:lstStyle/>
          <a:p>
            <a:pPr indent="-144000"/>
            <a:r>
              <a:rPr lang="de-CH" dirty="0"/>
              <a:t>Weiterführende Ideen</a:t>
            </a:r>
          </a:p>
        </p:txBody>
      </p:sp>
      <p:sp>
        <p:nvSpPr>
          <p:cNvPr id="10" name="Textplatzhalter 9">
            <a:extLst>
              <a:ext uri="{FF2B5EF4-FFF2-40B4-BE49-F238E27FC236}">
                <a16:creationId xmlns:a16="http://schemas.microsoft.com/office/drawing/2014/main" id="{A0F55314-4D54-70E1-8335-750F9849EC17}"/>
              </a:ext>
            </a:extLst>
          </p:cNvPr>
          <p:cNvSpPr>
            <a:spLocks noGrp="1"/>
          </p:cNvSpPr>
          <p:nvPr>
            <p:ph type="body" sz="quarter" idx="58"/>
          </p:nvPr>
        </p:nvSpPr>
        <p:spPr/>
        <p:txBody>
          <a:bodyPr/>
          <a:lstStyle/>
          <a:p>
            <a:r>
              <a:rPr lang="de-CH" b="1" dirty="0">
                <a:latin typeface="Arial" panose="020B0604020202020204" pitchFamily="34" charset="0"/>
                <a:ea typeface="Gibson Medium" pitchFamily="50" charset="0"/>
              </a:rPr>
              <a:t>Nächste Schritte</a:t>
            </a:r>
          </a:p>
        </p:txBody>
      </p:sp>
      <p:sp>
        <p:nvSpPr>
          <p:cNvPr id="9" name="Inhaltsplatzhalter 8">
            <a:extLst>
              <a:ext uri="{FF2B5EF4-FFF2-40B4-BE49-F238E27FC236}">
                <a16:creationId xmlns:a16="http://schemas.microsoft.com/office/drawing/2014/main" id="{10A8EC03-2622-3364-0DB2-21E3B3DF8B68}"/>
              </a:ext>
            </a:extLst>
          </p:cNvPr>
          <p:cNvSpPr>
            <a:spLocks noGrp="1"/>
          </p:cNvSpPr>
          <p:nvPr>
            <p:ph idx="59"/>
          </p:nvPr>
        </p:nvSpPr>
        <p:spPr/>
        <p:txBody>
          <a:bodyPr/>
          <a:lstStyle/>
          <a:p>
            <a:pPr indent="-144000"/>
            <a:r>
              <a:rPr lang="de-CH" dirty="0"/>
              <a:t>Nächste Schritte</a:t>
            </a:r>
          </a:p>
        </p:txBody>
      </p:sp>
      <p:sp>
        <p:nvSpPr>
          <p:cNvPr id="12" name="Textplatzhalter 11">
            <a:extLst>
              <a:ext uri="{FF2B5EF4-FFF2-40B4-BE49-F238E27FC236}">
                <a16:creationId xmlns:a16="http://schemas.microsoft.com/office/drawing/2014/main" id="{21F54D2B-EE2A-E578-284A-4420DE343D79}"/>
              </a:ext>
            </a:extLst>
          </p:cNvPr>
          <p:cNvSpPr>
            <a:spLocks noGrp="1"/>
          </p:cNvSpPr>
          <p:nvPr>
            <p:ph type="body" sz="quarter" idx="60"/>
          </p:nvPr>
        </p:nvSpPr>
        <p:spPr/>
        <p:txBody>
          <a:bodyPr/>
          <a:lstStyle/>
          <a:p>
            <a:r>
              <a:rPr lang="de-CH" b="1" dirty="0">
                <a:latin typeface="Arial" panose="020B0604020202020204" pitchFamily="34" charset="0"/>
                <a:ea typeface="Gibson Medium" pitchFamily="50" charset="0"/>
              </a:rPr>
              <a:t>Vorteile</a:t>
            </a:r>
          </a:p>
        </p:txBody>
      </p:sp>
      <p:sp>
        <p:nvSpPr>
          <p:cNvPr id="11" name="Inhaltsplatzhalter 10">
            <a:extLst>
              <a:ext uri="{FF2B5EF4-FFF2-40B4-BE49-F238E27FC236}">
                <a16:creationId xmlns:a16="http://schemas.microsoft.com/office/drawing/2014/main" id="{9FAAE31A-C80B-ADDB-B6B4-335D578E64AF}"/>
              </a:ext>
            </a:extLst>
          </p:cNvPr>
          <p:cNvSpPr>
            <a:spLocks noGrp="1"/>
          </p:cNvSpPr>
          <p:nvPr>
            <p:ph idx="61"/>
          </p:nvPr>
        </p:nvSpPr>
        <p:spPr/>
        <p:txBody>
          <a:bodyPr/>
          <a:lstStyle/>
          <a:p>
            <a:pPr indent="-144000"/>
            <a:r>
              <a:rPr lang="de-CH" dirty="0"/>
              <a:t>Vorteile</a:t>
            </a:r>
          </a:p>
        </p:txBody>
      </p:sp>
      <p:sp>
        <p:nvSpPr>
          <p:cNvPr id="14" name="Textplatzhalter 13">
            <a:extLst>
              <a:ext uri="{FF2B5EF4-FFF2-40B4-BE49-F238E27FC236}">
                <a16:creationId xmlns:a16="http://schemas.microsoft.com/office/drawing/2014/main" id="{6A8482AA-DEE7-B1D8-8FD2-93154D347E36}"/>
              </a:ext>
            </a:extLst>
          </p:cNvPr>
          <p:cNvSpPr>
            <a:spLocks noGrp="1"/>
          </p:cNvSpPr>
          <p:nvPr>
            <p:ph type="body" sz="quarter" idx="62"/>
          </p:nvPr>
        </p:nvSpPr>
        <p:spPr/>
        <p:txBody>
          <a:bodyPr/>
          <a:lstStyle/>
          <a:p>
            <a:r>
              <a:rPr lang="de-CH" dirty="0">
                <a:latin typeface="Arial" panose="020B0604020202020204" pitchFamily="34" charset="0"/>
                <a:ea typeface="Gibson Medium" pitchFamily="50" charset="0"/>
              </a:rPr>
              <a:t>Nachteile und Verbesserungsvorschläge</a:t>
            </a:r>
          </a:p>
        </p:txBody>
      </p:sp>
      <p:sp>
        <p:nvSpPr>
          <p:cNvPr id="13" name="Inhaltsplatzhalter 12">
            <a:extLst>
              <a:ext uri="{FF2B5EF4-FFF2-40B4-BE49-F238E27FC236}">
                <a16:creationId xmlns:a16="http://schemas.microsoft.com/office/drawing/2014/main" id="{0DF053A6-09E2-DC70-D40F-138CE1CC3702}"/>
              </a:ext>
            </a:extLst>
          </p:cNvPr>
          <p:cNvSpPr>
            <a:spLocks noGrp="1"/>
          </p:cNvSpPr>
          <p:nvPr>
            <p:ph idx="63"/>
          </p:nvPr>
        </p:nvSpPr>
        <p:spPr/>
        <p:txBody>
          <a:bodyPr/>
          <a:lstStyle/>
          <a:p>
            <a:pPr marL="171450" indent="-144000"/>
            <a:r>
              <a:rPr lang="de-CH" dirty="0"/>
              <a:t>Nachteile</a:t>
            </a:r>
          </a:p>
        </p:txBody>
      </p:sp>
      <p:sp>
        <p:nvSpPr>
          <p:cNvPr id="15" name="Inhaltsplatzhalter 14">
            <a:extLst>
              <a:ext uri="{FF2B5EF4-FFF2-40B4-BE49-F238E27FC236}">
                <a16:creationId xmlns:a16="http://schemas.microsoft.com/office/drawing/2014/main" id="{20C69EA7-DD25-C51A-6940-F9744FA8B227}"/>
              </a:ext>
            </a:extLst>
          </p:cNvPr>
          <p:cNvSpPr>
            <a:spLocks noGrp="1"/>
          </p:cNvSpPr>
          <p:nvPr>
            <p:ph idx="64"/>
          </p:nvPr>
        </p:nvSpPr>
        <p:spPr/>
        <p:txBody>
          <a:bodyPr/>
          <a:lstStyle/>
          <a:p>
            <a:endParaRPr lang="de-CH"/>
          </a:p>
        </p:txBody>
      </p:sp>
      <p:sp>
        <p:nvSpPr>
          <p:cNvPr id="17" name="Textplatzhalter 16">
            <a:extLst>
              <a:ext uri="{FF2B5EF4-FFF2-40B4-BE49-F238E27FC236}">
                <a16:creationId xmlns:a16="http://schemas.microsoft.com/office/drawing/2014/main" id="{A88226D8-44C3-C5C1-C461-6D74087E1A7F}"/>
              </a:ext>
            </a:extLst>
          </p:cNvPr>
          <p:cNvSpPr>
            <a:spLocks noGrp="1"/>
          </p:cNvSpPr>
          <p:nvPr>
            <p:ph type="body" sz="quarter" idx="65"/>
          </p:nvPr>
        </p:nvSpPr>
        <p:spPr/>
        <p:txBody>
          <a:bodyPr/>
          <a:lstStyle/>
          <a:p>
            <a:pPr marL="36000" indent="0">
              <a:buNone/>
            </a:pPr>
            <a:r>
              <a:rPr lang="de-CH" sz="1200" b="1" dirty="0">
                <a:latin typeface="Arial" panose="020B0604020202020204" pitchFamily="34" charset="0"/>
                <a:ea typeface="Gibson Medium" pitchFamily="50" charset="0"/>
              </a:rPr>
              <a:t>Beschreibung</a:t>
            </a:r>
          </a:p>
        </p:txBody>
      </p:sp>
      <p:sp>
        <p:nvSpPr>
          <p:cNvPr id="5" name="Textplatzhalter 4">
            <a:extLst>
              <a:ext uri="{FF2B5EF4-FFF2-40B4-BE49-F238E27FC236}">
                <a16:creationId xmlns:a16="http://schemas.microsoft.com/office/drawing/2014/main" id="{26467D14-E3D3-40F9-32CF-039755D735D9}"/>
              </a:ext>
            </a:extLst>
          </p:cNvPr>
          <p:cNvSpPr>
            <a:spLocks noGrp="1"/>
          </p:cNvSpPr>
          <p:nvPr>
            <p:ph type="body" sz="quarter" idx="55"/>
          </p:nvPr>
        </p:nvSpPr>
        <p:spPr/>
        <p:txBody>
          <a:bodyPr/>
          <a:lstStyle/>
          <a:p>
            <a:r>
              <a:rPr lang="de-CH" dirty="0"/>
              <a:t>Kapiteltitel</a:t>
            </a:r>
          </a:p>
        </p:txBody>
      </p:sp>
      <p:sp>
        <p:nvSpPr>
          <p:cNvPr id="2" name="Titel 1">
            <a:extLst>
              <a:ext uri="{FF2B5EF4-FFF2-40B4-BE49-F238E27FC236}">
                <a16:creationId xmlns:a16="http://schemas.microsoft.com/office/drawing/2014/main" id="{64BAF5B7-F5CF-0858-9179-32018D6FBD4D}"/>
              </a:ext>
            </a:extLst>
          </p:cNvPr>
          <p:cNvSpPr>
            <a:spLocks noGrp="1"/>
          </p:cNvSpPr>
          <p:nvPr>
            <p:ph type="title"/>
          </p:nvPr>
        </p:nvSpPr>
        <p:spPr/>
        <p:txBody>
          <a:bodyPr/>
          <a:lstStyle/>
          <a:p>
            <a:r>
              <a:rPr lang="de-CH" dirty="0"/>
              <a:t>Grobkonzept: Bewertung &amp; Beschreibung</a:t>
            </a:r>
          </a:p>
        </p:txBody>
      </p:sp>
    </p:spTree>
    <p:extLst>
      <p:ext uri="{BB962C8B-B14F-4D97-AF65-F5344CB8AC3E}">
        <p14:creationId xmlns:p14="http://schemas.microsoft.com/office/powerpoint/2010/main" val="2794525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5FDFC367-4FA5-0C03-998B-C80621FDBF65}"/>
              </a:ext>
            </a:extLst>
          </p:cNvPr>
          <p:cNvSpPr>
            <a:spLocks noGrp="1"/>
          </p:cNvSpPr>
          <p:nvPr>
            <p:ph idx="16"/>
          </p:nvPr>
        </p:nvSpPr>
        <p:spPr/>
        <p:txBody>
          <a:bodyPr/>
          <a:lstStyle/>
          <a:p>
            <a:r>
              <a:rPr lang="de-CH" dirty="0"/>
              <a:t>Vorname Nachname</a:t>
            </a:r>
          </a:p>
        </p:txBody>
      </p:sp>
      <p:sp>
        <p:nvSpPr>
          <p:cNvPr id="3" name="Inhaltsplatzhalter 2">
            <a:extLst>
              <a:ext uri="{FF2B5EF4-FFF2-40B4-BE49-F238E27FC236}">
                <a16:creationId xmlns:a16="http://schemas.microsoft.com/office/drawing/2014/main" id="{7BC9596C-CF02-CB3E-EC6E-9758C54B56AF}"/>
              </a:ext>
            </a:extLst>
          </p:cNvPr>
          <p:cNvSpPr>
            <a:spLocks noGrp="1"/>
          </p:cNvSpPr>
          <p:nvPr>
            <p:ph idx="17"/>
          </p:nvPr>
        </p:nvSpPr>
        <p:spPr/>
        <p:txBody>
          <a:bodyPr/>
          <a:lstStyle/>
          <a:p>
            <a:r>
              <a:rPr lang="de-CH" dirty="0"/>
              <a:t>Funktion</a:t>
            </a:r>
          </a:p>
        </p:txBody>
      </p:sp>
      <p:sp>
        <p:nvSpPr>
          <p:cNvPr id="5" name="Inhaltsplatzhalter 4">
            <a:extLst>
              <a:ext uri="{FF2B5EF4-FFF2-40B4-BE49-F238E27FC236}">
                <a16:creationId xmlns:a16="http://schemas.microsoft.com/office/drawing/2014/main" id="{0CD3B83E-307A-7FB2-BE16-5D34A23D91F1}"/>
              </a:ext>
            </a:extLst>
          </p:cNvPr>
          <p:cNvSpPr>
            <a:spLocks noGrp="1"/>
          </p:cNvSpPr>
          <p:nvPr>
            <p:ph idx="1"/>
          </p:nvPr>
        </p:nvSpPr>
        <p:spPr/>
        <p:txBody>
          <a:bodyPr/>
          <a:lstStyle/>
          <a:p>
            <a:endParaRPr lang="de-CH"/>
          </a:p>
        </p:txBody>
      </p:sp>
      <p:sp>
        <p:nvSpPr>
          <p:cNvPr id="8" name="Foliennummernplatzhalter 7">
            <a:extLst>
              <a:ext uri="{FF2B5EF4-FFF2-40B4-BE49-F238E27FC236}">
                <a16:creationId xmlns:a16="http://schemas.microsoft.com/office/drawing/2014/main" id="{C2AF847C-D544-79B2-62D4-4B1D7F281272}"/>
              </a:ext>
            </a:extLst>
          </p:cNvPr>
          <p:cNvSpPr>
            <a:spLocks noGrp="1"/>
          </p:cNvSpPr>
          <p:nvPr>
            <p:ph type="sldNum" sz="quarter" idx="4"/>
          </p:nvPr>
        </p:nvSpPr>
        <p:spPr/>
        <p:txBody>
          <a:bodyPr/>
          <a:lstStyle/>
          <a:p>
            <a:fld id="{8B4F2566-6049-46AE-8362-19E16D5BA91B}" type="slidenum">
              <a:rPr lang="de-CH" smtClean="0"/>
              <a:pPr/>
              <a:t>24</a:t>
            </a:fld>
            <a:endParaRPr lang="de-CH" dirty="0"/>
          </a:p>
        </p:txBody>
      </p:sp>
      <p:sp>
        <p:nvSpPr>
          <p:cNvPr id="11" name="Fußzeilenplatzhalter 10">
            <a:extLst>
              <a:ext uri="{FF2B5EF4-FFF2-40B4-BE49-F238E27FC236}">
                <a16:creationId xmlns:a16="http://schemas.microsoft.com/office/drawing/2014/main" id="{1857C55F-CA2E-1182-909E-7362256EFF7B}"/>
              </a:ext>
            </a:extLst>
          </p:cNvPr>
          <p:cNvSpPr>
            <a:spLocks noGrp="1"/>
          </p:cNvSpPr>
          <p:nvPr>
            <p:ph type="ftr" sz="quarter" idx="3"/>
          </p:nvPr>
        </p:nvSpPr>
        <p:spPr/>
        <p:txBody>
          <a:bodyPr/>
          <a:lstStyle/>
          <a:p>
            <a:r>
              <a:rPr lang="de-DE"/>
              <a:t>Titel des Dokuments | Version 1.1</a:t>
            </a:r>
            <a:endParaRPr lang="de-CH" dirty="0"/>
          </a:p>
        </p:txBody>
      </p:sp>
      <p:sp>
        <p:nvSpPr>
          <p:cNvPr id="9" name="Textplatzhalter 8">
            <a:extLst>
              <a:ext uri="{FF2B5EF4-FFF2-40B4-BE49-F238E27FC236}">
                <a16:creationId xmlns:a16="http://schemas.microsoft.com/office/drawing/2014/main" id="{D6A7A58E-1FC4-F4BA-2C61-75FB2F024CAA}"/>
              </a:ext>
            </a:extLst>
          </p:cNvPr>
          <p:cNvSpPr>
            <a:spLocks noGrp="1"/>
          </p:cNvSpPr>
          <p:nvPr>
            <p:ph type="body" sz="quarter" idx="55"/>
          </p:nvPr>
        </p:nvSpPr>
        <p:spPr/>
        <p:txBody>
          <a:bodyPr/>
          <a:lstStyle/>
          <a:p>
            <a:endParaRPr lang="de-CH"/>
          </a:p>
        </p:txBody>
      </p:sp>
      <p:sp>
        <p:nvSpPr>
          <p:cNvPr id="7" name="Titel 6">
            <a:extLst>
              <a:ext uri="{FF2B5EF4-FFF2-40B4-BE49-F238E27FC236}">
                <a16:creationId xmlns:a16="http://schemas.microsoft.com/office/drawing/2014/main" id="{35ED89FE-B9F3-4338-E93E-55B02D5842E6}"/>
              </a:ext>
            </a:extLst>
          </p:cNvPr>
          <p:cNvSpPr>
            <a:spLocks noGrp="1"/>
          </p:cNvSpPr>
          <p:nvPr>
            <p:ph type="title"/>
          </p:nvPr>
        </p:nvSpPr>
        <p:spPr/>
        <p:txBody>
          <a:bodyPr/>
          <a:lstStyle/>
          <a:p>
            <a:r>
              <a:rPr lang="de-CH" dirty="0"/>
              <a:t>KONTAKTPERSON</a:t>
            </a:r>
          </a:p>
        </p:txBody>
      </p:sp>
      <p:sp>
        <p:nvSpPr>
          <p:cNvPr id="13" name="Bildplatzhalter 12">
            <a:extLst>
              <a:ext uri="{FF2B5EF4-FFF2-40B4-BE49-F238E27FC236}">
                <a16:creationId xmlns:a16="http://schemas.microsoft.com/office/drawing/2014/main" id="{2E426D28-EC24-68A7-C13E-259E1601F91B}"/>
              </a:ext>
            </a:extLst>
          </p:cNvPr>
          <p:cNvSpPr>
            <a:spLocks noGrp="1"/>
          </p:cNvSpPr>
          <p:nvPr>
            <p:ph type="pic" sz="quarter" idx="13"/>
          </p:nvPr>
        </p:nvSpPr>
        <p:spPr/>
        <p:txBody>
          <a:bodyPr/>
          <a:lstStyle/>
          <a:p>
            <a:endParaRPr lang="de-CH"/>
          </a:p>
        </p:txBody>
      </p:sp>
      <p:pic>
        <p:nvPicPr>
          <p:cNvPr id="19" name="Grafik 18">
            <a:extLst>
              <a:ext uri="{FF2B5EF4-FFF2-40B4-BE49-F238E27FC236}">
                <a16:creationId xmlns:a16="http://schemas.microsoft.com/office/drawing/2014/main" id="{22DE6FE7-D3C2-424A-76CE-5E1B8024247E}"/>
              </a:ext>
            </a:extLst>
          </p:cNvPr>
          <p:cNvPicPr>
            <a:picLocks noChangeAspect="1"/>
          </p:cNvPicPr>
          <p:nvPr/>
        </p:nvPicPr>
        <p:blipFill>
          <a:blip r:embed="rId4"/>
          <a:stretch>
            <a:fillRect/>
          </a:stretch>
        </p:blipFill>
        <p:spPr>
          <a:xfrm>
            <a:off x="3956043" y="2388718"/>
            <a:ext cx="317019" cy="365792"/>
          </a:xfrm>
          <a:prstGeom prst="rect">
            <a:avLst/>
          </a:prstGeom>
        </p:spPr>
      </p:pic>
      <p:sp>
        <p:nvSpPr>
          <p:cNvPr id="6" name="Rechteck 5">
            <a:extLst>
              <a:ext uri="{FF2B5EF4-FFF2-40B4-BE49-F238E27FC236}">
                <a16:creationId xmlns:a16="http://schemas.microsoft.com/office/drawing/2014/main" id="{E320F232-39F7-1D0A-F58D-B7C76D74D802}"/>
              </a:ext>
            </a:extLst>
          </p:cNvPr>
          <p:cNvSpPr/>
          <p:nvPr/>
        </p:nvSpPr>
        <p:spPr>
          <a:xfrm rot="21209159">
            <a:off x="1343526" y="2926356"/>
            <a:ext cx="9504948" cy="1005288"/>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de-CH"/>
              <a:t>Bitte benötigte Kontaktperson immer wie folgt öffnen:</a:t>
            </a:r>
          </a:p>
          <a:p>
            <a:pPr algn="ctr"/>
            <a:r>
              <a:rPr lang="de-CH"/>
              <a:t>Datei &gt; Neu &gt; konplan &gt; Kontakt Vorname Name </a:t>
            </a:r>
          </a:p>
        </p:txBody>
      </p:sp>
    </p:spTree>
    <p:extLst>
      <p:ext uri="{BB962C8B-B14F-4D97-AF65-F5344CB8AC3E}">
        <p14:creationId xmlns:p14="http://schemas.microsoft.com/office/powerpoint/2010/main" val="426439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hlinkClick r:id="rId3"/>
            <a:extLst>
              <a:ext uri="{FF2B5EF4-FFF2-40B4-BE49-F238E27FC236}">
                <a16:creationId xmlns:a16="http://schemas.microsoft.com/office/drawing/2014/main" id="{5843EDA1-AC48-2768-D6C0-FC9CF01679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1350723" y="6249700"/>
            <a:ext cx="280800" cy="329636"/>
          </a:xfrm>
          <a:prstGeom prst="rect">
            <a:avLst/>
          </a:prstGeom>
        </p:spPr>
      </p:pic>
      <p:pic>
        <p:nvPicPr>
          <p:cNvPr id="4" name="Grafik 3">
            <a:hlinkClick r:id="rId6"/>
            <a:extLst>
              <a:ext uri="{FF2B5EF4-FFF2-40B4-BE49-F238E27FC236}">
                <a16:creationId xmlns:a16="http://schemas.microsoft.com/office/drawing/2014/main" id="{14A08517-9770-7DBE-C8BE-1E1CD5E6F04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10700894" y="6249700"/>
            <a:ext cx="273654" cy="321247"/>
          </a:xfrm>
          <a:prstGeom prst="rect">
            <a:avLst/>
          </a:prstGeom>
        </p:spPr>
      </p:pic>
      <p:pic>
        <p:nvPicPr>
          <p:cNvPr id="5" name="Grafik 4">
            <a:hlinkClick r:id="rId9"/>
            <a:extLst>
              <a:ext uri="{FF2B5EF4-FFF2-40B4-BE49-F238E27FC236}">
                <a16:creationId xmlns:a16="http://schemas.microsoft.com/office/drawing/2014/main" id="{16951CD8-819B-2229-B1F2-17C1D96AC69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11021017" y="6249700"/>
            <a:ext cx="280800" cy="317425"/>
          </a:xfrm>
          <a:prstGeom prst="rect">
            <a:avLst/>
          </a:prstGeom>
        </p:spPr>
      </p:pic>
      <p:pic>
        <p:nvPicPr>
          <p:cNvPr id="6" name="Grafik 5">
            <a:hlinkClick r:id="rId12"/>
            <a:extLst>
              <a:ext uri="{FF2B5EF4-FFF2-40B4-BE49-F238E27FC236}">
                <a16:creationId xmlns:a16="http://schemas.microsoft.com/office/drawing/2014/main" id="{21083508-B44B-7651-AC84-235C25C271B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11673577" y="6249700"/>
            <a:ext cx="280800" cy="329636"/>
          </a:xfrm>
          <a:prstGeom prst="rect">
            <a:avLst/>
          </a:prstGeom>
        </p:spPr>
      </p:pic>
      <p:sp>
        <p:nvSpPr>
          <p:cNvPr id="8" name="Title 7">
            <a:extLst>
              <a:ext uri="{FF2B5EF4-FFF2-40B4-BE49-F238E27FC236}">
                <a16:creationId xmlns:a16="http://schemas.microsoft.com/office/drawing/2014/main" id="{DE76AB23-8828-E458-1D81-CB9CA6DC5AE8}"/>
              </a:ext>
            </a:extLst>
          </p:cNvPr>
          <p:cNvSpPr>
            <a:spLocks noGrp="1"/>
          </p:cNvSpPr>
          <p:nvPr>
            <p:ph type="title"/>
          </p:nvPr>
        </p:nvSpPr>
        <p:spPr/>
        <p:txBody>
          <a:bodyPr/>
          <a:lstStyle/>
          <a:p>
            <a:r>
              <a:rPr lang="de-DE" dirty="0"/>
              <a:t>Vielen Dank!</a:t>
            </a:r>
            <a:endParaRPr lang="de-CH" dirty="0"/>
          </a:p>
        </p:txBody>
      </p:sp>
    </p:spTree>
    <p:extLst>
      <p:ext uri="{BB962C8B-B14F-4D97-AF65-F5344CB8AC3E}">
        <p14:creationId xmlns:p14="http://schemas.microsoft.com/office/powerpoint/2010/main" val="670057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theme/theme1.xml><?xml version="1.0" encoding="utf-8"?>
<a:theme xmlns:a="http://schemas.openxmlformats.org/drawingml/2006/main" name="Office">
  <a:themeElements>
    <a:clrScheme name="konplan Farbpalette">
      <a:dk1>
        <a:sysClr val="windowText" lastClr="000000"/>
      </a:dk1>
      <a:lt1>
        <a:sysClr val="window" lastClr="FFFFFF"/>
      </a:lt1>
      <a:dk2>
        <a:srgbClr val="004D52"/>
      </a:dk2>
      <a:lt2>
        <a:srgbClr val="B5DDDA"/>
      </a:lt2>
      <a:accent1>
        <a:srgbClr val="B5DDDA"/>
      </a:accent1>
      <a:accent2>
        <a:srgbClr val="E7B42F"/>
      </a:accent2>
      <a:accent3>
        <a:srgbClr val="B0532D"/>
      </a:accent3>
      <a:accent4>
        <a:srgbClr val="7F8753"/>
      </a:accent4>
      <a:accent5>
        <a:srgbClr val="679DB2"/>
      </a:accent5>
      <a:accent6>
        <a:srgbClr val="824F57"/>
      </a:accent6>
      <a:hlink>
        <a:srgbClr val="EE9B51"/>
      </a:hlink>
      <a:folHlink>
        <a:srgbClr val="EE9B51"/>
      </a:folHlink>
    </a:clrScheme>
    <a:fontScheme name="Benutzerdefiniert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lienmaster-technisch-Vorlage_2025.potx" id="{D1CC48D3-276C-4C8E-A43B-85DD12C92F74}" vid="{E55C9D90-AD92-42C4-92C3-D54922FF12C7}"/>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B042466B1F2A144A8A901E9CE89D02A" ma:contentTypeVersion="7" ma:contentTypeDescription="Ein neues Dokument erstellen." ma:contentTypeScope="" ma:versionID="66f10dd90a2fbcb7104e3edcd68d90bb">
  <xsd:schema xmlns:xsd="http://www.w3.org/2001/XMLSchema" xmlns:xs="http://www.w3.org/2001/XMLSchema" xmlns:p="http://schemas.microsoft.com/office/2006/metadata/properties" xmlns:ns2="1f3bedff-ccd2-45b3-b7ee-bbc727f57fd8" xmlns:ns3="f3280413-06e3-4db5-aa4a-a643d73541e2" targetNamespace="http://schemas.microsoft.com/office/2006/metadata/properties" ma:root="true" ma:fieldsID="fad44f66c7d50fc69fecbd016e863beb" ns2:_="" ns3:_="">
    <xsd:import namespace="1f3bedff-ccd2-45b3-b7ee-bbc727f57fd8"/>
    <xsd:import namespace="f3280413-06e3-4db5-aa4a-a643d73541e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Bemerkun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3bedff-ccd2-45b3-b7ee-bbc727f57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Bemerkung" ma:index="14" nillable="true" ma:displayName="Bemerkung" ma:format="Dropdown" ma:internalName="Bemerkung">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280413-06e3-4db5-aa4a-a643d73541e2" elementFormDefault="qualified">
    <xsd:import namespace="http://schemas.microsoft.com/office/2006/documentManagement/types"/>
    <xsd:import namespace="http://schemas.microsoft.com/office/infopath/2007/PartnerControls"/>
    <xsd:element name="SharedWithUsers" ma:index="11"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emerkung xmlns="1f3bedff-ccd2-45b3-b7ee-bbc727f57fd8" xsi:nil="true"/>
  </documentManagement>
</p:properties>
</file>

<file path=customXml/itemProps1.xml><?xml version="1.0" encoding="utf-8"?>
<ds:datastoreItem xmlns:ds="http://schemas.openxmlformats.org/officeDocument/2006/customXml" ds:itemID="{D34845E9-DB93-4A13-9BF7-C18A340972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3bedff-ccd2-45b3-b7ee-bbc727f57fd8"/>
    <ds:schemaRef ds:uri="f3280413-06e3-4db5-aa4a-a643d73541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77E5B69-6132-4149-A325-33513864DF59}">
  <ds:schemaRefs>
    <ds:schemaRef ds:uri="http://schemas.microsoft.com/sharepoint/v3/contenttype/forms"/>
  </ds:schemaRefs>
</ds:datastoreItem>
</file>

<file path=customXml/itemProps3.xml><?xml version="1.0" encoding="utf-8"?>
<ds:datastoreItem xmlns:ds="http://schemas.openxmlformats.org/officeDocument/2006/customXml" ds:itemID="{1DAE6F4B-8D3F-48FB-8975-94D7AFB1887D}">
  <ds:schemaRefs>
    <ds:schemaRef ds:uri="http://schemas.microsoft.com/office/2006/metadata/properties"/>
    <ds:schemaRef ds:uri="http://schemas.microsoft.com/office/infopath/2007/PartnerControls"/>
    <ds:schemaRef ds:uri="8b054f2b-0692-4cbf-8ce4-a895969bfa9f"/>
    <ds:schemaRef ds:uri="f6687c01-64be-46c9-99f1-13509e60aeee"/>
    <ds:schemaRef ds:uri="1f3bedff-ccd2-45b3-b7ee-bbc727f57fd8"/>
  </ds:schemaRefs>
</ds:datastoreItem>
</file>

<file path=docProps/app.xml><?xml version="1.0" encoding="utf-8"?>
<Properties xmlns="http://schemas.openxmlformats.org/officeDocument/2006/extended-properties" xmlns:vt="http://schemas.openxmlformats.org/officeDocument/2006/docPropsVTypes">
  <Template>Folienmaster-technisch-Vorlage_2025</Template>
  <TotalTime>0</TotalTime>
  <Words>1285</Words>
  <Application>Microsoft Office PowerPoint</Application>
  <PresentationFormat>Widescreen</PresentationFormat>
  <Paragraphs>275</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Gibson Medium</vt:lpstr>
      <vt:lpstr>Wingdings</vt:lpstr>
      <vt:lpstr>Office</vt:lpstr>
      <vt:lpstr>🦀 Rust für C/C++ Entwickler</vt:lpstr>
      <vt:lpstr>PowerPoint Presentation</vt:lpstr>
      <vt:lpstr>Die Geschichte von Rust</vt:lpstr>
      <vt:lpstr>Warum Rust?</vt:lpstr>
      <vt:lpstr>Zero-Cost Abstraktion</vt:lpstr>
      <vt:lpstr>Syntax – Basics</vt:lpstr>
      <vt:lpstr>Cargo &amp; Tooling</vt:lpstr>
      <vt:lpstr>Cargo.toml</vt:lpstr>
      <vt:lpstr>Hier Titel eingeben</vt:lpstr>
      <vt:lpstr>Hier Titel eingeben</vt:lpstr>
      <vt:lpstr>Prozessablauf</vt:lpstr>
      <vt:lpstr>Grobkonzept: Projekt XY</vt:lpstr>
      <vt:lpstr>Projektplan</vt:lpstr>
      <vt:lpstr>GAP Analyse - Ampel</vt:lpstr>
      <vt:lpstr>GAP Analyse </vt:lpstr>
      <vt:lpstr>Projekttimeline</vt:lpstr>
      <vt:lpstr>Projektteam extern</vt:lpstr>
      <vt:lpstr>Projektteam intern</vt:lpstr>
      <vt:lpstr>Team</vt:lpstr>
      <vt:lpstr>PowerPoint Presentation</vt:lpstr>
      <vt:lpstr>Evaluation Idee</vt:lpstr>
      <vt:lpstr>Grobkonzept: Ideenentwicklung</vt:lpstr>
      <vt:lpstr>Grobkonzept: Bewertung &amp; Beschreibung</vt:lpstr>
      <vt:lpstr>KONTAKTPERSON</vt:lpstr>
      <vt:lpstr>Vielen Dank!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Burak Kizilkaya</dc:creator>
  <cp:lastModifiedBy>Burak Kizilkaya</cp:lastModifiedBy>
  <cp:revision>10</cp:revision>
  <dcterms:created xsi:type="dcterms:W3CDTF">2026-03-12T08:49:50Z</dcterms:created>
  <dcterms:modified xsi:type="dcterms:W3CDTF">2026-03-12T09:37:39Z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0x0101002B042466B1F2A144A8A901E9CE89D02A</vt:lpwstr>
  </property>
  <property fmtid="{D5CDD505-2E9C-101B-9397-08002B2CF9AE}" pid="3" name="MediaServiceImageTags">
    <vt:lpwstr/>
  </property>
</Properties>
</file>